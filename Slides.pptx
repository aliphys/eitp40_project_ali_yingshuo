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3.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9" r:id="rId2"/>
    <p:sldMasterId id="2147483661" r:id="rId3"/>
    <p:sldMasterId id="2147483672" r:id="rId4"/>
  </p:sldMasterIdLst>
  <p:notesMasterIdLst>
    <p:notesMasterId r:id="rId2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1" r:id="rId19"/>
    <p:sldId id="278" r:id="rId20"/>
    <p:sldId id="277" r:id="rId21"/>
    <p:sldId id="272" r:id="rId22"/>
    <p:sldId id="276" r:id="rId23"/>
    <p:sldId id="273" r:id="rId24"/>
    <p:sldId id="275" r:id="rId25"/>
    <p:sldId id="270" r:id="rId26"/>
    <p:sldId id="274" r:id="rId27"/>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slideMaster" Target="slideMasters/slideMaster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9"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400" b="0" u="none" strike="noStrike">
                <a:solidFill>
                  <a:srgbClr val="000000"/>
                </a:solidFill>
                <a:effectLst/>
                <a:uFillTx/>
                <a:latin typeface="Arial"/>
              </a:rPr>
              <a:t>Click to move the slide</a:t>
            </a:r>
          </a:p>
        </p:txBody>
      </p:sp>
      <p:sp>
        <p:nvSpPr>
          <p:cNvPr id="140"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141"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142" name="PlaceHolder 4"/>
          <p:cNvSpPr>
            <a:spLocks noGrp="1"/>
          </p:cNvSpPr>
          <p:nvPr>
            <p:ph type="dt" idx="3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143" name="PlaceHolder 5"/>
          <p:cNvSpPr>
            <a:spLocks noGrp="1"/>
          </p:cNvSpPr>
          <p:nvPr>
            <p:ph type="ftr" idx="3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144" name="PlaceHolder 6"/>
          <p:cNvSpPr>
            <a:spLocks noGrp="1"/>
          </p:cNvSpPr>
          <p:nvPr>
            <p:ph type="sldNum" idx="3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EF9FB171-EC1B-41CA-A3DB-C68528453E1D}"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noRot="1" noChangeAspect="1"/>
          </p:cNvSpPr>
          <p:nvPr>
            <p:ph type="sldImg"/>
          </p:nvPr>
        </p:nvSpPr>
        <p:spPr>
          <a:xfrm>
            <a:off x="380880" y="685800"/>
            <a:ext cx="6095520" cy="3428640"/>
          </a:xfrm>
          <a:prstGeom prst="rect">
            <a:avLst/>
          </a:prstGeom>
          <a:ln w="0">
            <a:noFill/>
          </a:ln>
        </p:spPr>
      </p:sp>
      <p:sp>
        <p:nvSpPr>
          <p:cNvPr id="40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05"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5253DADB-5F1F-4019-B558-BA38203817DB}" type="slidenum">
              <a:rPr lang="en" sz="1800" b="0" u="none" strike="noStrike">
                <a:solidFill>
                  <a:srgbClr val="000000"/>
                </a:solidFill>
                <a:effectLst/>
                <a:uFillTx/>
                <a:latin typeface="Times New Roman"/>
              </a:rPr>
              <a:t>2</a:t>
            </a:fld>
            <a:endParaRPr lang="en-US" sz="18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 name="PlaceHolder 1"/>
          <p:cNvSpPr>
            <a:spLocks noGrp="1" noRot="1" noChangeAspect="1"/>
          </p:cNvSpPr>
          <p:nvPr>
            <p:ph type="sldImg"/>
          </p:nvPr>
        </p:nvSpPr>
        <p:spPr>
          <a:xfrm>
            <a:off x="380880" y="685800"/>
            <a:ext cx="6095520" cy="3428640"/>
          </a:xfrm>
          <a:prstGeom prst="rect">
            <a:avLst/>
          </a:prstGeom>
          <a:ln w="0">
            <a:noFill/>
          </a:ln>
        </p:spPr>
      </p:sp>
      <p:sp>
        <p:nvSpPr>
          <p:cNvPr id="40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08"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DDEF9C75-64FF-42EB-8470-48E893374C5E}" type="slidenum">
              <a:rPr lang="en" sz="1800" b="0" u="none" strike="noStrike">
                <a:solidFill>
                  <a:srgbClr val="000000"/>
                </a:solidFill>
                <a:effectLst/>
                <a:uFillTx/>
                <a:latin typeface="Times New Roman"/>
              </a:rPr>
              <a:t>3</a:t>
            </a:fld>
            <a:endParaRPr lang="en-US" sz="18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PlaceHolder 1"/>
          <p:cNvSpPr>
            <a:spLocks noGrp="1" noRot="1" noChangeAspect="1"/>
          </p:cNvSpPr>
          <p:nvPr>
            <p:ph type="sldImg"/>
          </p:nvPr>
        </p:nvSpPr>
        <p:spPr>
          <a:xfrm>
            <a:off x="380880" y="685800"/>
            <a:ext cx="6095520" cy="3428640"/>
          </a:xfrm>
          <a:prstGeom prst="rect">
            <a:avLst/>
          </a:prstGeom>
          <a:ln w="0">
            <a:noFill/>
          </a:ln>
        </p:spPr>
      </p:sp>
      <p:sp>
        <p:nvSpPr>
          <p:cNvPr id="41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11"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3854EBB7-2887-4931-9EE3-E0347CF79A1E}" type="slidenum">
              <a:rPr lang="en" sz="1800" b="0" u="none" strike="noStrike">
                <a:solidFill>
                  <a:srgbClr val="000000"/>
                </a:solidFill>
                <a:effectLst/>
                <a:uFillTx/>
                <a:latin typeface="Times New Roman"/>
              </a:rPr>
              <a:t>4</a:t>
            </a:fld>
            <a:endParaRPr lang="en-US" sz="18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 name="PlaceHolder 1"/>
          <p:cNvSpPr>
            <a:spLocks noGrp="1" noRot="1" noChangeAspect="1"/>
          </p:cNvSpPr>
          <p:nvPr>
            <p:ph type="sldImg"/>
          </p:nvPr>
        </p:nvSpPr>
        <p:spPr>
          <a:xfrm>
            <a:off x="381000" y="685800"/>
            <a:ext cx="6096000" cy="3429000"/>
          </a:xfrm>
          <a:prstGeom prst="rect">
            <a:avLst/>
          </a:prstGeom>
          <a:ln w="0">
            <a:noFill/>
          </a:ln>
        </p:spPr>
      </p:sp>
      <p:sp>
        <p:nvSpPr>
          <p:cNvPr id="41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14"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A7270B08-9878-4C08-8C87-0975A2642560}" type="slidenum">
              <a:rPr lang="en" sz="1800" b="0" u="none" strike="noStrike">
                <a:solidFill>
                  <a:srgbClr val="000000"/>
                </a:solidFill>
                <a:effectLst/>
                <a:uFillTx/>
                <a:latin typeface="Times New Roman"/>
              </a:rPr>
              <a:t>5</a:t>
            </a:fld>
            <a:endParaRPr lang="en-US" sz="18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PlaceHolder 1"/>
          <p:cNvSpPr>
            <a:spLocks noGrp="1" noRot="1" noChangeAspect="1"/>
          </p:cNvSpPr>
          <p:nvPr>
            <p:ph type="sldImg"/>
          </p:nvPr>
        </p:nvSpPr>
        <p:spPr>
          <a:xfrm>
            <a:off x="380880" y="685800"/>
            <a:ext cx="6095520" cy="3428640"/>
          </a:xfrm>
          <a:prstGeom prst="rect">
            <a:avLst/>
          </a:prstGeom>
          <a:ln w="0">
            <a:noFill/>
          </a:ln>
        </p:spPr>
      </p:sp>
      <p:sp>
        <p:nvSpPr>
          <p:cNvPr id="41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17"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411ED591-A7C4-47F4-A7D2-30ABA949E983}" type="slidenum">
              <a:rPr lang="en" sz="1800" b="0" u="none" strike="noStrike">
                <a:solidFill>
                  <a:srgbClr val="000000"/>
                </a:solidFill>
                <a:effectLst/>
                <a:uFillTx/>
                <a:latin typeface="Times New Roman"/>
              </a:rPr>
              <a:t>6</a:t>
            </a:fld>
            <a:endParaRPr lang="en-US" sz="18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noRot="1" noChangeAspect="1"/>
          </p:cNvSpPr>
          <p:nvPr>
            <p:ph type="sldImg"/>
          </p:nvPr>
        </p:nvSpPr>
        <p:spPr>
          <a:xfrm>
            <a:off x="380880" y="685800"/>
            <a:ext cx="6095520" cy="3428640"/>
          </a:xfrm>
          <a:prstGeom prst="rect">
            <a:avLst/>
          </a:prstGeom>
          <a:ln w="0">
            <a:noFill/>
          </a:ln>
        </p:spPr>
      </p:sp>
      <p:sp>
        <p:nvSpPr>
          <p:cNvPr id="41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20"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4C003607-AD2C-4F6D-A24D-87E1E21BFEB3}" type="slidenum">
              <a:rPr lang="en" sz="1800" b="0" u="none" strike="noStrike">
                <a:solidFill>
                  <a:srgbClr val="000000"/>
                </a:solidFill>
                <a:effectLst/>
                <a:uFillTx/>
                <a:latin typeface="Times New Roman"/>
              </a:rPr>
              <a:t>7</a:t>
            </a:fld>
            <a:endParaRPr lang="en-US" sz="18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noRot="1" noChangeAspect="1"/>
          </p:cNvSpPr>
          <p:nvPr>
            <p:ph type="sldImg"/>
          </p:nvPr>
        </p:nvSpPr>
        <p:spPr>
          <a:xfrm>
            <a:off x="381000" y="685800"/>
            <a:ext cx="6096000" cy="3429000"/>
          </a:xfrm>
          <a:prstGeom prst="rect">
            <a:avLst/>
          </a:prstGeom>
          <a:ln w="0">
            <a:noFill/>
          </a:ln>
        </p:spPr>
      </p:sp>
      <p:sp>
        <p:nvSpPr>
          <p:cNvPr id="42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23"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E3F8B2FA-DEFE-4CD5-AAD3-A9BE23747C39}" type="slidenum">
              <a:rPr lang="en" sz="1800" b="0" u="none" strike="noStrike">
                <a:solidFill>
                  <a:srgbClr val="000000"/>
                </a:solidFill>
                <a:effectLst/>
                <a:uFillTx/>
                <a:latin typeface="Times New Roman"/>
              </a:rPr>
              <a:t>8</a:t>
            </a:fld>
            <a:endParaRPr lang="en-US" sz="18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PlaceHolder 1"/>
          <p:cNvSpPr>
            <a:spLocks noGrp="1" noRot="1" noChangeAspect="1"/>
          </p:cNvSpPr>
          <p:nvPr>
            <p:ph type="sldImg"/>
          </p:nvPr>
        </p:nvSpPr>
        <p:spPr>
          <a:xfrm>
            <a:off x="380880" y="685800"/>
            <a:ext cx="6095520" cy="3428640"/>
          </a:xfrm>
          <a:prstGeom prst="rect">
            <a:avLst/>
          </a:prstGeom>
          <a:ln w="0">
            <a:noFill/>
          </a:ln>
        </p:spPr>
      </p:sp>
      <p:sp>
        <p:nvSpPr>
          <p:cNvPr id="42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26"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570B70E1-E1AC-4F00-8ECD-44E8FD6301AD}" type="slidenum">
              <a:rPr lang="en" sz="1800" b="0" u="none" strike="noStrike">
                <a:solidFill>
                  <a:srgbClr val="000000"/>
                </a:solidFill>
                <a:effectLst/>
                <a:uFillTx/>
                <a:latin typeface="Times New Roman"/>
              </a:rPr>
              <a:t>13</a:t>
            </a:fld>
            <a:endParaRPr lang="en-US" sz="18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44011-E91D-4F4A-0890-1595DEB0F55F}"/>
            </a:ext>
          </a:extLst>
        </p:cNvPr>
        <p:cNvGrpSpPr/>
        <p:nvPr/>
      </p:nvGrpSpPr>
      <p:grpSpPr>
        <a:xfrm>
          <a:off x="0" y="0"/>
          <a:ext cx="0" cy="0"/>
          <a:chOff x="0" y="0"/>
          <a:chExt cx="0" cy="0"/>
        </a:xfrm>
      </p:grpSpPr>
      <p:sp>
        <p:nvSpPr>
          <p:cNvPr id="412" name="PlaceHolder 1">
            <a:extLst>
              <a:ext uri="{FF2B5EF4-FFF2-40B4-BE49-F238E27FC236}">
                <a16:creationId xmlns:a16="http://schemas.microsoft.com/office/drawing/2014/main" id="{55A8AA4C-EE8A-718F-BCF0-B8EDF7C67FC9}"/>
              </a:ext>
            </a:extLst>
          </p:cNvPr>
          <p:cNvSpPr>
            <a:spLocks noGrp="1" noRot="1" noChangeAspect="1"/>
          </p:cNvSpPr>
          <p:nvPr>
            <p:ph type="sldImg"/>
          </p:nvPr>
        </p:nvSpPr>
        <p:spPr>
          <a:xfrm>
            <a:off x="381000" y="685800"/>
            <a:ext cx="6096000" cy="3429000"/>
          </a:xfrm>
          <a:prstGeom prst="rect">
            <a:avLst/>
          </a:prstGeom>
          <a:ln w="0">
            <a:noFill/>
          </a:ln>
        </p:spPr>
      </p:sp>
      <p:sp>
        <p:nvSpPr>
          <p:cNvPr id="413" name="PlaceHolder 2">
            <a:extLst>
              <a:ext uri="{FF2B5EF4-FFF2-40B4-BE49-F238E27FC236}">
                <a16:creationId xmlns:a16="http://schemas.microsoft.com/office/drawing/2014/main" id="{B06EB1AA-20B1-228E-3C9A-7F1FC29F2506}"/>
              </a:ext>
            </a:extLst>
          </p:cNvPr>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14" name="PlaceHolder 3">
            <a:extLst>
              <a:ext uri="{FF2B5EF4-FFF2-40B4-BE49-F238E27FC236}">
                <a16:creationId xmlns:a16="http://schemas.microsoft.com/office/drawing/2014/main" id="{532643E2-33D6-ABA0-00EC-BBC1ABD16F31}"/>
              </a:ext>
            </a:extLst>
          </p:cNvPr>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A7270B08-9878-4C08-8C87-0975A2642560}" type="slidenum">
              <a:rPr lang="en" sz="1800" b="0" u="none" strike="noStrike">
                <a:solidFill>
                  <a:srgbClr val="000000"/>
                </a:solidFill>
                <a:effectLst/>
                <a:uFillTx/>
                <a:latin typeface="Times New Roman"/>
              </a:rPr>
              <a:t>15</a:t>
            </a:fld>
            <a:endParaRPr lang="en-US" sz="1800" b="0" u="none" strike="noStrike">
              <a:solidFill>
                <a:srgbClr val="000000"/>
              </a:solidFill>
              <a:effectLst/>
              <a:uFillTx/>
              <a:latin typeface="Times New Roman"/>
            </a:endParaRPr>
          </a:p>
        </p:txBody>
      </p:sp>
    </p:spTree>
    <p:extLst>
      <p:ext uri="{BB962C8B-B14F-4D97-AF65-F5344CB8AC3E}">
        <p14:creationId xmlns:p14="http://schemas.microsoft.com/office/powerpoint/2010/main" val="37278099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7" name="PlaceHolder 1"/>
          <p:cNvSpPr>
            <a:spLocks noGrp="1" noRot="1" noChangeAspect="1"/>
          </p:cNvSpPr>
          <p:nvPr>
            <p:ph type="sldImg"/>
          </p:nvPr>
        </p:nvSpPr>
        <p:spPr>
          <a:xfrm>
            <a:off x="381000" y="685800"/>
            <a:ext cx="6096000" cy="3429000"/>
          </a:xfrm>
          <a:prstGeom prst="rect">
            <a:avLst/>
          </a:prstGeom>
          <a:ln w="0">
            <a:noFill/>
          </a:ln>
        </p:spPr>
      </p:sp>
      <p:sp>
        <p:nvSpPr>
          <p:cNvPr id="42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29"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0598A53D-F026-4E4B-B3B9-602C3AEF355C}" type="slidenum">
              <a:rPr lang="en" sz="1800" b="0" u="none" strike="noStrike">
                <a:solidFill>
                  <a:srgbClr val="000000"/>
                </a:solidFill>
                <a:effectLst/>
                <a:uFillTx/>
                <a:latin typeface="Times New Roman"/>
              </a:rPr>
              <a:t>22</a:t>
            </a:fld>
            <a:endParaRPr lang="en-US" sz="18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OOC Video Title">
    <p:bg>
      <p:bgPr>
        <a:solidFill>
          <a:schemeClr val="lt1"/>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1148040" y="3457440"/>
            <a:ext cx="10508760" cy="613080"/>
          </a:xfrm>
          <a:prstGeom prst="rect">
            <a:avLst/>
          </a:prstGeom>
          <a:noFill/>
          <a:ln w="0">
            <a:noFill/>
          </a:ln>
        </p:spPr>
        <p:txBody>
          <a:bodyPr lIns="91440" tIns="45720" rIns="91440" bIns="45720" anchor="t">
            <a:noAutofit/>
          </a:bodyPr>
          <a:lstStyle/>
          <a:p>
            <a:pPr indent="0">
              <a:buNone/>
            </a:pPr>
            <a:r>
              <a:rPr lang="en-US" sz="3670" b="0" u="none" strike="noStrike">
                <a:solidFill>
                  <a:srgbClr val="000000"/>
                </a:solidFill>
                <a:effectLst/>
                <a:uFillTx/>
                <a:latin typeface="Arial"/>
              </a:rPr>
              <a:t>Click to edit the title text format</a:t>
            </a:r>
          </a:p>
        </p:txBody>
      </p:sp>
      <p:sp>
        <p:nvSpPr>
          <p:cNvPr id="7" name="PlaceHolder 2"/>
          <p:cNvSpPr>
            <a:spLocks noGrp="1"/>
          </p:cNvSpPr>
          <p:nvPr>
            <p:ph type="body"/>
          </p:nvPr>
        </p:nvSpPr>
        <p:spPr>
          <a:xfrm>
            <a:off x="1148040" y="4510440"/>
            <a:ext cx="7386840" cy="51120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65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65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65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65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Seventh Outline Level</a:t>
            </a:r>
          </a:p>
        </p:txBody>
      </p:sp>
      <p:sp>
        <p:nvSpPr>
          <p:cNvPr id="2" name="PlaceHolder 3"/>
          <p:cNvSpPr>
            <a:spLocks noGrp="1"/>
          </p:cNvSpPr>
          <p:nvPr>
            <p:ph type="body"/>
          </p:nvPr>
        </p:nvSpPr>
        <p:spPr>
          <a:xfrm>
            <a:off x="1148400" y="5022000"/>
            <a:ext cx="7386480" cy="46800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65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65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65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65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Seventh Outline Level</a:t>
            </a:r>
          </a:p>
        </p:txBody>
      </p:sp>
      <p:sp>
        <p:nvSpPr>
          <p:cNvPr id="3" name="PlaceHolder 4"/>
          <p:cNvSpPr>
            <a:spLocks noGrp="1"/>
          </p:cNvSpPr>
          <p:nvPr>
            <p:ph type="body"/>
          </p:nvPr>
        </p:nvSpPr>
        <p:spPr>
          <a:xfrm>
            <a:off x="5754240" y="326160"/>
            <a:ext cx="5902560" cy="418356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65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65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65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65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Seventh Outline Level</a:t>
            </a:r>
          </a:p>
        </p:txBody>
      </p:sp>
      <p:pic>
        <p:nvPicPr>
          <p:cNvPr id="4" name="Google Shape;16;p2"/>
          <p:cNvPicPr/>
          <p:nvPr/>
        </p:nvPicPr>
        <p:blipFill>
          <a:blip r:embed="rId2"/>
          <a:stretch/>
        </p:blipFill>
        <p:spPr>
          <a:xfrm>
            <a:off x="1208520" y="590400"/>
            <a:ext cx="1071720" cy="1350720"/>
          </a:xfrm>
          <a:prstGeom prst="rect">
            <a:avLst/>
          </a:prstGeom>
          <a:noFill/>
          <a:ln w="0">
            <a:noFill/>
          </a:ln>
        </p:spPr>
      </p:pic>
      <p:sp>
        <p:nvSpPr>
          <p:cNvPr id="5" name="PlaceHolder 5"/>
          <p:cNvSpPr>
            <a:spLocks noGrp="1"/>
          </p:cNvSpPr>
          <p:nvPr>
            <p:ph type="sldNum" idx="1"/>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F08889EB-AEC4-4A03-9B30-B0FA626793C4}"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Titre et contenu_1">
    <p:bg>
      <p:bgPr>
        <a:solidFill>
          <a:schemeClr val="lt1"/>
        </a:solidFill>
        <a:effectLst/>
      </p:bgPr>
    </p:bg>
    <p:spTree>
      <p:nvGrpSpPr>
        <p:cNvPr id="1" name=""/>
        <p:cNvGrpSpPr/>
        <p:nvPr/>
      </p:nvGrpSpPr>
      <p:grpSpPr>
        <a:xfrm>
          <a:off x="0" y="0"/>
          <a:ext cx="0" cy="0"/>
          <a:chOff x="0" y="0"/>
          <a:chExt cx="0" cy="0"/>
        </a:xfrm>
      </p:grpSpPr>
      <p:grpSp>
        <p:nvGrpSpPr>
          <p:cNvPr id="6" name="Google Shape;66;p11"/>
          <p:cNvGrpSpPr/>
          <p:nvPr/>
        </p:nvGrpSpPr>
        <p:grpSpPr>
          <a:xfrm>
            <a:off x="720" y="882360"/>
            <a:ext cx="12192120" cy="127080"/>
            <a:chOff x="720" y="882360"/>
            <a:chExt cx="12192120" cy="127080"/>
          </a:xfrm>
        </p:grpSpPr>
        <p:sp>
          <p:nvSpPr>
            <p:cNvPr id="7" name="Google Shape;67;p11"/>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8" name="Google Shape;68;p11"/>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9" name="PlaceHolder 1"/>
          <p:cNvSpPr>
            <a:spLocks noGrp="1"/>
          </p:cNvSpPr>
          <p:nvPr>
            <p:ph type="body"/>
          </p:nvPr>
        </p:nvSpPr>
        <p:spPr>
          <a:xfrm>
            <a:off x="391680" y="1325160"/>
            <a:ext cx="11265120" cy="485352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3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3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3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3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Seventh Outline Level</a:t>
            </a:r>
          </a:p>
        </p:txBody>
      </p:sp>
      <p:sp>
        <p:nvSpPr>
          <p:cNvPr id="10"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11" name="Google Shape;71;p11"/>
          <p:cNvPicPr/>
          <p:nvPr/>
        </p:nvPicPr>
        <p:blipFill>
          <a:blip r:embed="rId2"/>
          <a:stretch/>
        </p:blipFill>
        <p:spPr>
          <a:xfrm>
            <a:off x="10968840" y="-9000"/>
            <a:ext cx="659520" cy="831240"/>
          </a:xfrm>
          <a:prstGeom prst="rect">
            <a:avLst/>
          </a:prstGeom>
          <a:noFill/>
          <a:ln w="0">
            <a:noFill/>
          </a:ln>
        </p:spPr>
      </p:pic>
      <p:sp>
        <p:nvSpPr>
          <p:cNvPr id="12" name="PlaceHolder 3"/>
          <p:cNvSpPr>
            <a:spLocks noGrp="1"/>
          </p:cNvSpPr>
          <p:nvPr>
            <p:ph type="sldNum" idx="2"/>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77563FAA-0711-44CA-90EE-2C247BE771D4}"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_ONLY">
    <p:bg>
      <p:bgPr>
        <a:solidFill>
          <a:schemeClr val="lt1"/>
        </a:solidFill>
        <a:effectLst/>
      </p:bgPr>
    </p:bg>
    <p:spTree>
      <p:nvGrpSpPr>
        <p:cNvPr id="1" name=""/>
        <p:cNvGrpSpPr/>
        <p:nvPr/>
      </p:nvGrpSpPr>
      <p:grpSpPr>
        <a:xfrm>
          <a:off x="0" y="0"/>
          <a:ext cx="0" cy="0"/>
          <a:chOff x="0" y="0"/>
          <a:chExt cx="0" cy="0"/>
        </a:xfrm>
      </p:grpSpPr>
      <p:sp>
        <p:nvSpPr>
          <p:cNvPr id="13" name="Google Shape;19;p3"/>
          <p:cNvSpPr/>
          <p:nvPr/>
        </p:nvSpPr>
        <p:spPr>
          <a:xfrm>
            <a:off x="11505960" y="6375240"/>
            <a:ext cx="698400" cy="319320"/>
          </a:xfrm>
          <a:prstGeom prst="rect">
            <a:avLst/>
          </a:prstGeom>
          <a:noFill/>
          <a:ln w="0">
            <a:noFill/>
          </a:ln>
        </p:spPr>
        <p:style>
          <a:lnRef idx="0">
            <a:scrgbClr r="0" g="0" b="0"/>
          </a:lnRef>
          <a:fillRef idx="0">
            <a:scrgbClr r="0" g="0" b="0"/>
          </a:fillRef>
          <a:effectRef idx="0">
            <a:scrgbClr r="0" g="0" b="0"/>
          </a:effectRef>
          <a:fontRef idx="minor"/>
        </p:style>
        <p:txBody>
          <a:bodyPr lIns="122040" tIns="60840" rIns="122040" bIns="60840" anchor="t">
            <a:noAutofit/>
          </a:bodyPr>
          <a:lstStyle/>
          <a:p>
            <a:pPr algn="r">
              <a:lnSpc>
                <a:spcPct val="100000"/>
              </a:lnSpc>
              <a:tabLst>
                <a:tab pos="0" algn="l"/>
              </a:tabLst>
            </a:pPr>
            <a:endParaRPr lang="en-US" sz="1070" b="0" u="none" strike="noStrike">
              <a:solidFill>
                <a:srgbClr val="A5A5A5"/>
              </a:solidFill>
              <a:effectLst/>
              <a:uFillTx/>
              <a:latin typeface="Arial Narrow"/>
              <a:ea typeface="Arial Narrow"/>
            </a:endParaRPr>
          </a:p>
        </p:txBody>
      </p:sp>
      <p:grpSp>
        <p:nvGrpSpPr>
          <p:cNvPr id="14" name="Google Shape;20;p3"/>
          <p:cNvGrpSpPr/>
          <p:nvPr/>
        </p:nvGrpSpPr>
        <p:grpSpPr>
          <a:xfrm>
            <a:off x="720" y="882360"/>
            <a:ext cx="12191760" cy="126720"/>
            <a:chOff x="720" y="882360"/>
            <a:chExt cx="12191760" cy="126720"/>
          </a:xfrm>
        </p:grpSpPr>
        <p:sp>
          <p:nvSpPr>
            <p:cNvPr id="15" name="Google Shape;21;p3"/>
            <p:cNvSpPr/>
            <p:nvPr/>
          </p:nvSpPr>
          <p:spPr>
            <a:xfrm>
              <a:off x="720" y="882360"/>
              <a:ext cx="12191760" cy="5328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6640" rIns="198000" bIns="2664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16" name="Google Shape;22;p3"/>
            <p:cNvSpPr/>
            <p:nvPr/>
          </p:nvSpPr>
          <p:spPr>
            <a:xfrm>
              <a:off x="720" y="955800"/>
              <a:ext cx="12191760" cy="5328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6640" rIns="198000" bIns="2664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17"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18" name="Google Shape;24;p3"/>
          <p:cNvPicPr/>
          <p:nvPr/>
        </p:nvPicPr>
        <p:blipFill>
          <a:blip r:embed="rId2"/>
          <a:stretch/>
        </p:blipFill>
        <p:spPr>
          <a:xfrm>
            <a:off x="10968840" y="-9000"/>
            <a:ext cx="659520" cy="831240"/>
          </a:xfrm>
          <a:prstGeom prst="rect">
            <a:avLst/>
          </a:prstGeom>
          <a:noFill/>
          <a:ln w="0">
            <a:noFill/>
          </a:ln>
        </p:spPr>
      </p:pic>
      <p:sp>
        <p:nvSpPr>
          <p:cNvPr id="19" name="PlaceHolder 2"/>
          <p:cNvSpPr>
            <a:spLocks noGrp="1"/>
          </p:cNvSpPr>
          <p:nvPr>
            <p:ph type="sldNum" idx="3"/>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nton"/>
                <a:ea typeface="Anton"/>
              </a:defRPr>
            </a:lvl1pPr>
          </a:lstStyle>
          <a:p>
            <a:pPr indent="0" algn="r">
              <a:lnSpc>
                <a:spcPct val="100000"/>
              </a:lnSpc>
              <a:buNone/>
              <a:tabLst>
                <a:tab pos="0" algn="l"/>
              </a:tabLst>
            </a:pPr>
            <a:fld id="{663A527E-6889-4888-82E4-8397EF1C598F}" type="slidenum">
              <a:rPr lang="en" sz="1300" b="0" u="none" strike="noStrike">
                <a:solidFill>
                  <a:schemeClr val="dk1"/>
                </a:solidFill>
                <a:effectLst/>
                <a:uFillTx/>
                <a:latin typeface="Anton"/>
                <a:ea typeface="Anton"/>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Titre et contenu">
    <p:bg>
      <p:bgPr>
        <a:solidFill>
          <a:schemeClr val="lt1"/>
        </a:solidFill>
        <a:effectLst/>
      </p:bgPr>
    </p:bg>
    <p:spTree>
      <p:nvGrpSpPr>
        <p:cNvPr id="1" name=""/>
        <p:cNvGrpSpPr/>
        <p:nvPr/>
      </p:nvGrpSpPr>
      <p:grpSpPr>
        <a:xfrm>
          <a:off x="0" y="0"/>
          <a:ext cx="0" cy="0"/>
          <a:chOff x="0" y="0"/>
          <a:chExt cx="0" cy="0"/>
        </a:xfrm>
      </p:grpSpPr>
      <p:grpSp>
        <p:nvGrpSpPr>
          <p:cNvPr id="20" name="Google Shape;27;p4"/>
          <p:cNvGrpSpPr/>
          <p:nvPr/>
        </p:nvGrpSpPr>
        <p:grpSpPr>
          <a:xfrm>
            <a:off x="720" y="882360"/>
            <a:ext cx="12191760" cy="126720"/>
            <a:chOff x="720" y="882360"/>
            <a:chExt cx="12191760" cy="126720"/>
          </a:xfrm>
        </p:grpSpPr>
        <p:sp>
          <p:nvSpPr>
            <p:cNvPr id="21" name="Google Shape;28;p4"/>
            <p:cNvSpPr/>
            <p:nvPr/>
          </p:nvSpPr>
          <p:spPr>
            <a:xfrm>
              <a:off x="720" y="882360"/>
              <a:ext cx="12191760" cy="5328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6640" rIns="198000" bIns="2664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22" name="Google Shape;29;p4"/>
            <p:cNvSpPr/>
            <p:nvPr/>
          </p:nvSpPr>
          <p:spPr>
            <a:xfrm>
              <a:off x="720" y="955800"/>
              <a:ext cx="12191760" cy="5328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6640" rIns="198000" bIns="2664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23" name="PlaceHolder 1"/>
          <p:cNvSpPr>
            <a:spLocks noGrp="1"/>
          </p:cNvSpPr>
          <p:nvPr>
            <p:ph type="body"/>
          </p:nvPr>
        </p:nvSpPr>
        <p:spPr>
          <a:xfrm>
            <a:off x="391680" y="1325160"/>
            <a:ext cx="11264760" cy="485388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3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3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3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3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Seventh Outline Level</a:t>
            </a:r>
          </a:p>
        </p:txBody>
      </p:sp>
      <p:sp>
        <p:nvSpPr>
          <p:cNvPr id="24"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25" name="Google Shape;32;p4"/>
          <p:cNvPicPr/>
          <p:nvPr/>
        </p:nvPicPr>
        <p:blipFill>
          <a:blip r:embed="rId2"/>
          <a:stretch/>
        </p:blipFill>
        <p:spPr>
          <a:xfrm>
            <a:off x="10968840" y="-9000"/>
            <a:ext cx="659520" cy="831240"/>
          </a:xfrm>
          <a:prstGeom prst="rect">
            <a:avLst/>
          </a:prstGeom>
          <a:noFill/>
          <a:ln w="0">
            <a:noFill/>
          </a:ln>
        </p:spPr>
      </p:pic>
      <p:sp>
        <p:nvSpPr>
          <p:cNvPr id="26" name="PlaceHolder 3"/>
          <p:cNvSpPr>
            <a:spLocks noGrp="1"/>
          </p:cNvSpPr>
          <p:nvPr>
            <p:ph type="sldNum" idx="4"/>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98E5C852-C60E-4CA5-B8D3-9749B9970E9F}"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Titre seul sans filet">
    <p:bg>
      <p:bgPr>
        <a:solidFill>
          <a:schemeClr val="lt1"/>
        </a:solidFill>
        <a:effectLst/>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533160" y="182520"/>
            <a:ext cx="10324800" cy="81396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28" name="Google Shape;36;p5"/>
          <p:cNvPicPr/>
          <p:nvPr/>
        </p:nvPicPr>
        <p:blipFill>
          <a:blip r:embed="rId2"/>
          <a:stretch/>
        </p:blipFill>
        <p:spPr>
          <a:xfrm>
            <a:off x="10968840" y="-9000"/>
            <a:ext cx="659520" cy="831240"/>
          </a:xfrm>
          <a:prstGeom prst="rect">
            <a:avLst/>
          </a:prstGeom>
          <a:noFill/>
          <a:ln w="0">
            <a:noFill/>
          </a:ln>
        </p:spPr>
      </p:pic>
      <p:sp>
        <p:nvSpPr>
          <p:cNvPr id="29" name="PlaceHolder 2"/>
          <p:cNvSpPr>
            <a:spLocks noGrp="1"/>
          </p:cNvSpPr>
          <p:nvPr>
            <p:ph type="sldNum" idx="5"/>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nton"/>
                <a:ea typeface="Anton"/>
              </a:defRPr>
            </a:lvl1pPr>
          </a:lstStyle>
          <a:p>
            <a:pPr indent="0" algn="r">
              <a:lnSpc>
                <a:spcPct val="100000"/>
              </a:lnSpc>
              <a:buNone/>
              <a:tabLst>
                <a:tab pos="0" algn="l"/>
              </a:tabLst>
            </a:pPr>
            <a:fld id="{9A0765B1-DCAC-480E-92E9-A3263089698F}" type="slidenum">
              <a:rPr lang="en" sz="1300" b="0" u="none" strike="noStrike">
                <a:solidFill>
                  <a:schemeClr val="dk1"/>
                </a:solidFill>
                <a:effectLst/>
                <a:uFillTx/>
                <a:latin typeface="Anton"/>
                <a:ea typeface="Anton"/>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Titre et canvas">
    <p:bg>
      <p:bgPr>
        <a:solidFill>
          <a:schemeClr val="lt1"/>
        </a:solidFill>
        <a:effectLst/>
      </p:bgPr>
    </p:bg>
    <p:spTree>
      <p:nvGrpSpPr>
        <p:cNvPr id="1" name=""/>
        <p:cNvGrpSpPr/>
        <p:nvPr/>
      </p:nvGrpSpPr>
      <p:grpSpPr>
        <a:xfrm>
          <a:off x="0" y="0"/>
          <a:ext cx="0" cy="0"/>
          <a:chOff x="0" y="0"/>
          <a:chExt cx="0" cy="0"/>
        </a:xfrm>
      </p:grpSpPr>
      <p:grpSp>
        <p:nvGrpSpPr>
          <p:cNvPr id="30" name="Google Shape;39;p6"/>
          <p:cNvGrpSpPr/>
          <p:nvPr/>
        </p:nvGrpSpPr>
        <p:grpSpPr>
          <a:xfrm>
            <a:off x="720" y="882360"/>
            <a:ext cx="12191760" cy="126720"/>
            <a:chOff x="720" y="882360"/>
            <a:chExt cx="12191760" cy="126720"/>
          </a:xfrm>
        </p:grpSpPr>
        <p:sp>
          <p:nvSpPr>
            <p:cNvPr id="31" name="Google Shape;40;p6"/>
            <p:cNvSpPr/>
            <p:nvPr/>
          </p:nvSpPr>
          <p:spPr>
            <a:xfrm>
              <a:off x="720" y="882360"/>
              <a:ext cx="12191760" cy="5328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6640" rIns="198000" bIns="2664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32" name="Google Shape;41;p6"/>
            <p:cNvSpPr/>
            <p:nvPr/>
          </p:nvSpPr>
          <p:spPr>
            <a:xfrm>
              <a:off x="720" y="955800"/>
              <a:ext cx="12191760" cy="5328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6640" rIns="198000" bIns="2664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33" name="PlaceHolder 1"/>
          <p:cNvSpPr>
            <a:spLocks noGrp="1"/>
          </p:cNvSpPr>
          <p:nvPr>
            <p:ph type="body"/>
          </p:nvPr>
        </p:nvSpPr>
        <p:spPr>
          <a:xfrm>
            <a:off x="362880" y="1325160"/>
            <a:ext cx="5594040" cy="482184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9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9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9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9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Seventh Outline Level</a:t>
            </a:r>
          </a:p>
        </p:txBody>
      </p:sp>
      <p:sp>
        <p:nvSpPr>
          <p:cNvPr id="34" name="PlaceHolder 2"/>
          <p:cNvSpPr>
            <a:spLocks noGrp="1"/>
          </p:cNvSpPr>
          <p:nvPr>
            <p:ph type="body"/>
          </p:nvPr>
        </p:nvSpPr>
        <p:spPr>
          <a:xfrm>
            <a:off x="6107040" y="1325160"/>
            <a:ext cx="5593680" cy="482184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3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3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3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3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Seventh Outline Level</a:t>
            </a:r>
          </a:p>
        </p:txBody>
      </p:sp>
      <p:sp>
        <p:nvSpPr>
          <p:cNvPr id="35" name="PlaceHolder 3"/>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36" name="Google Shape;45;p6"/>
          <p:cNvPicPr/>
          <p:nvPr/>
        </p:nvPicPr>
        <p:blipFill>
          <a:blip r:embed="rId2"/>
          <a:stretch/>
        </p:blipFill>
        <p:spPr>
          <a:xfrm>
            <a:off x="10968840" y="-9000"/>
            <a:ext cx="659520" cy="831240"/>
          </a:xfrm>
          <a:prstGeom prst="rect">
            <a:avLst/>
          </a:prstGeom>
          <a:noFill/>
          <a:ln w="0">
            <a:noFill/>
          </a:ln>
        </p:spPr>
      </p:pic>
      <p:sp>
        <p:nvSpPr>
          <p:cNvPr id="37" name="PlaceHolder 4"/>
          <p:cNvSpPr>
            <a:spLocks noGrp="1"/>
          </p:cNvSpPr>
          <p:nvPr>
            <p:ph type="sldNum" idx="6"/>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8B4E36BF-0417-4B3C-8A32-994BED521026}"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Sans titre">
    <p:bg>
      <p:bgPr>
        <a:solidFill>
          <a:schemeClr val="lt1"/>
        </a:solidFill>
        <a:effectLst/>
      </p:bgPr>
    </p:bg>
    <p:spTree>
      <p:nvGrpSpPr>
        <p:cNvPr id="1" name=""/>
        <p:cNvGrpSpPr/>
        <p:nvPr/>
      </p:nvGrpSpPr>
      <p:grpSpPr>
        <a:xfrm>
          <a:off x="0" y="0"/>
          <a:ext cx="0" cy="0"/>
          <a:chOff x="0" y="0"/>
          <a:chExt cx="0" cy="0"/>
        </a:xfrm>
      </p:grpSpPr>
      <p:pic>
        <p:nvPicPr>
          <p:cNvPr id="38" name="Google Shape;48;p7"/>
          <p:cNvPicPr/>
          <p:nvPr/>
        </p:nvPicPr>
        <p:blipFill>
          <a:blip r:embed="rId2"/>
          <a:stretch/>
        </p:blipFill>
        <p:spPr>
          <a:xfrm>
            <a:off x="10968840" y="-9000"/>
            <a:ext cx="659520" cy="831240"/>
          </a:xfrm>
          <a:prstGeom prst="rect">
            <a:avLst/>
          </a:prstGeom>
          <a:noFill/>
          <a:ln w="0">
            <a:noFill/>
          </a:ln>
        </p:spPr>
      </p:pic>
      <p:sp>
        <p:nvSpPr>
          <p:cNvPr id="39" name="PlaceHolder 1"/>
          <p:cNvSpPr>
            <a:spLocks noGrp="1"/>
          </p:cNvSpPr>
          <p:nvPr>
            <p:ph type="sldNum" idx="7"/>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592341DD-E943-4D3A-9A11-1A39B7A6C77A}"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Vide">
    <p:bg>
      <p:bgPr>
        <a:solidFill>
          <a:schemeClr val="lt1"/>
        </a:solidFill>
        <a:effectLst/>
      </p:bgPr>
    </p:bg>
    <p:spTree>
      <p:nvGrpSpPr>
        <p:cNvPr id="1" name=""/>
        <p:cNvGrpSpPr/>
        <p:nvPr/>
      </p:nvGrpSpPr>
      <p:grpSpPr>
        <a:xfrm>
          <a:off x="0" y="0"/>
          <a:ext cx="0" cy="0"/>
          <a:chOff x="0" y="0"/>
          <a:chExt cx="0" cy="0"/>
        </a:xfrm>
      </p:grpSpPr>
      <p:sp>
        <p:nvSpPr>
          <p:cNvPr id="40" name="PlaceHolder 1"/>
          <p:cNvSpPr>
            <a:spLocks noGrp="1"/>
          </p:cNvSpPr>
          <p:nvPr>
            <p:ph type="sldNum" idx="8"/>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8EC608DC-A4F3-45DE-BB51-3D97CFB9551C}"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lt1"/>
        </a:solidFill>
        <a:effectLst/>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1727280" y="1676520"/>
            <a:ext cx="10362960" cy="1469520"/>
          </a:xfrm>
          <a:prstGeom prst="rect">
            <a:avLst/>
          </a:prstGeom>
          <a:noFill/>
          <a:ln w="0">
            <a:noFill/>
          </a:ln>
        </p:spPr>
        <p:txBody>
          <a:bodyPr lIns="91440" tIns="45720" rIns="91440" bIns="45720" anchor="ctr">
            <a:noAutofit/>
          </a:bodyPr>
          <a:lstStyle/>
          <a:p>
            <a:pPr indent="0">
              <a:buNone/>
            </a:pPr>
            <a:r>
              <a:rPr lang="en-US" sz="3200" b="0" u="none" strike="noStrike">
                <a:solidFill>
                  <a:srgbClr val="000000"/>
                </a:solidFill>
                <a:effectLst/>
                <a:uFillTx/>
                <a:latin typeface="Arial"/>
              </a:rPr>
              <a:t>Click to edit the title text format</a:t>
            </a:r>
          </a:p>
        </p:txBody>
      </p:sp>
      <p:sp>
        <p:nvSpPr>
          <p:cNvPr id="42" name="PlaceHolder 2"/>
          <p:cNvSpPr>
            <a:spLocks noGrp="1"/>
          </p:cNvSpPr>
          <p:nvPr>
            <p:ph type="sldNum" idx="9"/>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098DB6DC-EE9D-4198-8BAE-17D6A426D1AF}"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Titre et canvas_1">
    <p:bg>
      <p:bgPr>
        <a:solidFill>
          <a:schemeClr val="lt1"/>
        </a:solidFill>
        <a:effectLst/>
      </p:bgPr>
    </p:bg>
    <p:spTree>
      <p:nvGrpSpPr>
        <p:cNvPr id="1" name=""/>
        <p:cNvGrpSpPr/>
        <p:nvPr/>
      </p:nvGrpSpPr>
      <p:grpSpPr>
        <a:xfrm>
          <a:off x="0" y="0"/>
          <a:ext cx="0" cy="0"/>
          <a:chOff x="0" y="0"/>
          <a:chExt cx="0" cy="0"/>
        </a:xfrm>
      </p:grpSpPr>
      <p:grpSp>
        <p:nvGrpSpPr>
          <p:cNvPr id="43" name="Google Shape;57;p10"/>
          <p:cNvGrpSpPr/>
          <p:nvPr/>
        </p:nvGrpSpPr>
        <p:grpSpPr>
          <a:xfrm>
            <a:off x="720" y="882360"/>
            <a:ext cx="12192120" cy="127080"/>
            <a:chOff x="720" y="882360"/>
            <a:chExt cx="12192120" cy="127080"/>
          </a:xfrm>
        </p:grpSpPr>
        <p:sp>
          <p:nvSpPr>
            <p:cNvPr id="44" name="Google Shape;58;p10"/>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45" name="Google Shape;59;p10"/>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46" name="PlaceHolder 1"/>
          <p:cNvSpPr>
            <a:spLocks noGrp="1"/>
          </p:cNvSpPr>
          <p:nvPr>
            <p:ph type="body"/>
          </p:nvPr>
        </p:nvSpPr>
        <p:spPr>
          <a:xfrm>
            <a:off x="362880" y="1325160"/>
            <a:ext cx="5594400" cy="482184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9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9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9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9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Seventh Outline Level</a:t>
            </a:r>
          </a:p>
        </p:txBody>
      </p:sp>
      <p:sp>
        <p:nvSpPr>
          <p:cNvPr id="47" name="PlaceHolder 2"/>
          <p:cNvSpPr>
            <a:spLocks noGrp="1"/>
          </p:cNvSpPr>
          <p:nvPr>
            <p:ph type="body"/>
          </p:nvPr>
        </p:nvSpPr>
        <p:spPr>
          <a:xfrm>
            <a:off x="6107040" y="1325160"/>
            <a:ext cx="5593680" cy="482184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3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3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3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3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Seventh Outline Level</a:t>
            </a:r>
          </a:p>
        </p:txBody>
      </p:sp>
      <p:sp>
        <p:nvSpPr>
          <p:cNvPr id="48" name="PlaceHolder 3"/>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49" name="Google Shape;63;p10"/>
          <p:cNvPicPr/>
          <p:nvPr/>
        </p:nvPicPr>
        <p:blipFill>
          <a:blip r:embed="rId2"/>
          <a:stretch/>
        </p:blipFill>
        <p:spPr>
          <a:xfrm>
            <a:off x="10968840" y="-9000"/>
            <a:ext cx="659520" cy="831240"/>
          </a:xfrm>
          <a:prstGeom prst="rect">
            <a:avLst/>
          </a:prstGeom>
          <a:noFill/>
          <a:ln w="0">
            <a:noFill/>
          </a:ln>
        </p:spPr>
      </p:pic>
      <p:sp>
        <p:nvSpPr>
          <p:cNvPr id="50" name="PlaceHolder 4"/>
          <p:cNvSpPr>
            <a:spLocks noGrp="1"/>
          </p:cNvSpPr>
          <p:nvPr>
            <p:ph type="sldNum" idx="10"/>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E917122E-45FC-4ED5-A34C-82FC272CF3B1}"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lstStyle/>
          <a:p>
            <a:fld id="{3049131B-7C40-4169-A1E9-B04B7281CFA6}"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Default 1">
    <p:bg>
      <p:bgPr>
        <a:solidFill>
          <a:schemeClr val="lt1"/>
        </a:solidFill>
        <a:effectLst/>
      </p:bgPr>
    </p:bg>
    <p:spTree>
      <p:nvGrpSpPr>
        <p:cNvPr id="1" name=""/>
        <p:cNvGrpSpPr/>
        <p:nvPr/>
      </p:nvGrpSpPr>
      <p:grpSpPr>
        <a:xfrm>
          <a:off x="0" y="0"/>
          <a:ext cx="0" cy="0"/>
          <a:chOff x="0" y="0"/>
          <a:chExt cx="0" cy="0"/>
        </a:xfrm>
      </p:grpSpPr>
      <p:pic>
        <p:nvPicPr>
          <p:cNvPr id="57" name="Google Shape;85;p15"/>
          <p:cNvPicPr/>
          <p:nvPr/>
        </p:nvPicPr>
        <p:blipFill>
          <a:blip r:embed="rId2"/>
          <a:stretch/>
        </p:blipFill>
        <p:spPr>
          <a:xfrm>
            <a:off x="1208520" y="590400"/>
            <a:ext cx="1071720" cy="1350720"/>
          </a:xfrm>
          <a:prstGeom prst="rect">
            <a:avLst/>
          </a:prstGeom>
          <a:noFill/>
          <a:ln w="0">
            <a:noFill/>
          </a:ln>
        </p:spPr>
      </p:pic>
      <p:sp>
        <p:nvSpPr>
          <p:cNvPr id="58" name="PlaceHolder 1"/>
          <p:cNvSpPr>
            <a:spLocks noGrp="1"/>
          </p:cNvSpPr>
          <p:nvPr>
            <p:ph type="title"/>
          </p:nvPr>
        </p:nvSpPr>
        <p:spPr>
          <a:xfrm>
            <a:off x="1148040" y="3457440"/>
            <a:ext cx="10508760" cy="613080"/>
          </a:xfrm>
          <a:prstGeom prst="rect">
            <a:avLst/>
          </a:prstGeom>
          <a:noFill/>
          <a:ln w="0">
            <a:noFill/>
          </a:ln>
        </p:spPr>
        <p:txBody>
          <a:bodyPr lIns="91440" tIns="45720" rIns="91440" bIns="45720" anchor="t">
            <a:noAutofit/>
          </a:bodyPr>
          <a:lstStyle/>
          <a:p>
            <a:pPr indent="0">
              <a:buNone/>
            </a:pPr>
            <a:r>
              <a:rPr lang="en-US" sz="3670" b="0" u="none" strike="noStrike">
                <a:solidFill>
                  <a:srgbClr val="000000"/>
                </a:solidFill>
                <a:effectLst/>
                <a:uFillTx/>
                <a:latin typeface="Arial"/>
              </a:rPr>
              <a:t>Click to edit the title text format</a:t>
            </a:r>
          </a:p>
        </p:txBody>
      </p:sp>
      <p:sp>
        <p:nvSpPr>
          <p:cNvPr id="59" name="PlaceHolder 2"/>
          <p:cNvSpPr>
            <a:spLocks noGrp="1"/>
          </p:cNvSpPr>
          <p:nvPr>
            <p:ph type="body"/>
          </p:nvPr>
        </p:nvSpPr>
        <p:spPr>
          <a:xfrm>
            <a:off x="1148040" y="4510440"/>
            <a:ext cx="7386840" cy="51120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65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65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65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65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Seventh Outline Level</a:t>
            </a:r>
          </a:p>
        </p:txBody>
      </p:sp>
      <p:sp>
        <p:nvSpPr>
          <p:cNvPr id="60" name="PlaceHolder 3"/>
          <p:cNvSpPr>
            <a:spLocks noGrp="1"/>
          </p:cNvSpPr>
          <p:nvPr>
            <p:ph type="body"/>
          </p:nvPr>
        </p:nvSpPr>
        <p:spPr>
          <a:xfrm>
            <a:off x="1148400" y="5022000"/>
            <a:ext cx="7386480" cy="46800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65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65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65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65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Seventh Outline Level</a:t>
            </a:r>
          </a:p>
        </p:txBody>
      </p:sp>
      <p:sp>
        <p:nvSpPr>
          <p:cNvPr id="61" name="PlaceHolder 4"/>
          <p:cNvSpPr>
            <a:spLocks noGrp="1"/>
          </p:cNvSpPr>
          <p:nvPr>
            <p:ph type="body"/>
          </p:nvPr>
        </p:nvSpPr>
        <p:spPr>
          <a:xfrm>
            <a:off x="5754240" y="326160"/>
            <a:ext cx="5902920" cy="418356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65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65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65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65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Seventh Outline Level</a:t>
            </a:r>
          </a:p>
        </p:txBody>
      </p:sp>
      <p:sp>
        <p:nvSpPr>
          <p:cNvPr id="62" name="PlaceHolder 5"/>
          <p:cNvSpPr>
            <a:spLocks noGrp="1"/>
          </p:cNvSpPr>
          <p:nvPr>
            <p:ph type="sldNum" idx="12"/>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5D2840F6-7899-4C04-87B8-8A2E3C13A93F}"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Default 2">
    <p:bg>
      <p:bgPr>
        <a:solidFill>
          <a:schemeClr val="lt1"/>
        </a:solidFill>
        <a:effectLst/>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415440" y="992880"/>
            <a:ext cx="11360520" cy="2736720"/>
          </a:xfrm>
          <a:prstGeom prst="rect">
            <a:avLst/>
          </a:prstGeom>
          <a:noFill/>
          <a:ln w="0">
            <a:noFill/>
          </a:ln>
        </p:spPr>
        <p:txBody>
          <a:bodyPr lIns="122040" tIns="122040" rIns="122040" bIns="122040" anchor="b">
            <a:noAutofit/>
          </a:bodyPr>
          <a:lstStyle/>
          <a:p>
            <a:pPr indent="0">
              <a:buNone/>
            </a:pPr>
            <a:r>
              <a:rPr lang="en-US" sz="6900" b="0" u="none" strike="noStrike">
                <a:solidFill>
                  <a:srgbClr val="000000"/>
                </a:solidFill>
                <a:effectLst/>
                <a:uFillTx/>
                <a:latin typeface="Arial"/>
              </a:rPr>
              <a:t>Click to edit the title text format</a:t>
            </a:r>
          </a:p>
        </p:txBody>
      </p:sp>
      <p:sp>
        <p:nvSpPr>
          <p:cNvPr id="64" name="PlaceHolder 2"/>
          <p:cNvSpPr>
            <a:spLocks noGrp="1"/>
          </p:cNvSpPr>
          <p:nvPr>
            <p:ph type="sldNum" idx="13"/>
          </p:nvPr>
        </p:nvSpPr>
        <p:spPr>
          <a:xfrm>
            <a:off x="11296440" y="6217560"/>
            <a:ext cx="731520" cy="524520"/>
          </a:xfrm>
          <a:prstGeom prst="rect">
            <a:avLst/>
          </a:prstGeom>
          <a:noFill/>
          <a:ln w="0">
            <a:noFill/>
          </a:ln>
        </p:spPr>
        <p:txBody>
          <a:bodyPr lIns="122040" tIns="122040" rIns="122040" bIns="122040" anchor="t">
            <a:noAutofit/>
          </a:bodyPr>
          <a:lstStyle>
            <a:lvl1pPr indent="0" algn="r">
              <a:lnSpc>
                <a:spcPct val="100000"/>
              </a:lnSpc>
              <a:buNone/>
              <a:tabLst>
                <a:tab pos="0" algn="l"/>
              </a:tabLst>
              <a:defRPr lang="en" sz="1900" b="0" u="none" strike="noStrike">
                <a:solidFill>
                  <a:schemeClr val="dk1"/>
                </a:solidFill>
                <a:effectLst/>
                <a:uFillTx/>
                <a:latin typeface="Arial"/>
                <a:ea typeface="Arial"/>
              </a:defRPr>
            </a:lvl1pPr>
          </a:lstStyle>
          <a:p>
            <a:pPr indent="0" algn="r">
              <a:lnSpc>
                <a:spcPct val="100000"/>
              </a:lnSpc>
              <a:buNone/>
              <a:tabLst>
                <a:tab pos="0" algn="l"/>
              </a:tabLst>
            </a:pPr>
            <a:fld id="{BF4170E5-A87C-474E-B882-C96BAA2F586D}" type="slidenum">
              <a:rPr lang="en" sz="1900" b="0" u="none" strike="noStrike">
                <a:solidFill>
                  <a:schemeClr val="dk1"/>
                </a:solidFill>
                <a:effectLst/>
                <a:uFillTx/>
                <a:latin typeface="Arial"/>
                <a:ea typeface="Arial"/>
              </a:rPr>
              <a:t>‹#›</a:t>
            </a:fld>
            <a:endParaRPr lang="en-US" sz="1900" b="0" u="none" strike="noStrike">
              <a:solidFill>
                <a:srgbClr val="000000"/>
              </a:solidFill>
              <a:effectLst/>
              <a:uFillTx/>
              <a:latin typeface="Times New Roman"/>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Default 3">
    <p:bg>
      <p:bgPr>
        <a:solidFill>
          <a:schemeClr val="lt1"/>
        </a:solidFill>
        <a:effectLst/>
      </p:bgPr>
    </p:bg>
    <p:spTree>
      <p:nvGrpSpPr>
        <p:cNvPr id="1" name=""/>
        <p:cNvGrpSpPr/>
        <p:nvPr/>
      </p:nvGrpSpPr>
      <p:grpSpPr>
        <a:xfrm>
          <a:off x="0" y="0"/>
          <a:ext cx="0" cy="0"/>
          <a:chOff x="0" y="0"/>
          <a:chExt cx="0" cy="0"/>
        </a:xfrm>
      </p:grpSpPr>
      <p:sp>
        <p:nvSpPr>
          <p:cNvPr id="65" name="Google Shape;92;p16"/>
          <p:cNvSpPr/>
          <p:nvPr/>
        </p:nvSpPr>
        <p:spPr>
          <a:xfrm>
            <a:off x="11505960" y="6375240"/>
            <a:ext cx="698400" cy="319320"/>
          </a:xfrm>
          <a:prstGeom prst="rect">
            <a:avLst/>
          </a:prstGeom>
          <a:noFill/>
          <a:ln w="0">
            <a:noFill/>
          </a:ln>
        </p:spPr>
        <p:style>
          <a:lnRef idx="0">
            <a:scrgbClr r="0" g="0" b="0"/>
          </a:lnRef>
          <a:fillRef idx="0">
            <a:scrgbClr r="0" g="0" b="0"/>
          </a:fillRef>
          <a:effectRef idx="0">
            <a:scrgbClr r="0" g="0" b="0"/>
          </a:effectRef>
          <a:fontRef idx="minor"/>
        </p:style>
        <p:txBody>
          <a:bodyPr lIns="122040" tIns="60840" rIns="122040" bIns="60840" anchor="t">
            <a:noAutofit/>
          </a:bodyPr>
          <a:lstStyle/>
          <a:p>
            <a:pPr algn="r">
              <a:lnSpc>
                <a:spcPct val="100000"/>
              </a:lnSpc>
              <a:tabLst>
                <a:tab pos="0" algn="l"/>
              </a:tabLst>
            </a:pPr>
            <a:endParaRPr lang="en-US" sz="1070" b="0" u="none" strike="noStrike">
              <a:solidFill>
                <a:srgbClr val="A5A5A5"/>
              </a:solidFill>
              <a:effectLst/>
              <a:uFillTx/>
              <a:latin typeface="Arial Narrow"/>
              <a:ea typeface="Arial Narrow"/>
            </a:endParaRPr>
          </a:p>
        </p:txBody>
      </p:sp>
      <p:grpSp>
        <p:nvGrpSpPr>
          <p:cNvPr id="66" name="Google Shape;93;p16"/>
          <p:cNvGrpSpPr/>
          <p:nvPr/>
        </p:nvGrpSpPr>
        <p:grpSpPr>
          <a:xfrm>
            <a:off x="720" y="882360"/>
            <a:ext cx="12192120" cy="127080"/>
            <a:chOff x="720" y="882360"/>
            <a:chExt cx="12192120" cy="127080"/>
          </a:xfrm>
        </p:grpSpPr>
        <p:sp>
          <p:nvSpPr>
            <p:cNvPr id="67" name="Google Shape;94;p16"/>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68" name="Google Shape;95;p16"/>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69"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70" name="Google Shape;97;p16"/>
          <p:cNvPicPr/>
          <p:nvPr/>
        </p:nvPicPr>
        <p:blipFill>
          <a:blip r:embed="rId2"/>
          <a:stretch/>
        </p:blipFill>
        <p:spPr>
          <a:xfrm>
            <a:off x="10968840" y="-9000"/>
            <a:ext cx="659520" cy="831240"/>
          </a:xfrm>
          <a:prstGeom prst="rect">
            <a:avLst/>
          </a:prstGeom>
          <a:noFill/>
          <a:ln w="0">
            <a:noFill/>
          </a:ln>
        </p:spPr>
      </p:pic>
      <p:sp>
        <p:nvSpPr>
          <p:cNvPr id="71" name="PlaceHolder 2"/>
          <p:cNvSpPr>
            <a:spLocks noGrp="1"/>
          </p:cNvSpPr>
          <p:nvPr>
            <p:ph type="sldNum" idx="14"/>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nton"/>
                <a:ea typeface="Anton"/>
              </a:defRPr>
            </a:lvl1pPr>
          </a:lstStyle>
          <a:p>
            <a:pPr indent="0" algn="r">
              <a:lnSpc>
                <a:spcPct val="100000"/>
              </a:lnSpc>
              <a:buNone/>
              <a:tabLst>
                <a:tab pos="0" algn="l"/>
              </a:tabLst>
            </a:pPr>
            <a:fld id="{039DCDFC-D3EE-4604-BFF6-CD36E8C30369}" type="slidenum">
              <a:rPr lang="en" sz="1300" b="0" u="none" strike="noStrike">
                <a:solidFill>
                  <a:schemeClr val="dk1"/>
                </a:solidFill>
                <a:effectLst/>
                <a:uFillTx/>
                <a:latin typeface="Anton"/>
                <a:ea typeface="Anton"/>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Default 4">
    <p:bg>
      <p:bgPr>
        <a:solidFill>
          <a:schemeClr val="lt1"/>
        </a:solidFill>
        <a:effectLst/>
      </p:bgPr>
    </p:bg>
    <p:spTree>
      <p:nvGrpSpPr>
        <p:cNvPr id="1" name=""/>
        <p:cNvGrpSpPr/>
        <p:nvPr/>
      </p:nvGrpSpPr>
      <p:grpSpPr>
        <a:xfrm>
          <a:off x="0" y="0"/>
          <a:ext cx="0" cy="0"/>
          <a:chOff x="0" y="0"/>
          <a:chExt cx="0" cy="0"/>
        </a:xfrm>
      </p:grpSpPr>
      <p:grpSp>
        <p:nvGrpSpPr>
          <p:cNvPr id="72" name="Google Shape;100;p17"/>
          <p:cNvGrpSpPr/>
          <p:nvPr/>
        </p:nvGrpSpPr>
        <p:grpSpPr>
          <a:xfrm>
            <a:off x="720" y="882360"/>
            <a:ext cx="12192120" cy="127080"/>
            <a:chOff x="720" y="882360"/>
            <a:chExt cx="12192120" cy="127080"/>
          </a:xfrm>
        </p:grpSpPr>
        <p:sp>
          <p:nvSpPr>
            <p:cNvPr id="73" name="Google Shape;101;p17"/>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74" name="Google Shape;102;p17"/>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75" name="PlaceHolder 1"/>
          <p:cNvSpPr>
            <a:spLocks noGrp="1"/>
          </p:cNvSpPr>
          <p:nvPr>
            <p:ph type="body"/>
          </p:nvPr>
        </p:nvSpPr>
        <p:spPr>
          <a:xfrm>
            <a:off x="391680" y="1325160"/>
            <a:ext cx="11265120" cy="485352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3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3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3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3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Seventh Outline Level</a:t>
            </a:r>
          </a:p>
        </p:txBody>
      </p:sp>
      <p:sp>
        <p:nvSpPr>
          <p:cNvPr id="76"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77" name="Google Shape;105;p17"/>
          <p:cNvPicPr/>
          <p:nvPr/>
        </p:nvPicPr>
        <p:blipFill>
          <a:blip r:embed="rId2"/>
          <a:stretch/>
        </p:blipFill>
        <p:spPr>
          <a:xfrm>
            <a:off x="10968840" y="-9000"/>
            <a:ext cx="659520" cy="831240"/>
          </a:xfrm>
          <a:prstGeom prst="rect">
            <a:avLst/>
          </a:prstGeom>
          <a:noFill/>
          <a:ln w="0">
            <a:noFill/>
          </a:ln>
        </p:spPr>
      </p:pic>
      <p:sp>
        <p:nvSpPr>
          <p:cNvPr id="78" name="PlaceHolder 3"/>
          <p:cNvSpPr>
            <a:spLocks noGrp="1"/>
          </p:cNvSpPr>
          <p:nvPr>
            <p:ph type="sldNum" idx="15"/>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B55E2E14-B4EE-42D7-ACD9-A1E7AEE59B3D}"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Default 5">
    <p:bg>
      <p:bgPr>
        <a:solidFill>
          <a:schemeClr val="lt1"/>
        </a:solidFill>
        <a:effectLst/>
      </p:bgPr>
    </p:bg>
    <p:spTree>
      <p:nvGrpSpPr>
        <p:cNvPr id="1" name=""/>
        <p:cNvGrpSpPr/>
        <p:nvPr/>
      </p:nvGrpSpPr>
      <p:grpSpPr>
        <a:xfrm>
          <a:off x="0" y="0"/>
          <a:ext cx="0" cy="0"/>
          <a:chOff x="0" y="0"/>
          <a:chExt cx="0" cy="0"/>
        </a:xfrm>
      </p:grpSpPr>
      <p:sp>
        <p:nvSpPr>
          <p:cNvPr id="79" name="PlaceHolder 1"/>
          <p:cNvSpPr>
            <a:spLocks noGrp="1"/>
          </p:cNvSpPr>
          <p:nvPr>
            <p:ph type="title"/>
          </p:nvPr>
        </p:nvSpPr>
        <p:spPr>
          <a:xfrm>
            <a:off x="533160" y="182520"/>
            <a:ext cx="10324800" cy="81396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80" name="Google Shape;109;p18"/>
          <p:cNvPicPr/>
          <p:nvPr/>
        </p:nvPicPr>
        <p:blipFill>
          <a:blip r:embed="rId2"/>
          <a:stretch/>
        </p:blipFill>
        <p:spPr>
          <a:xfrm>
            <a:off x="10968840" y="-9000"/>
            <a:ext cx="659520" cy="831240"/>
          </a:xfrm>
          <a:prstGeom prst="rect">
            <a:avLst/>
          </a:prstGeom>
          <a:noFill/>
          <a:ln w="0">
            <a:noFill/>
          </a:ln>
        </p:spPr>
      </p:pic>
      <p:sp>
        <p:nvSpPr>
          <p:cNvPr id="81" name="PlaceHolder 2"/>
          <p:cNvSpPr>
            <a:spLocks noGrp="1"/>
          </p:cNvSpPr>
          <p:nvPr>
            <p:ph type="sldNum" idx="16"/>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nton"/>
                <a:ea typeface="Anton"/>
              </a:defRPr>
            </a:lvl1pPr>
          </a:lstStyle>
          <a:p>
            <a:pPr indent="0" algn="r">
              <a:lnSpc>
                <a:spcPct val="100000"/>
              </a:lnSpc>
              <a:buNone/>
              <a:tabLst>
                <a:tab pos="0" algn="l"/>
              </a:tabLst>
            </a:pPr>
            <a:fld id="{2CA0A283-4563-46BC-B9A4-472323FA2041}" type="slidenum">
              <a:rPr lang="en" sz="1300" b="0" u="none" strike="noStrike">
                <a:solidFill>
                  <a:schemeClr val="dk1"/>
                </a:solidFill>
                <a:effectLst/>
                <a:uFillTx/>
                <a:latin typeface="Anton"/>
                <a:ea typeface="Anton"/>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Default 6">
    <p:bg>
      <p:bgPr>
        <a:solidFill>
          <a:schemeClr val="lt1"/>
        </a:solidFill>
        <a:effectLst/>
      </p:bgPr>
    </p:bg>
    <p:spTree>
      <p:nvGrpSpPr>
        <p:cNvPr id="1" name=""/>
        <p:cNvGrpSpPr/>
        <p:nvPr/>
      </p:nvGrpSpPr>
      <p:grpSpPr>
        <a:xfrm>
          <a:off x="0" y="0"/>
          <a:ext cx="0" cy="0"/>
          <a:chOff x="0" y="0"/>
          <a:chExt cx="0" cy="0"/>
        </a:xfrm>
      </p:grpSpPr>
      <p:grpSp>
        <p:nvGrpSpPr>
          <p:cNvPr id="82" name="Google Shape;112;p19"/>
          <p:cNvGrpSpPr/>
          <p:nvPr/>
        </p:nvGrpSpPr>
        <p:grpSpPr>
          <a:xfrm>
            <a:off x="720" y="882360"/>
            <a:ext cx="12192120" cy="127080"/>
            <a:chOff x="720" y="882360"/>
            <a:chExt cx="12192120" cy="127080"/>
          </a:xfrm>
        </p:grpSpPr>
        <p:sp>
          <p:nvSpPr>
            <p:cNvPr id="83" name="Google Shape;113;p19"/>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84" name="Google Shape;114;p19"/>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85" name="PlaceHolder 1"/>
          <p:cNvSpPr>
            <a:spLocks noGrp="1"/>
          </p:cNvSpPr>
          <p:nvPr>
            <p:ph type="body"/>
          </p:nvPr>
        </p:nvSpPr>
        <p:spPr>
          <a:xfrm>
            <a:off x="362880" y="1325160"/>
            <a:ext cx="5594400" cy="482184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9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9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9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9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Seventh Outline Level</a:t>
            </a:r>
          </a:p>
        </p:txBody>
      </p:sp>
      <p:sp>
        <p:nvSpPr>
          <p:cNvPr id="86" name="PlaceHolder 2"/>
          <p:cNvSpPr>
            <a:spLocks noGrp="1"/>
          </p:cNvSpPr>
          <p:nvPr>
            <p:ph type="body"/>
          </p:nvPr>
        </p:nvSpPr>
        <p:spPr>
          <a:xfrm>
            <a:off x="6107040" y="1325160"/>
            <a:ext cx="5593680" cy="482184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3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3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3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3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Seventh Outline Level</a:t>
            </a:r>
          </a:p>
        </p:txBody>
      </p:sp>
      <p:sp>
        <p:nvSpPr>
          <p:cNvPr id="87" name="PlaceHolder 3"/>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88" name="Google Shape;118;p19"/>
          <p:cNvPicPr/>
          <p:nvPr/>
        </p:nvPicPr>
        <p:blipFill>
          <a:blip r:embed="rId2"/>
          <a:stretch/>
        </p:blipFill>
        <p:spPr>
          <a:xfrm>
            <a:off x="10968840" y="-9000"/>
            <a:ext cx="659520" cy="831240"/>
          </a:xfrm>
          <a:prstGeom prst="rect">
            <a:avLst/>
          </a:prstGeom>
          <a:noFill/>
          <a:ln w="0">
            <a:noFill/>
          </a:ln>
        </p:spPr>
      </p:pic>
      <p:sp>
        <p:nvSpPr>
          <p:cNvPr id="89" name="PlaceHolder 4"/>
          <p:cNvSpPr>
            <a:spLocks noGrp="1"/>
          </p:cNvSpPr>
          <p:nvPr>
            <p:ph type="sldNum" idx="17"/>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A3A56C89-C153-4E8B-9E9B-DE2B22A16656}"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Default 7">
    <p:bg>
      <p:bgPr>
        <a:solidFill>
          <a:schemeClr val="lt1"/>
        </a:solidFill>
        <a:effectLst/>
      </p:bgPr>
    </p:bg>
    <p:spTree>
      <p:nvGrpSpPr>
        <p:cNvPr id="1" name=""/>
        <p:cNvGrpSpPr/>
        <p:nvPr/>
      </p:nvGrpSpPr>
      <p:grpSpPr>
        <a:xfrm>
          <a:off x="0" y="0"/>
          <a:ext cx="0" cy="0"/>
          <a:chOff x="0" y="0"/>
          <a:chExt cx="0" cy="0"/>
        </a:xfrm>
      </p:grpSpPr>
      <p:pic>
        <p:nvPicPr>
          <p:cNvPr id="90" name="Google Shape;121;p20"/>
          <p:cNvPicPr/>
          <p:nvPr/>
        </p:nvPicPr>
        <p:blipFill>
          <a:blip r:embed="rId2"/>
          <a:stretch/>
        </p:blipFill>
        <p:spPr>
          <a:xfrm>
            <a:off x="10968840" y="-9000"/>
            <a:ext cx="659520" cy="831240"/>
          </a:xfrm>
          <a:prstGeom prst="rect">
            <a:avLst/>
          </a:prstGeom>
          <a:noFill/>
          <a:ln w="0">
            <a:noFill/>
          </a:ln>
        </p:spPr>
      </p:pic>
      <p:sp>
        <p:nvSpPr>
          <p:cNvPr id="91" name="PlaceHolder 1"/>
          <p:cNvSpPr>
            <a:spLocks noGrp="1"/>
          </p:cNvSpPr>
          <p:nvPr>
            <p:ph type="sldNum" idx="18"/>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0EC1B585-5BF8-42CF-82E7-72D197FD1717}"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Default 8">
    <p:bg>
      <p:bgPr>
        <a:solidFill>
          <a:schemeClr val="lt1"/>
        </a:solidFill>
        <a:effectLst/>
      </p:bgPr>
    </p:bg>
    <p:spTree>
      <p:nvGrpSpPr>
        <p:cNvPr id="1" name=""/>
        <p:cNvGrpSpPr/>
        <p:nvPr/>
      </p:nvGrpSpPr>
      <p:grpSpPr>
        <a:xfrm>
          <a:off x="0" y="0"/>
          <a:ext cx="0" cy="0"/>
          <a:chOff x="0" y="0"/>
          <a:chExt cx="0" cy="0"/>
        </a:xfrm>
      </p:grpSpPr>
      <p:sp>
        <p:nvSpPr>
          <p:cNvPr id="92" name="PlaceHolder 1"/>
          <p:cNvSpPr>
            <a:spLocks noGrp="1"/>
          </p:cNvSpPr>
          <p:nvPr>
            <p:ph type="sldNum" idx="19"/>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95180BEC-CC84-46B3-82AD-501B6B0AF3FE}"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Title Slide">
    <p:bg>
      <p:bgPr>
        <a:solidFill>
          <a:schemeClr val="lt1"/>
        </a:solidFill>
        <a:effectLst/>
      </p:bgPr>
    </p:bg>
    <p:spTree>
      <p:nvGrpSpPr>
        <p:cNvPr id="1" name=""/>
        <p:cNvGrpSpPr/>
        <p:nvPr/>
      </p:nvGrpSpPr>
      <p:grpSpPr>
        <a:xfrm>
          <a:off x="0" y="0"/>
          <a:ext cx="0" cy="0"/>
          <a:chOff x="0" y="0"/>
          <a:chExt cx="0" cy="0"/>
        </a:xfrm>
      </p:grpSpPr>
      <p:sp>
        <p:nvSpPr>
          <p:cNvPr id="93" name="PlaceHolder 1"/>
          <p:cNvSpPr>
            <a:spLocks noGrp="1"/>
          </p:cNvSpPr>
          <p:nvPr>
            <p:ph type="sldNum" idx="20"/>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994EC702-021E-495C-B93B-DA1680605A7B}"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reserve="1">
  <p:cSld name="OBJECT">
    <p:bg>
      <p:bgPr>
        <a:solidFill>
          <a:schemeClr val="lt1"/>
        </a:solidFill>
        <a:effectLst/>
      </p:bgPr>
    </p:bg>
    <p:spTree>
      <p:nvGrpSpPr>
        <p:cNvPr id="1" name=""/>
        <p:cNvGrpSpPr/>
        <p:nvPr/>
      </p:nvGrpSpPr>
      <p:grpSpPr>
        <a:xfrm>
          <a:off x="0" y="0"/>
          <a:ext cx="0" cy="0"/>
          <a:chOff x="0" y="0"/>
          <a:chExt cx="0" cy="0"/>
        </a:xfrm>
      </p:grpSpPr>
      <p:sp>
        <p:nvSpPr>
          <p:cNvPr id="94" name="PlaceHolder 1"/>
          <p:cNvSpPr>
            <a:spLocks noGrp="1"/>
          </p:cNvSpPr>
          <p:nvPr>
            <p:ph type="ftr" idx="21"/>
          </p:nvPr>
        </p:nvSpPr>
        <p:spPr>
          <a:xfrm>
            <a:off x="838080" y="6356520"/>
            <a:ext cx="951840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95" name="PlaceHolder 2"/>
          <p:cNvSpPr>
            <a:spLocks noGrp="1"/>
          </p:cNvSpPr>
          <p:nvPr>
            <p:ph type="title"/>
          </p:nvPr>
        </p:nvSpPr>
        <p:spPr>
          <a:xfrm>
            <a:off x="838080" y="803520"/>
            <a:ext cx="10515240" cy="915120"/>
          </a:xfrm>
          <a:prstGeom prst="rect">
            <a:avLst/>
          </a:prstGeom>
          <a:noFill/>
          <a:ln w="0">
            <a:noFill/>
          </a:ln>
        </p:spPr>
        <p:txBody>
          <a:bodyPr lIns="91440" tIns="45720" rIns="91440" bIns="45720" anchor="ctr">
            <a:noAutofit/>
          </a:bodyPr>
          <a:lstStyle/>
          <a:p>
            <a:pPr indent="0">
              <a:buNone/>
            </a:pPr>
            <a:r>
              <a:rPr lang="en-US" sz="1400" b="0" u="none" strike="noStrike">
                <a:solidFill>
                  <a:srgbClr val="000000"/>
                </a:solidFill>
                <a:effectLst/>
                <a:uFillTx/>
                <a:latin typeface="Arial"/>
              </a:rPr>
              <a:t>Click to edit the title text format</a:t>
            </a:r>
          </a:p>
        </p:txBody>
      </p:sp>
      <p:sp>
        <p:nvSpPr>
          <p:cNvPr id="96" name="PlaceHolder 3"/>
          <p:cNvSpPr>
            <a:spLocks noGrp="1"/>
          </p:cNvSpPr>
          <p:nvPr>
            <p:ph type="body"/>
          </p:nvPr>
        </p:nvSpPr>
        <p:spPr>
          <a:xfrm>
            <a:off x="838080" y="1838160"/>
            <a:ext cx="10515240" cy="433872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14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14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1400" b="0" u="none" strike="noStrike">
                <a:solidFill>
                  <a:srgbClr val="000000"/>
                </a:solidFill>
                <a:effectLst/>
                <a:uFillTx/>
                <a:latin typeface="Arial"/>
              </a:rPr>
              <a:t>Seventh Outline Level</a:t>
            </a:r>
          </a:p>
        </p:txBody>
      </p:sp>
      <p:sp>
        <p:nvSpPr>
          <p:cNvPr id="97" name="PlaceHolder 4"/>
          <p:cNvSpPr>
            <a:spLocks noGrp="1"/>
          </p:cNvSpPr>
          <p:nvPr>
            <p:ph type="sldNum" idx="22"/>
          </p:nvPr>
        </p:nvSpPr>
        <p:spPr>
          <a:xfrm>
            <a:off x="10496880" y="6356520"/>
            <a:ext cx="856440" cy="36468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75BE049E-E0FD-4259-B4E0-0B6149C525A7}"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Default 9">
    <p:bg>
      <p:bgPr>
        <a:solidFill>
          <a:schemeClr val="lt1"/>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1148040" y="3457440"/>
            <a:ext cx="10509120" cy="613080"/>
          </a:xfrm>
          <a:prstGeom prst="rect">
            <a:avLst/>
          </a:prstGeom>
          <a:noFill/>
          <a:ln w="0">
            <a:noFill/>
          </a:ln>
        </p:spPr>
        <p:txBody>
          <a:bodyPr lIns="91440" tIns="45720" rIns="91440" bIns="45720" anchor="t">
            <a:noAutofit/>
          </a:bodyPr>
          <a:lstStyle/>
          <a:p>
            <a:pPr indent="0">
              <a:buNone/>
            </a:pPr>
            <a:r>
              <a:rPr lang="en-US" sz="3700" b="0" u="none" strike="noStrike">
                <a:solidFill>
                  <a:srgbClr val="000000"/>
                </a:solidFill>
                <a:effectLst/>
                <a:uFillTx/>
                <a:latin typeface="Arial"/>
              </a:rPr>
              <a:t>Click to edit the title text format</a:t>
            </a:r>
          </a:p>
        </p:txBody>
      </p:sp>
      <p:sp>
        <p:nvSpPr>
          <p:cNvPr id="99" name="PlaceHolder 2"/>
          <p:cNvSpPr>
            <a:spLocks noGrp="1"/>
          </p:cNvSpPr>
          <p:nvPr>
            <p:ph type="body"/>
          </p:nvPr>
        </p:nvSpPr>
        <p:spPr>
          <a:xfrm>
            <a:off x="1148040" y="4510440"/>
            <a:ext cx="7386840" cy="51120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7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7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7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7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Seventh Outline Level</a:t>
            </a:r>
          </a:p>
        </p:txBody>
      </p:sp>
      <p:sp>
        <p:nvSpPr>
          <p:cNvPr id="100" name="PlaceHolder 3"/>
          <p:cNvSpPr>
            <a:spLocks noGrp="1"/>
          </p:cNvSpPr>
          <p:nvPr>
            <p:ph type="body"/>
          </p:nvPr>
        </p:nvSpPr>
        <p:spPr>
          <a:xfrm>
            <a:off x="1148400" y="5022000"/>
            <a:ext cx="7386480" cy="46800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7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7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7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7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Seventh Outline Level</a:t>
            </a:r>
          </a:p>
        </p:txBody>
      </p:sp>
      <p:sp>
        <p:nvSpPr>
          <p:cNvPr id="101" name="PlaceHolder 4"/>
          <p:cNvSpPr>
            <a:spLocks noGrp="1"/>
          </p:cNvSpPr>
          <p:nvPr>
            <p:ph type="body"/>
          </p:nvPr>
        </p:nvSpPr>
        <p:spPr>
          <a:xfrm>
            <a:off x="5754240" y="326160"/>
            <a:ext cx="5902920" cy="418392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7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7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7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7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Seventh Outline Level</a:t>
            </a:r>
          </a:p>
        </p:txBody>
      </p:sp>
      <p:pic>
        <p:nvPicPr>
          <p:cNvPr id="102" name="Google Shape;143;p26"/>
          <p:cNvPicPr/>
          <p:nvPr/>
        </p:nvPicPr>
        <p:blipFill>
          <a:blip r:embed="rId2"/>
          <a:stretch/>
        </p:blipFill>
        <p:spPr>
          <a:xfrm>
            <a:off x="1208520" y="590400"/>
            <a:ext cx="1071720" cy="1350720"/>
          </a:xfrm>
          <a:prstGeom prst="rect">
            <a:avLst/>
          </a:prstGeom>
          <a:noFill/>
          <a:ln w="0">
            <a:noFill/>
          </a:ln>
        </p:spPr>
      </p:pic>
      <p:sp>
        <p:nvSpPr>
          <p:cNvPr id="103" name="PlaceHolder 5"/>
          <p:cNvSpPr>
            <a:spLocks noGrp="1"/>
          </p:cNvSpPr>
          <p:nvPr>
            <p:ph type="sldNum" idx="23"/>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FF4E69F5-EFAD-4386-95DD-9961D2F48865}"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Default 10">
    <p:bg>
      <p:bgPr>
        <a:solidFill>
          <a:schemeClr val="lt1"/>
        </a:solidFill>
        <a:effectLst/>
      </p:bgPr>
    </p:bg>
    <p:spTree>
      <p:nvGrpSpPr>
        <p:cNvPr id="1" name=""/>
        <p:cNvGrpSpPr/>
        <p:nvPr/>
      </p:nvGrpSpPr>
      <p:grpSpPr>
        <a:xfrm>
          <a:off x="0" y="0"/>
          <a:ext cx="0" cy="0"/>
          <a:chOff x="0" y="0"/>
          <a:chExt cx="0" cy="0"/>
        </a:xfrm>
      </p:grpSpPr>
      <p:grpSp>
        <p:nvGrpSpPr>
          <p:cNvPr id="104" name="Google Shape;154;p28"/>
          <p:cNvGrpSpPr/>
          <p:nvPr/>
        </p:nvGrpSpPr>
        <p:grpSpPr>
          <a:xfrm>
            <a:off x="720" y="882360"/>
            <a:ext cx="12192120" cy="127080"/>
            <a:chOff x="720" y="882360"/>
            <a:chExt cx="12192120" cy="127080"/>
          </a:xfrm>
        </p:grpSpPr>
        <p:sp>
          <p:nvSpPr>
            <p:cNvPr id="105" name="Google Shape;155;p28"/>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00" b="0" u="none" strike="noStrike">
                <a:solidFill>
                  <a:schemeClr val="lt1"/>
                </a:solidFill>
                <a:effectLst/>
                <a:uFillTx/>
                <a:latin typeface="Arial"/>
                <a:ea typeface="Arial"/>
              </a:endParaRPr>
            </a:p>
          </p:txBody>
        </p:sp>
        <p:sp>
          <p:nvSpPr>
            <p:cNvPr id="106" name="Google Shape;156;p28"/>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00" b="0" u="none" strike="noStrike">
                <a:solidFill>
                  <a:schemeClr val="lt1"/>
                </a:solidFill>
                <a:effectLst/>
                <a:uFillTx/>
                <a:latin typeface="Arial"/>
                <a:ea typeface="Arial"/>
              </a:endParaRPr>
            </a:p>
          </p:txBody>
        </p:sp>
      </p:grpSp>
      <p:sp>
        <p:nvSpPr>
          <p:cNvPr id="107" name="PlaceHolder 1"/>
          <p:cNvSpPr>
            <a:spLocks noGrp="1"/>
          </p:cNvSpPr>
          <p:nvPr>
            <p:ph type="body"/>
          </p:nvPr>
        </p:nvSpPr>
        <p:spPr>
          <a:xfrm>
            <a:off x="391680" y="1325160"/>
            <a:ext cx="11265120" cy="485352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Seventh Outline Level</a:t>
            </a:r>
          </a:p>
        </p:txBody>
      </p:sp>
      <p:sp>
        <p:nvSpPr>
          <p:cNvPr id="108"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500" b="0" u="none" strike="noStrike">
                <a:solidFill>
                  <a:srgbClr val="000000"/>
                </a:solidFill>
                <a:effectLst/>
                <a:uFillTx/>
                <a:latin typeface="Arial"/>
              </a:rPr>
              <a:t>Click to edit the title text format</a:t>
            </a:r>
          </a:p>
        </p:txBody>
      </p:sp>
      <p:pic>
        <p:nvPicPr>
          <p:cNvPr id="109" name="Google Shape;159;p28"/>
          <p:cNvPicPr/>
          <p:nvPr/>
        </p:nvPicPr>
        <p:blipFill>
          <a:blip r:embed="rId2"/>
          <a:stretch/>
        </p:blipFill>
        <p:spPr>
          <a:xfrm>
            <a:off x="10968840" y="-9000"/>
            <a:ext cx="659520" cy="831240"/>
          </a:xfrm>
          <a:prstGeom prst="rect">
            <a:avLst/>
          </a:prstGeom>
          <a:noFill/>
          <a:ln w="0">
            <a:noFill/>
          </a:ln>
        </p:spPr>
      </p:pic>
      <p:sp>
        <p:nvSpPr>
          <p:cNvPr id="110" name="PlaceHolder 3"/>
          <p:cNvSpPr>
            <a:spLocks noGrp="1"/>
          </p:cNvSpPr>
          <p:nvPr>
            <p:ph type="sldNum" idx="24"/>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ED324331-1B61-4CC0-BC6A-84333E061143}"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Default 11">
    <p:bg>
      <p:bgPr>
        <a:solidFill>
          <a:schemeClr val="lt1"/>
        </a:solidFill>
        <a:effectLst/>
      </p:bgPr>
    </p:bg>
    <p:spTree>
      <p:nvGrpSpPr>
        <p:cNvPr id="1" name=""/>
        <p:cNvGrpSpPr/>
        <p:nvPr/>
      </p:nvGrpSpPr>
      <p:grpSpPr>
        <a:xfrm>
          <a:off x="0" y="0"/>
          <a:ext cx="0" cy="0"/>
          <a:chOff x="0" y="0"/>
          <a:chExt cx="0" cy="0"/>
        </a:xfrm>
      </p:grpSpPr>
      <p:sp>
        <p:nvSpPr>
          <p:cNvPr id="111" name="PlaceHolder 1"/>
          <p:cNvSpPr>
            <a:spLocks noGrp="1"/>
          </p:cNvSpPr>
          <p:nvPr>
            <p:ph type="title"/>
          </p:nvPr>
        </p:nvSpPr>
        <p:spPr>
          <a:xfrm>
            <a:off x="533160" y="182520"/>
            <a:ext cx="10324800" cy="813600"/>
          </a:xfrm>
          <a:prstGeom prst="rect">
            <a:avLst/>
          </a:prstGeom>
          <a:noFill/>
          <a:ln w="0">
            <a:noFill/>
          </a:ln>
        </p:spPr>
        <p:txBody>
          <a:bodyPr lIns="216000" tIns="108000" rIns="216000" bIns="108000" anchor="t">
            <a:noAutofit/>
          </a:bodyPr>
          <a:lstStyle/>
          <a:p>
            <a:pPr indent="0">
              <a:buNone/>
            </a:pPr>
            <a:r>
              <a:rPr lang="en-US" sz="3500" b="0" u="none" strike="noStrike">
                <a:solidFill>
                  <a:srgbClr val="000000"/>
                </a:solidFill>
                <a:effectLst/>
                <a:uFillTx/>
                <a:latin typeface="Arial"/>
              </a:rPr>
              <a:t>Click to edit the title text format</a:t>
            </a:r>
          </a:p>
        </p:txBody>
      </p:sp>
      <p:pic>
        <p:nvPicPr>
          <p:cNvPr id="112" name="Google Shape;163;p29"/>
          <p:cNvPicPr/>
          <p:nvPr/>
        </p:nvPicPr>
        <p:blipFill>
          <a:blip r:embed="rId2"/>
          <a:stretch/>
        </p:blipFill>
        <p:spPr>
          <a:xfrm>
            <a:off x="10968840" y="-9000"/>
            <a:ext cx="659520" cy="831240"/>
          </a:xfrm>
          <a:prstGeom prst="rect">
            <a:avLst/>
          </a:prstGeom>
          <a:noFill/>
          <a:ln w="0">
            <a:noFill/>
          </a:ln>
        </p:spPr>
      </p:pic>
      <p:sp>
        <p:nvSpPr>
          <p:cNvPr id="113" name="PlaceHolder 2"/>
          <p:cNvSpPr>
            <a:spLocks noGrp="1"/>
          </p:cNvSpPr>
          <p:nvPr>
            <p:ph type="sldNum" idx="25"/>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nton"/>
                <a:ea typeface="Anton"/>
              </a:defRPr>
            </a:lvl1pPr>
          </a:lstStyle>
          <a:p>
            <a:pPr indent="0" algn="r">
              <a:lnSpc>
                <a:spcPct val="100000"/>
              </a:lnSpc>
              <a:buNone/>
              <a:tabLst>
                <a:tab pos="0" algn="l"/>
              </a:tabLst>
            </a:pPr>
            <a:fld id="{C479DAC9-976A-445A-9001-1AFC4BE35224}" type="slidenum">
              <a:rPr lang="en" sz="1300" b="0" u="none" strike="noStrike">
                <a:solidFill>
                  <a:schemeClr val="dk1"/>
                </a:solidFill>
                <a:effectLst/>
                <a:uFillTx/>
                <a:latin typeface="Anton"/>
                <a:ea typeface="Anton"/>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Default 12">
    <p:bg>
      <p:bgPr>
        <a:solidFill>
          <a:schemeClr val="lt1"/>
        </a:solidFill>
        <a:effectLst/>
      </p:bgPr>
    </p:bg>
    <p:spTree>
      <p:nvGrpSpPr>
        <p:cNvPr id="1" name=""/>
        <p:cNvGrpSpPr/>
        <p:nvPr/>
      </p:nvGrpSpPr>
      <p:grpSpPr>
        <a:xfrm>
          <a:off x="0" y="0"/>
          <a:ext cx="0" cy="0"/>
          <a:chOff x="0" y="0"/>
          <a:chExt cx="0" cy="0"/>
        </a:xfrm>
      </p:grpSpPr>
      <p:pic>
        <p:nvPicPr>
          <p:cNvPr id="114" name="Google Shape;175;p31"/>
          <p:cNvPicPr/>
          <p:nvPr/>
        </p:nvPicPr>
        <p:blipFill>
          <a:blip r:embed="rId2"/>
          <a:stretch/>
        </p:blipFill>
        <p:spPr>
          <a:xfrm>
            <a:off x="10968840" y="-9000"/>
            <a:ext cx="659520" cy="831240"/>
          </a:xfrm>
          <a:prstGeom prst="rect">
            <a:avLst/>
          </a:prstGeom>
          <a:noFill/>
          <a:ln w="0">
            <a:noFill/>
          </a:ln>
        </p:spPr>
      </p:pic>
      <p:sp>
        <p:nvSpPr>
          <p:cNvPr id="115" name="PlaceHolder 1"/>
          <p:cNvSpPr>
            <a:spLocks noGrp="1"/>
          </p:cNvSpPr>
          <p:nvPr>
            <p:ph type="sldNum" idx="26"/>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0B50435A-F3C1-431B-B24E-F90D6E575A44}"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Default 13">
    <p:bg>
      <p:bgPr>
        <a:solidFill>
          <a:schemeClr val="lt1"/>
        </a:solidFill>
        <a:effectLst/>
      </p:bgPr>
    </p:bg>
    <p:spTree>
      <p:nvGrpSpPr>
        <p:cNvPr id="1" name=""/>
        <p:cNvGrpSpPr/>
        <p:nvPr/>
      </p:nvGrpSpPr>
      <p:grpSpPr>
        <a:xfrm>
          <a:off x="0" y="0"/>
          <a:ext cx="0" cy="0"/>
          <a:chOff x="0" y="0"/>
          <a:chExt cx="0" cy="0"/>
        </a:xfrm>
      </p:grpSpPr>
      <p:sp>
        <p:nvSpPr>
          <p:cNvPr id="116" name="PlaceHolder 1"/>
          <p:cNvSpPr>
            <a:spLocks noGrp="1"/>
          </p:cNvSpPr>
          <p:nvPr>
            <p:ph type="sldNum" idx="27"/>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A5D3F008-CE98-4DBD-927E-88E98833A7CB}"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Default 14">
    <p:bg>
      <p:bgPr>
        <a:solidFill>
          <a:schemeClr val="lt1"/>
        </a:solidFill>
        <a:effectLst/>
      </p:bgPr>
    </p:bg>
    <p:spTree>
      <p:nvGrpSpPr>
        <p:cNvPr id="1" name=""/>
        <p:cNvGrpSpPr/>
        <p:nvPr/>
      </p:nvGrpSpPr>
      <p:grpSpPr>
        <a:xfrm>
          <a:off x="0" y="0"/>
          <a:ext cx="0" cy="0"/>
          <a:chOff x="0" y="0"/>
          <a:chExt cx="0" cy="0"/>
        </a:xfrm>
      </p:grpSpPr>
      <p:grpSp>
        <p:nvGrpSpPr>
          <p:cNvPr id="117" name="Google Shape;180;p33"/>
          <p:cNvGrpSpPr/>
          <p:nvPr/>
        </p:nvGrpSpPr>
        <p:grpSpPr>
          <a:xfrm>
            <a:off x="720" y="882360"/>
            <a:ext cx="12192120" cy="127080"/>
            <a:chOff x="720" y="882360"/>
            <a:chExt cx="12192120" cy="127080"/>
          </a:xfrm>
        </p:grpSpPr>
        <p:sp>
          <p:nvSpPr>
            <p:cNvPr id="118" name="Google Shape;181;p33"/>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00" b="0" u="none" strike="noStrike">
                <a:solidFill>
                  <a:schemeClr val="lt1"/>
                </a:solidFill>
                <a:effectLst/>
                <a:uFillTx/>
                <a:latin typeface="Arial"/>
                <a:ea typeface="Arial"/>
              </a:endParaRPr>
            </a:p>
          </p:txBody>
        </p:sp>
        <p:sp>
          <p:nvSpPr>
            <p:cNvPr id="119" name="Google Shape;182;p33"/>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00" b="0" u="none" strike="noStrike">
                <a:solidFill>
                  <a:schemeClr val="lt1"/>
                </a:solidFill>
                <a:effectLst/>
                <a:uFillTx/>
                <a:latin typeface="Arial"/>
                <a:ea typeface="Arial"/>
              </a:endParaRPr>
            </a:p>
          </p:txBody>
        </p:sp>
      </p:grpSp>
      <p:sp>
        <p:nvSpPr>
          <p:cNvPr id="120" name="PlaceHolder 1"/>
          <p:cNvSpPr>
            <a:spLocks noGrp="1"/>
          </p:cNvSpPr>
          <p:nvPr>
            <p:ph type="body"/>
          </p:nvPr>
        </p:nvSpPr>
        <p:spPr>
          <a:xfrm>
            <a:off x="362880" y="1325160"/>
            <a:ext cx="5594400" cy="482148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Seventh Outline Level</a:t>
            </a:r>
          </a:p>
        </p:txBody>
      </p:sp>
      <p:sp>
        <p:nvSpPr>
          <p:cNvPr id="121" name="PlaceHolder 2"/>
          <p:cNvSpPr>
            <a:spLocks noGrp="1"/>
          </p:cNvSpPr>
          <p:nvPr>
            <p:ph type="body"/>
          </p:nvPr>
        </p:nvSpPr>
        <p:spPr>
          <a:xfrm>
            <a:off x="6107040" y="1325160"/>
            <a:ext cx="5593680" cy="482148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Seventh Outline Level</a:t>
            </a:r>
          </a:p>
        </p:txBody>
      </p:sp>
      <p:sp>
        <p:nvSpPr>
          <p:cNvPr id="122" name="PlaceHolder 3"/>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500" b="0" u="none" strike="noStrike">
                <a:solidFill>
                  <a:srgbClr val="000000"/>
                </a:solidFill>
                <a:effectLst/>
                <a:uFillTx/>
                <a:latin typeface="Arial"/>
              </a:rPr>
              <a:t>Click to edit the title text format</a:t>
            </a:r>
          </a:p>
        </p:txBody>
      </p:sp>
      <p:pic>
        <p:nvPicPr>
          <p:cNvPr id="123" name="Google Shape;186;p33"/>
          <p:cNvPicPr/>
          <p:nvPr/>
        </p:nvPicPr>
        <p:blipFill>
          <a:blip r:embed="rId2"/>
          <a:stretch/>
        </p:blipFill>
        <p:spPr>
          <a:xfrm>
            <a:off x="10968840" y="-9000"/>
            <a:ext cx="659520" cy="831240"/>
          </a:xfrm>
          <a:prstGeom prst="rect">
            <a:avLst/>
          </a:prstGeom>
          <a:noFill/>
          <a:ln w="0">
            <a:noFill/>
          </a:ln>
        </p:spPr>
      </p:pic>
      <p:sp>
        <p:nvSpPr>
          <p:cNvPr id="124" name="PlaceHolder 4"/>
          <p:cNvSpPr>
            <a:spLocks noGrp="1"/>
          </p:cNvSpPr>
          <p:nvPr>
            <p:ph type="sldNum" idx="28"/>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FFC4E248-FAE7-46AF-B8E2-7EEA5F949ABF}"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Default 15">
    <p:bg>
      <p:bgPr>
        <a:solidFill>
          <a:schemeClr val="lt1"/>
        </a:solidFill>
        <a:effectLst/>
      </p:bgPr>
    </p:bg>
    <p:spTree>
      <p:nvGrpSpPr>
        <p:cNvPr id="1" name=""/>
        <p:cNvGrpSpPr/>
        <p:nvPr/>
      </p:nvGrpSpPr>
      <p:grpSpPr>
        <a:xfrm>
          <a:off x="0" y="0"/>
          <a:ext cx="0" cy="0"/>
          <a:chOff x="0" y="0"/>
          <a:chExt cx="0" cy="0"/>
        </a:xfrm>
      </p:grpSpPr>
      <p:grpSp>
        <p:nvGrpSpPr>
          <p:cNvPr id="125" name="Google Shape;189;p34"/>
          <p:cNvGrpSpPr/>
          <p:nvPr/>
        </p:nvGrpSpPr>
        <p:grpSpPr>
          <a:xfrm>
            <a:off x="720" y="882360"/>
            <a:ext cx="12192120" cy="127080"/>
            <a:chOff x="720" y="882360"/>
            <a:chExt cx="12192120" cy="127080"/>
          </a:xfrm>
        </p:grpSpPr>
        <p:sp>
          <p:nvSpPr>
            <p:cNvPr id="126" name="Google Shape;190;p34"/>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00" b="0" u="none" strike="noStrike">
                <a:solidFill>
                  <a:schemeClr val="lt1"/>
                </a:solidFill>
                <a:effectLst/>
                <a:uFillTx/>
                <a:latin typeface="Arial"/>
                <a:ea typeface="Arial"/>
              </a:endParaRPr>
            </a:p>
          </p:txBody>
        </p:sp>
        <p:sp>
          <p:nvSpPr>
            <p:cNvPr id="127" name="Google Shape;191;p34"/>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00" b="0" u="none" strike="noStrike">
                <a:solidFill>
                  <a:schemeClr val="lt1"/>
                </a:solidFill>
                <a:effectLst/>
                <a:uFillTx/>
                <a:latin typeface="Arial"/>
                <a:ea typeface="Arial"/>
              </a:endParaRPr>
            </a:p>
          </p:txBody>
        </p:sp>
      </p:grpSp>
      <p:sp>
        <p:nvSpPr>
          <p:cNvPr id="128" name="PlaceHolder 1"/>
          <p:cNvSpPr>
            <a:spLocks noGrp="1"/>
          </p:cNvSpPr>
          <p:nvPr>
            <p:ph type="body"/>
          </p:nvPr>
        </p:nvSpPr>
        <p:spPr>
          <a:xfrm>
            <a:off x="391680" y="1325160"/>
            <a:ext cx="11265120" cy="485352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Seventh Outline Level</a:t>
            </a:r>
          </a:p>
        </p:txBody>
      </p:sp>
      <p:sp>
        <p:nvSpPr>
          <p:cNvPr id="129"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500" b="0" u="none" strike="noStrike">
                <a:solidFill>
                  <a:srgbClr val="000000"/>
                </a:solidFill>
                <a:effectLst/>
                <a:uFillTx/>
                <a:latin typeface="Arial"/>
              </a:rPr>
              <a:t>Click to edit the title text format</a:t>
            </a:r>
          </a:p>
        </p:txBody>
      </p:sp>
      <p:pic>
        <p:nvPicPr>
          <p:cNvPr id="130" name="Google Shape;194;p34"/>
          <p:cNvPicPr/>
          <p:nvPr/>
        </p:nvPicPr>
        <p:blipFill>
          <a:blip r:embed="rId2"/>
          <a:stretch/>
        </p:blipFill>
        <p:spPr>
          <a:xfrm>
            <a:off x="10968840" y="-9000"/>
            <a:ext cx="659520" cy="831240"/>
          </a:xfrm>
          <a:prstGeom prst="rect">
            <a:avLst/>
          </a:prstGeom>
          <a:noFill/>
          <a:ln w="0">
            <a:noFill/>
          </a:ln>
        </p:spPr>
      </p:pic>
      <p:sp>
        <p:nvSpPr>
          <p:cNvPr id="131" name="PlaceHolder 3"/>
          <p:cNvSpPr>
            <a:spLocks noGrp="1"/>
          </p:cNvSpPr>
          <p:nvPr>
            <p:ph type="sldNum" idx="29"/>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952CD52D-0529-4E56-8034-53062F315C67}"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Default 10_">
    <p:bg>
      <p:bgPr>
        <a:solidFill>
          <a:schemeClr val="lt1"/>
        </a:solidFill>
        <a:effectLst/>
      </p:bgPr>
    </p:bg>
    <p:spTree>
      <p:nvGrpSpPr>
        <p:cNvPr id="1" name=""/>
        <p:cNvGrpSpPr/>
        <p:nvPr/>
      </p:nvGrpSpPr>
      <p:grpSpPr>
        <a:xfrm>
          <a:off x="0" y="0"/>
          <a:ext cx="0" cy="0"/>
          <a:chOff x="0" y="0"/>
          <a:chExt cx="0" cy="0"/>
        </a:xfrm>
      </p:grpSpPr>
      <p:grpSp>
        <p:nvGrpSpPr>
          <p:cNvPr id="132" name="Google Shape;154;p28"/>
          <p:cNvGrpSpPr/>
          <p:nvPr/>
        </p:nvGrpSpPr>
        <p:grpSpPr>
          <a:xfrm>
            <a:off x="720" y="882360"/>
            <a:ext cx="12192120" cy="127080"/>
            <a:chOff x="720" y="882360"/>
            <a:chExt cx="12192120" cy="127080"/>
          </a:xfrm>
        </p:grpSpPr>
        <p:sp>
          <p:nvSpPr>
            <p:cNvPr id="133" name="Google Shape;155;p28"/>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endParaRPr lang="en-US" sz="2400" b="0" u="none" strike="noStrike">
                <a:solidFill>
                  <a:schemeClr val="lt1"/>
                </a:solidFill>
                <a:effectLst/>
                <a:uFillTx/>
                <a:latin typeface="Arial"/>
                <a:ea typeface="Arial"/>
              </a:endParaRPr>
            </a:p>
          </p:txBody>
        </p:sp>
        <p:sp>
          <p:nvSpPr>
            <p:cNvPr id="134" name="Google Shape;156;p28"/>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endParaRPr lang="en-US" sz="2400" b="0" u="none" strike="noStrike">
                <a:solidFill>
                  <a:schemeClr val="lt1"/>
                </a:solidFill>
                <a:effectLst/>
                <a:uFillTx/>
                <a:latin typeface="Arial"/>
                <a:ea typeface="Arial"/>
              </a:endParaRPr>
            </a:p>
          </p:txBody>
        </p:sp>
      </p:grpSp>
      <p:sp>
        <p:nvSpPr>
          <p:cNvPr id="135" name="PlaceHolder 1"/>
          <p:cNvSpPr>
            <a:spLocks noGrp="1"/>
          </p:cNvSpPr>
          <p:nvPr>
            <p:ph type="body"/>
          </p:nvPr>
        </p:nvSpPr>
        <p:spPr>
          <a:xfrm>
            <a:off x="391680" y="1325160"/>
            <a:ext cx="11265120" cy="485352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Seventh Outline Level</a:t>
            </a:r>
          </a:p>
        </p:txBody>
      </p:sp>
      <p:sp>
        <p:nvSpPr>
          <p:cNvPr id="136"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500" b="0" u="none" strike="noStrike">
                <a:solidFill>
                  <a:srgbClr val="000000"/>
                </a:solidFill>
                <a:effectLst/>
                <a:uFillTx/>
                <a:latin typeface="Arial"/>
              </a:rPr>
              <a:t>Click to edit the title text format</a:t>
            </a:r>
          </a:p>
        </p:txBody>
      </p:sp>
      <p:pic>
        <p:nvPicPr>
          <p:cNvPr id="137" name="Google Shape;159;p28"/>
          <p:cNvPicPr/>
          <p:nvPr/>
        </p:nvPicPr>
        <p:blipFill>
          <a:blip r:embed="rId2"/>
          <a:stretch/>
        </p:blipFill>
        <p:spPr>
          <a:xfrm>
            <a:off x="10968840" y="-9000"/>
            <a:ext cx="659520" cy="831240"/>
          </a:xfrm>
          <a:prstGeom prst="rect">
            <a:avLst/>
          </a:prstGeom>
          <a:noFill/>
          <a:ln w="0">
            <a:noFill/>
          </a:ln>
        </p:spPr>
      </p:pic>
      <p:sp>
        <p:nvSpPr>
          <p:cNvPr id="138" name="PlaceHolder 3"/>
          <p:cNvSpPr>
            <a:spLocks noGrp="1"/>
          </p:cNvSpPr>
          <p:nvPr>
            <p:ph type="sldNum" idx="30"/>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5F1EF3A6-F664-4069-8182-B6E8D1C6D2DB}"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2.xml"/><Relationship Id="rId1" Type="http://schemas.openxmlformats.org/officeDocument/2006/relationships/slideLayout" Target="../slideLayouts/slideLayout1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theme" Target="../theme/theme3.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9.xml"/><Relationship Id="rId3" Type="http://schemas.openxmlformats.org/officeDocument/2006/relationships/slideLayout" Target="../slideLayouts/slideLayout24.xml"/><Relationship Id="rId7" Type="http://schemas.openxmlformats.org/officeDocument/2006/relationships/slideLayout" Target="../slideLayouts/slideLayout28.xml"/><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slideLayout" Target="../slideLayouts/slideLayout27.xml"/><Relationship Id="rId5" Type="http://schemas.openxmlformats.org/officeDocument/2006/relationships/slideLayout" Target="../slideLayouts/slideLayout26.xml"/><Relationship Id="rId4" Type="http://schemas.openxmlformats.org/officeDocument/2006/relationships/slideLayout" Target="../slideLayouts/slideLayout25.xml"/><Relationship Id="rId9"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1" name="PlaceHolder 1"/>
          <p:cNvSpPr>
            <a:spLocks noGrp="1"/>
          </p:cNvSpPr>
          <p:nvPr>
            <p:ph type="title"/>
          </p:nvPr>
        </p:nvSpPr>
        <p:spPr>
          <a:xfrm>
            <a:off x="1148040" y="3457440"/>
            <a:ext cx="10508760" cy="613080"/>
          </a:xfrm>
          <a:prstGeom prst="rect">
            <a:avLst/>
          </a:prstGeom>
          <a:noFill/>
          <a:ln w="0">
            <a:noFill/>
          </a:ln>
        </p:spPr>
        <p:txBody>
          <a:bodyPr lIns="51480" tIns="25920" rIns="51480" bIns="25920" anchor="t">
            <a:noAutofit/>
          </a:bodyPr>
          <a:lstStyle/>
          <a:p>
            <a:pPr indent="0">
              <a:buNone/>
            </a:pPr>
            <a:r>
              <a:rPr lang="en-US" sz="3700" b="0" u="none" strike="noStrike">
                <a:solidFill>
                  <a:srgbClr val="000000"/>
                </a:solidFill>
                <a:effectLst/>
                <a:uFillTx/>
                <a:latin typeface="Arial"/>
              </a:rPr>
              <a:t>Click to edit the title text format</a:t>
            </a:r>
          </a:p>
        </p:txBody>
      </p:sp>
      <p:sp>
        <p:nvSpPr>
          <p:cNvPr id="52" name="PlaceHolder 2"/>
          <p:cNvSpPr>
            <a:spLocks noGrp="1"/>
          </p:cNvSpPr>
          <p:nvPr>
            <p:ph type="body"/>
          </p:nvPr>
        </p:nvSpPr>
        <p:spPr>
          <a:xfrm>
            <a:off x="1148040" y="4510440"/>
            <a:ext cx="7386840" cy="511200"/>
          </a:xfrm>
          <a:prstGeom prst="rect">
            <a:avLst/>
          </a:prstGeom>
          <a:noFill/>
          <a:ln w="0">
            <a:noFill/>
          </a:ln>
        </p:spPr>
        <p:txBody>
          <a:bodyPr lIns="51480" tIns="25920" rIns="51480" bIns="25920" anchor="t">
            <a:noAutofit/>
          </a:bodyPr>
          <a:lstStyle/>
          <a:p>
            <a:pPr marL="432000" indent="-324000">
              <a:spcBef>
                <a:spcPts val="1417"/>
              </a:spcBef>
              <a:buClr>
                <a:srgbClr val="000000"/>
              </a:buClr>
              <a:buSzPct val="45000"/>
              <a:buFont typeface="Wingdings" charset="2"/>
              <a:buChar char=""/>
            </a:pPr>
            <a:r>
              <a:rPr lang="en-US" sz="27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7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7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7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Seventh Outline Level</a:t>
            </a:r>
          </a:p>
        </p:txBody>
      </p:sp>
      <p:sp>
        <p:nvSpPr>
          <p:cNvPr id="53" name="PlaceHolder 3"/>
          <p:cNvSpPr>
            <a:spLocks noGrp="1"/>
          </p:cNvSpPr>
          <p:nvPr>
            <p:ph type="body"/>
          </p:nvPr>
        </p:nvSpPr>
        <p:spPr>
          <a:xfrm>
            <a:off x="1148400" y="5022000"/>
            <a:ext cx="7386480" cy="468360"/>
          </a:xfrm>
          <a:prstGeom prst="rect">
            <a:avLst/>
          </a:prstGeom>
          <a:noFill/>
          <a:ln w="0">
            <a:noFill/>
          </a:ln>
        </p:spPr>
        <p:txBody>
          <a:bodyPr lIns="51480" tIns="25920" rIns="51480" bIns="25920" anchor="t">
            <a:noAutofit/>
          </a:bodyPr>
          <a:lstStyle/>
          <a:p>
            <a:pPr marL="432000" indent="-324000">
              <a:spcBef>
                <a:spcPts val="1417"/>
              </a:spcBef>
              <a:buClr>
                <a:srgbClr val="000000"/>
              </a:buClr>
              <a:buSzPct val="45000"/>
              <a:buFont typeface="Wingdings" charset="2"/>
              <a:buChar char=""/>
            </a:pPr>
            <a:r>
              <a:rPr lang="en-US" sz="27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7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7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7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Seventh Outline Level</a:t>
            </a:r>
          </a:p>
        </p:txBody>
      </p:sp>
      <p:sp>
        <p:nvSpPr>
          <p:cNvPr id="54" name="PlaceHolder 4"/>
          <p:cNvSpPr>
            <a:spLocks noGrp="1"/>
          </p:cNvSpPr>
          <p:nvPr>
            <p:ph type="body"/>
          </p:nvPr>
        </p:nvSpPr>
        <p:spPr>
          <a:xfrm>
            <a:off x="5754240" y="326160"/>
            <a:ext cx="5902920" cy="4183560"/>
          </a:xfrm>
          <a:prstGeom prst="rect">
            <a:avLst/>
          </a:prstGeom>
          <a:noFill/>
          <a:ln w="0">
            <a:noFill/>
          </a:ln>
        </p:spPr>
        <p:txBody>
          <a:bodyPr lIns="51480" tIns="25920" rIns="51480" bIns="25920" anchor="t">
            <a:noAutofit/>
          </a:bodyPr>
          <a:lstStyle/>
          <a:p>
            <a:pPr marL="432000" indent="-324000">
              <a:spcBef>
                <a:spcPts val="1417"/>
              </a:spcBef>
              <a:buClr>
                <a:srgbClr val="000000"/>
              </a:buClr>
              <a:buSzPct val="45000"/>
              <a:buFont typeface="Wingdings" charset="2"/>
              <a:buChar char=""/>
            </a:pPr>
            <a:r>
              <a:rPr lang="en-US" sz="27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7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7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7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Seventh Outline Level</a:t>
            </a:r>
          </a:p>
        </p:txBody>
      </p:sp>
      <p:pic>
        <p:nvPicPr>
          <p:cNvPr id="55" name="Google Shape;80;p13"/>
          <p:cNvPicPr/>
          <p:nvPr/>
        </p:nvPicPr>
        <p:blipFill>
          <a:blip r:embed="rId3"/>
          <a:stretch/>
        </p:blipFill>
        <p:spPr>
          <a:xfrm>
            <a:off x="1208520" y="590400"/>
            <a:ext cx="1071720" cy="1350720"/>
          </a:xfrm>
          <a:prstGeom prst="rect">
            <a:avLst/>
          </a:prstGeom>
          <a:noFill/>
          <a:ln w="0">
            <a:noFill/>
          </a:ln>
        </p:spPr>
      </p:pic>
      <p:sp>
        <p:nvSpPr>
          <p:cNvPr id="56" name="PlaceHolder 5"/>
          <p:cNvSpPr>
            <a:spLocks noGrp="1"/>
          </p:cNvSpPr>
          <p:nvPr>
            <p:ph type="sldNum" idx="11"/>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C19A7DE3-9E13-4CDB-95A2-F2CF4E79F758}"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 bg1="lt1" tx1="dk1" bg2="dk2" tx2="lt2" accent1="accent1" accent2="accent2" accent3="accent3" accent4="accent4" accent5="accent5" accent6="accent6" hlink="hlink" folHlink="folHlink"/>
  <p:sldLayoutIdLst>
    <p:sldLayoutId id="214748366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3.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3.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3.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PlaceHolder 1"/>
          <p:cNvSpPr>
            <a:spLocks noGrp="1"/>
          </p:cNvSpPr>
          <p:nvPr>
            <p:ph type="title"/>
          </p:nvPr>
        </p:nvSpPr>
        <p:spPr>
          <a:xfrm>
            <a:off x="1148040" y="2695680"/>
            <a:ext cx="10508760" cy="613080"/>
          </a:xfrm>
          <a:prstGeom prst="rect">
            <a:avLst/>
          </a:prstGeom>
          <a:noFill/>
          <a:ln w="0">
            <a:noFill/>
          </a:ln>
        </p:spPr>
        <p:txBody>
          <a:bodyPr lIns="51480" tIns="25920" rIns="51480" bIns="25920" anchor="t">
            <a:noAutofit/>
          </a:bodyPr>
          <a:lstStyle/>
          <a:p>
            <a:pPr indent="0">
              <a:lnSpc>
                <a:spcPct val="100000"/>
              </a:lnSpc>
              <a:buNone/>
              <a:tabLst>
                <a:tab pos="0" algn="l"/>
              </a:tabLst>
            </a:pPr>
            <a:r>
              <a:rPr lang="en-US" sz="4000" b="0" u="none" strike="noStrike">
                <a:solidFill>
                  <a:schemeClr val="dk1"/>
                </a:solidFill>
                <a:effectLst/>
                <a:uFillTx/>
                <a:latin typeface="Anton"/>
                <a:ea typeface="Anton"/>
              </a:rPr>
              <a:t>On-Device Binary Classification with Federated Learning using the STM32 </a:t>
            </a:r>
            <a:endParaRPr lang="en-US" sz="4000" b="0" u="none" strike="noStrike">
              <a:solidFill>
                <a:srgbClr val="000000"/>
              </a:solidFill>
              <a:effectLst/>
              <a:uFillTx/>
              <a:latin typeface="Arial"/>
            </a:endParaRPr>
          </a:p>
        </p:txBody>
      </p:sp>
      <p:sp>
        <p:nvSpPr>
          <p:cNvPr id="146" name="Google Shape;201;p35"/>
          <p:cNvSpPr/>
          <p:nvPr/>
        </p:nvSpPr>
        <p:spPr>
          <a:xfrm>
            <a:off x="1148400" y="3976560"/>
            <a:ext cx="8415000" cy="511200"/>
          </a:xfrm>
          <a:prstGeom prst="rect">
            <a:avLst/>
          </a:prstGeom>
          <a:noFill/>
          <a:ln w="0">
            <a:noFill/>
          </a:ln>
        </p:spPr>
        <p:style>
          <a:lnRef idx="0">
            <a:scrgbClr r="0" g="0" b="0"/>
          </a:lnRef>
          <a:fillRef idx="0">
            <a:scrgbClr r="0" g="0" b="0"/>
          </a:fillRef>
          <a:effectRef idx="0">
            <a:scrgbClr r="0" g="0" b="0"/>
          </a:effectRef>
          <a:fontRef idx="minor"/>
        </p:style>
        <p:txBody>
          <a:bodyPr lIns="51480" tIns="25920" rIns="51480" bIns="25920" anchor="t">
            <a:noAutofit/>
          </a:bodyPr>
          <a:lstStyle/>
          <a:p>
            <a:pPr marL="380880" indent="-380880">
              <a:lnSpc>
                <a:spcPct val="100000"/>
              </a:lnSpc>
              <a:tabLst>
                <a:tab pos="0" algn="l"/>
              </a:tabLst>
            </a:pPr>
            <a:r>
              <a:rPr lang="en-US" sz="2700" b="1" u="none" strike="noStrike">
                <a:solidFill>
                  <a:schemeClr val="lt2"/>
                </a:solidFill>
                <a:effectLst/>
                <a:uFillTx/>
                <a:latin typeface="Arial"/>
                <a:ea typeface="Arial"/>
              </a:rPr>
              <a:t>Yingshuo Xi, Ali Jahangiri</a:t>
            </a:r>
            <a:endParaRPr lang="en-US" sz="2700" b="0" u="none" strike="noStrike">
              <a:solidFill>
                <a:srgbClr val="000000"/>
              </a:solidFill>
              <a:effectLst/>
              <a:uFillTx/>
              <a:latin typeface="Arial"/>
            </a:endParaRPr>
          </a:p>
        </p:txBody>
      </p:sp>
      <p:sp>
        <p:nvSpPr>
          <p:cNvPr id="147" name="Google Shape;202;p35"/>
          <p:cNvSpPr/>
          <p:nvPr/>
        </p:nvSpPr>
        <p:spPr>
          <a:xfrm>
            <a:off x="1148400" y="4488120"/>
            <a:ext cx="10839960" cy="468360"/>
          </a:xfrm>
          <a:prstGeom prst="rect">
            <a:avLst/>
          </a:prstGeom>
          <a:noFill/>
          <a:ln w="0">
            <a:noFill/>
          </a:ln>
        </p:spPr>
        <p:style>
          <a:lnRef idx="0">
            <a:scrgbClr r="0" g="0" b="0"/>
          </a:lnRef>
          <a:fillRef idx="0">
            <a:scrgbClr r="0" g="0" b="0"/>
          </a:fillRef>
          <a:effectRef idx="0">
            <a:scrgbClr r="0" g="0" b="0"/>
          </a:effectRef>
          <a:fontRef idx="minor"/>
        </p:style>
        <p:txBody>
          <a:bodyPr lIns="51480" tIns="25920" rIns="51480" bIns="25920" anchor="t">
            <a:noAutofit/>
          </a:bodyPr>
          <a:lstStyle/>
          <a:p>
            <a:pPr marL="380880" indent="-380880">
              <a:lnSpc>
                <a:spcPct val="100000"/>
              </a:lnSpc>
              <a:tabLst>
                <a:tab pos="0" algn="l"/>
              </a:tabLst>
            </a:pPr>
            <a:r>
              <a:rPr lang="en" sz="2700" b="0" u="none" strike="noStrike">
                <a:solidFill>
                  <a:srgbClr val="000000"/>
                </a:solidFill>
                <a:effectLst/>
                <a:uFillTx/>
                <a:latin typeface="Arial"/>
                <a:ea typeface="Arial"/>
              </a:rPr>
              <a:t>Department of Electrical and Information Technology, </a:t>
            </a:r>
            <a:endParaRPr lang="en-US" sz="2700" b="0" u="none" strike="noStrike">
              <a:solidFill>
                <a:srgbClr val="000000"/>
              </a:solidFill>
              <a:effectLst/>
              <a:uFillTx/>
              <a:latin typeface="Arial"/>
            </a:endParaRPr>
          </a:p>
          <a:p>
            <a:pPr marL="380880" indent="-380880">
              <a:lnSpc>
                <a:spcPct val="100000"/>
              </a:lnSpc>
              <a:tabLst>
                <a:tab pos="0" algn="l"/>
              </a:tabLst>
            </a:pPr>
            <a:r>
              <a:rPr lang="en" sz="2700" b="0" u="none" strike="noStrike">
                <a:solidFill>
                  <a:srgbClr val="000000"/>
                </a:solidFill>
                <a:effectLst/>
                <a:uFillTx/>
                <a:latin typeface="Arial"/>
                <a:ea typeface="Arial"/>
              </a:rPr>
              <a:t>Lund University, Sweden.</a:t>
            </a:r>
            <a:endParaRPr lang="en-US" sz="2700" b="0" u="none" strike="noStrike">
              <a:solidFill>
                <a:srgbClr val="000000"/>
              </a:solidFill>
              <a:effectLst/>
              <a:uFillTx/>
              <a:latin typeface="Arial"/>
            </a:endParaRPr>
          </a:p>
          <a:p>
            <a:pPr algn="just">
              <a:lnSpc>
                <a:spcPct val="100000"/>
              </a:lnSpc>
              <a:tabLst>
                <a:tab pos="0" algn="l"/>
              </a:tabLst>
            </a:pPr>
            <a:br>
              <a:rPr sz="2700"/>
            </a:br>
            <a:r>
              <a:rPr lang="en" sz="1700" b="0" i="1" u="none" strike="noStrike">
                <a:solidFill>
                  <a:srgbClr val="000000"/>
                </a:solidFill>
                <a:effectLst/>
                <a:uFillTx/>
                <a:latin typeface="Arial"/>
                <a:ea typeface="Arial"/>
              </a:rPr>
              <a:t>This research has been partially supported by the Wallenberg AI, Autonomous Systems and Software Program (WASP), the Swedish Research Council (VR), the ELLIIT Strategic Research Environment, European Union, and an unrestricted gift from Google.</a:t>
            </a:r>
            <a:endParaRPr lang="en-US" sz="1700" b="0" u="none" strike="noStrike">
              <a:solidFill>
                <a:srgbClr val="000000"/>
              </a:solidFill>
              <a:effectLst/>
              <a:uFillTx/>
              <a:latin typeface="Arial"/>
            </a:endParaRPr>
          </a:p>
        </p:txBody>
      </p:sp>
      <p:sp>
        <p:nvSpPr>
          <p:cNvPr id="149" name="PlaceHolder 2"/>
          <p:cNvSpPr>
            <a:spLocks noGrp="1"/>
          </p:cNvSpPr>
          <p:nvPr>
            <p:ph type="sldNum" idx="34"/>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103D14C9-8233-4034-9555-4BB651D43A85}" type="slidenum">
              <a:rPr lang="en" sz="1300" b="0" u="none" strike="noStrike">
                <a:solidFill>
                  <a:schemeClr val="dk1"/>
                </a:solidFill>
                <a:effectLst/>
                <a:uFillTx/>
                <a:latin typeface="Arial"/>
                <a:ea typeface="Arial"/>
              </a:rPr>
              <a:t>1</a:t>
            </a:fld>
            <a:endParaRPr lang="en-US" sz="1300" b="0" u="none" strike="noStrike">
              <a:solidFill>
                <a:srgbClr val="000000"/>
              </a:solidFill>
              <a:effectLst/>
              <a:uFillTx/>
              <a:latin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Rectangle: Rounded Corners 16"/>
          <p:cNvSpPr/>
          <p:nvPr/>
        </p:nvSpPr>
        <p:spPr>
          <a:xfrm>
            <a:off x="6095880" y="912960"/>
            <a:ext cx="4536360" cy="5038920"/>
          </a:xfrm>
          <a:prstGeom prst="roundRect">
            <a:avLst>
              <a:gd name="adj" fmla="val 7164"/>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151" name="PlaceHolder 1"/>
          <p:cNvSpPr>
            <a:spLocks noGrp="1"/>
          </p:cNvSpPr>
          <p:nvPr>
            <p:ph type="title"/>
          </p:nvPr>
        </p:nvSpPr>
        <p:spPr>
          <a:xfrm>
            <a:off x="1148040" y="3432600"/>
            <a:ext cx="10509120" cy="613080"/>
          </a:xfrm>
          <a:prstGeom prst="rect">
            <a:avLst/>
          </a:prstGeom>
          <a:noFill/>
          <a:ln w="0">
            <a:noFill/>
          </a:ln>
        </p:spPr>
        <p:txBody>
          <a:bodyPr lIns="91440" tIns="45720" rIns="91440" bIns="45720" anchor="t">
            <a:noAutofit/>
          </a:bodyPr>
          <a:lstStyle/>
          <a:p>
            <a:pPr indent="0">
              <a:lnSpc>
                <a:spcPct val="100000"/>
              </a:lnSpc>
              <a:buNone/>
              <a:tabLst>
                <a:tab pos="0" algn="l"/>
              </a:tabLst>
            </a:pPr>
            <a:r>
              <a:rPr lang="en" sz="3500" b="0" u="none" strike="noStrike">
                <a:solidFill>
                  <a:srgbClr val="000000"/>
                </a:solidFill>
                <a:effectLst/>
                <a:uFillTx/>
                <a:latin typeface="Anton"/>
                <a:ea typeface="Anton"/>
              </a:rPr>
              <a:t>Data Collection</a:t>
            </a:r>
            <a:endParaRPr lang="en-US" sz="3500" b="0" u="none" strike="noStrike">
              <a:solidFill>
                <a:srgbClr val="000000"/>
              </a:solidFill>
              <a:effectLst/>
              <a:uFillTx/>
              <a:latin typeface="Arial"/>
            </a:endParaRPr>
          </a:p>
        </p:txBody>
      </p:sp>
      <p:sp>
        <p:nvSpPr>
          <p:cNvPr id="152" name="PlaceHolder 2"/>
          <p:cNvSpPr>
            <a:spLocks noGrp="1"/>
          </p:cNvSpPr>
          <p:nvPr>
            <p:ph type="sldNum" idx="35"/>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7C0B6D4E-3CF3-41A4-9AC0-C8ECF8541B6C}" type="slidenum">
              <a:rPr lang="en" sz="1300" b="0" u="none" strike="noStrike">
                <a:solidFill>
                  <a:schemeClr val="dk1"/>
                </a:solidFill>
                <a:effectLst/>
                <a:uFillTx/>
                <a:latin typeface="Arial"/>
                <a:ea typeface="Arial"/>
              </a:rPr>
              <a:t>2</a:t>
            </a:fld>
            <a:endParaRPr lang="en-US" sz="1300" b="0" u="none" strike="noStrike">
              <a:solidFill>
                <a:srgbClr val="000000"/>
              </a:solidFill>
              <a:effectLst/>
              <a:uFillTx/>
              <a:latin typeface="Times New Roman"/>
            </a:endParaRPr>
          </a:p>
        </p:txBody>
      </p:sp>
      <p:sp>
        <p:nvSpPr>
          <p:cNvPr id="153" name="Rectangle: Rounded Corners 2"/>
          <p:cNvSpPr/>
          <p:nvPr/>
        </p:nvSpPr>
        <p:spPr>
          <a:xfrm>
            <a:off x="6614280" y="3450960"/>
            <a:ext cx="3474360" cy="89568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On-device Training</a:t>
            </a:r>
            <a:endParaRPr lang="en-US" sz="2400" b="0" u="none" strike="noStrike">
              <a:solidFill>
                <a:srgbClr val="000000"/>
              </a:solidFill>
              <a:effectLst/>
              <a:uFillTx/>
              <a:latin typeface="Arial"/>
            </a:endParaRPr>
          </a:p>
        </p:txBody>
      </p:sp>
      <p:sp>
        <p:nvSpPr>
          <p:cNvPr id="154" name="Rectangle: Rounded Corners 3"/>
          <p:cNvSpPr/>
          <p:nvPr/>
        </p:nvSpPr>
        <p:spPr>
          <a:xfrm>
            <a:off x="6614280" y="4582080"/>
            <a:ext cx="3474360" cy="89568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Federated Learning</a:t>
            </a:r>
            <a:endParaRPr lang="en-US" sz="2400" b="0" u="none" strike="noStrike">
              <a:solidFill>
                <a:srgbClr val="000000"/>
              </a:solidFill>
              <a:effectLst/>
              <a:uFillTx/>
              <a:latin typeface="Arial"/>
            </a:endParaRPr>
          </a:p>
        </p:txBody>
      </p:sp>
      <p:cxnSp>
        <p:nvCxnSpPr>
          <p:cNvPr id="155" name="Straight Connector 5"/>
          <p:cNvCxnSpPr>
            <a:stCxn id="156" idx="2"/>
            <a:endCxn id="153" idx="0"/>
          </p:cNvCxnSpPr>
          <p:nvPr/>
        </p:nvCxnSpPr>
        <p:spPr>
          <a:xfrm>
            <a:off x="8351280" y="3215520"/>
            <a:ext cx="360" cy="235800"/>
          </a:xfrm>
          <a:prstGeom prst="straightConnector1">
            <a:avLst/>
          </a:prstGeom>
          <a:ln w="50800">
            <a:solidFill>
              <a:srgbClr val="9C6114"/>
            </a:solidFill>
            <a:round/>
          </a:ln>
        </p:spPr>
      </p:cxnSp>
      <p:cxnSp>
        <p:nvCxnSpPr>
          <p:cNvPr id="157" name="Straight Connector 6"/>
          <p:cNvCxnSpPr>
            <a:stCxn id="153" idx="2"/>
            <a:endCxn id="154" idx="0"/>
          </p:cNvCxnSpPr>
          <p:nvPr/>
        </p:nvCxnSpPr>
        <p:spPr>
          <a:xfrm>
            <a:off x="8351280" y="4346640"/>
            <a:ext cx="360" cy="235800"/>
          </a:xfrm>
          <a:prstGeom prst="straightConnector1">
            <a:avLst/>
          </a:prstGeom>
          <a:ln w="50800">
            <a:solidFill>
              <a:srgbClr val="9C6114"/>
            </a:solidFill>
            <a:round/>
          </a:ln>
        </p:spPr>
      </p:cxnSp>
      <p:sp>
        <p:nvSpPr>
          <p:cNvPr id="156" name="Rectangle: Rounded Corners 1"/>
          <p:cNvSpPr/>
          <p:nvPr/>
        </p:nvSpPr>
        <p:spPr>
          <a:xfrm>
            <a:off x="6614280" y="2319840"/>
            <a:ext cx="3474360" cy="89568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1"/>
                </a:solidFill>
                <a:effectLst/>
                <a:uFillTx/>
                <a:latin typeface="Arial"/>
                <a:ea typeface="Arial"/>
              </a:rPr>
              <a:t>Data Collection</a:t>
            </a:r>
            <a:endParaRPr lang="en-US" sz="2400" b="0" u="none" strike="noStrike">
              <a:solidFill>
                <a:srgbClr val="FFFFFF"/>
              </a:solidFill>
              <a:effectLst/>
              <a:uFillTx/>
              <a:latin typeface="Arial"/>
            </a:endParaRPr>
          </a:p>
        </p:txBody>
      </p:sp>
      <p:sp>
        <p:nvSpPr>
          <p:cNvPr id="158" name="Rectangle: Rounded Corners 17"/>
          <p:cNvSpPr/>
          <p:nvPr/>
        </p:nvSpPr>
        <p:spPr>
          <a:xfrm>
            <a:off x="6626880" y="1238760"/>
            <a:ext cx="3474360" cy="714240"/>
          </a:xfrm>
          <a:prstGeom prst="roundRect">
            <a:avLst>
              <a:gd name="adj" fmla="val 50000"/>
            </a:avLst>
          </a:prstGeom>
          <a:solidFill>
            <a:schemeClr val="lt1"/>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1" u="none" strike="noStrike">
                <a:solidFill>
                  <a:schemeClr val="lt2"/>
                </a:solidFill>
                <a:effectLst/>
                <a:uFillTx/>
                <a:latin typeface="Arial"/>
                <a:ea typeface="Arial"/>
              </a:rPr>
              <a:t>CONTENTS</a:t>
            </a:r>
            <a:endParaRPr lang="en-US" sz="24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spcAft>
                <a:spcPts val="1599"/>
              </a:spcAft>
              <a:buNone/>
            </a:pPr>
            <a:r>
              <a:rPr lang="en" sz="3500" b="0" u="none" strike="noStrike">
                <a:solidFill>
                  <a:schemeClr val="dk1"/>
                </a:solidFill>
                <a:effectLst/>
                <a:uFillTx/>
                <a:latin typeface="Anton"/>
                <a:ea typeface="Anton"/>
              </a:rPr>
              <a:t>Data</a:t>
            </a:r>
            <a:r>
              <a:rPr lang="en-US" sz="3500" b="0" u="none" strike="noStrike">
                <a:solidFill>
                  <a:schemeClr val="dk1"/>
                </a:solidFill>
                <a:effectLst/>
                <a:uFillTx/>
                <a:latin typeface="Anton"/>
                <a:ea typeface="Anton"/>
              </a:rPr>
              <a:t>set - acoustic dataset of brushless DC motors</a:t>
            </a:r>
            <a:endParaRPr lang="en-US" sz="3500" b="0" u="none" strike="noStrike">
              <a:solidFill>
                <a:srgbClr val="000000"/>
              </a:solidFill>
              <a:effectLst/>
              <a:uFillTx/>
              <a:latin typeface="Arial"/>
            </a:endParaRPr>
          </a:p>
        </p:txBody>
      </p:sp>
      <p:sp>
        <p:nvSpPr>
          <p:cNvPr id="160" name="PlaceHolder 2"/>
          <p:cNvSpPr>
            <a:spLocks noGrp="1"/>
          </p:cNvSpPr>
          <p:nvPr>
            <p:ph type="sldNum" idx="36"/>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F5CE1A15-A8CA-4D00-B863-0C638725C4BB}" type="slidenum">
              <a:rPr lang="en" sz="1300" b="0" u="none" strike="noStrike">
                <a:solidFill>
                  <a:schemeClr val="dk1"/>
                </a:solidFill>
                <a:effectLst/>
                <a:uFillTx/>
                <a:latin typeface="Arial Narrow"/>
                <a:ea typeface="Arial Narrow"/>
              </a:rPr>
              <a:t>3</a:t>
            </a:fld>
            <a:endParaRPr lang="en-US" sz="1300" b="0" u="none" strike="noStrike">
              <a:solidFill>
                <a:srgbClr val="000000"/>
              </a:solidFill>
              <a:effectLst/>
              <a:uFillTx/>
              <a:latin typeface="Times New Roman"/>
            </a:endParaRPr>
          </a:p>
        </p:txBody>
      </p:sp>
      <p:grpSp>
        <p:nvGrpSpPr>
          <p:cNvPr id="161" name="Group 17"/>
          <p:cNvGrpSpPr/>
          <p:nvPr/>
        </p:nvGrpSpPr>
        <p:grpSpPr>
          <a:xfrm>
            <a:off x="537840" y="1160280"/>
            <a:ext cx="11116080" cy="5135400"/>
            <a:chOff x="537840" y="1160280"/>
            <a:chExt cx="11116080" cy="5135400"/>
          </a:xfrm>
        </p:grpSpPr>
        <p:cxnSp>
          <p:nvCxnSpPr>
            <p:cNvPr id="162" name="Straight Connector 272"/>
            <p:cNvCxnSpPr/>
            <p:nvPr/>
          </p:nvCxnSpPr>
          <p:spPr>
            <a:xfrm>
              <a:off x="2231640" y="3696120"/>
              <a:ext cx="7503120" cy="360"/>
            </a:xfrm>
            <a:prstGeom prst="straightConnector1">
              <a:avLst/>
            </a:prstGeom>
            <a:ln w="12700" cap="rnd">
              <a:solidFill>
                <a:srgbClr val="9C6114"/>
              </a:solidFill>
              <a:prstDash val="sysDash"/>
              <a:round/>
            </a:ln>
          </p:spPr>
        </p:cxnSp>
        <p:sp>
          <p:nvSpPr>
            <p:cNvPr id="163" name="Rectangle: Rounded Corners 214"/>
            <p:cNvSpPr/>
            <p:nvPr/>
          </p:nvSpPr>
          <p:spPr>
            <a:xfrm>
              <a:off x="3003480" y="2894400"/>
              <a:ext cx="380880" cy="3401280"/>
            </a:xfrm>
            <a:prstGeom prst="roundRect">
              <a:avLst>
                <a:gd name="adj" fmla="val 26871"/>
              </a:avLst>
            </a:prstGeom>
            <a:solidFill>
              <a:schemeClr val="lt2">
                <a:alpha val="21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US" sz="1800" b="1" u="none" strike="noStrike">
                <a:solidFill>
                  <a:schemeClr val="lt2"/>
                </a:solidFill>
                <a:effectLst/>
                <a:uFillTx/>
                <a:latin typeface="Arial"/>
                <a:ea typeface="Arial"/>
              </a:endParaRPr>
            </a:p>
          </p:txBody>
        </p:sp>
        <p:sp>
          <p:nvSpPr>
            <p:cNvPr id="164" name="Rectangle: Rounded Corners 223"/>
            <p:cNvSpPr/>
            <p:nvPr/>
          </p:nvSpPr>
          <p:spPr>
            <a:xfrm>
              <a:off x="3544920" y="2894400"/>
              <a:ext cx="380880" cy="2727000"/>
            </a:xfrm>
            <a:prstGeom prst="roundRect">
              <a:avLst>
                <a:gd name="adj" fmla="val 26871"/>
              </a:avLst>
            </a:prstGeom>
            <a:solidFill>
              <a:schemeClr val="lt2">
                <a:alpha val="21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US" sz="1800" b="1" u="none" strike="noStrike">
                <a:solidFill>
                  <a:schemeClr val="lt2"/>
                </a:solidFill>
                <a:effectLst/>
                <a:uFillTx/>
                <a:latin typeface="Arial"/>
                <a:ea typeface="Arial"/>
              </a:endParaRPr>
            </a:p>
          </p:txBody>
        </p:sp>
        <p:sp>
          <p:nvSpPr>
            <p:cNvPr id="165" name="Rectangle: Rounded Corners 232"/>
            <p:cNvSpPr/>
            <p:nvPr/>
          </p:nvSpPr>
          <p:spPr>
            <a:xfrm>
              <a:off x="5792760" y="2894400"/>
              <a:ext cx="380880" cy="3089160"/>
            </a:xfrm>
            <a:prstGeom prst="roundRect">
              <a:avLst>
                <a:gd name="adj" fmla="val 26871"/>
              </a:avLst>
            </a:prstGeom>
            <a:solidFill>
              <a:schemeClr val="lt2">
                <a:alpha val="21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US" sz="1800" b="1" u="none" strike="noStrike">
                <a:solidFill>
                  <a:schemeClr val="lt2"/>
                </a:solidFill>
                <a:effectLst/>
                <a:uFillTx/>
                <a:latin typeface="Arial"/>
                <a:ea typeface="Arial"/>
              </a:endParaRPr>
            </a:p>
          </p:txBody>
        </p:sp>
        <p:sp>
          <p:nvSpPr>
            <p:cNvPr id="166" name="Rectangle: Rounded Corners 241"/>
            <p:cNvSpPr/>
            <p:nvPr/>
          </p:nvSpPr>
          <p:spPr>
            <a:xfrm>
              <a:off x="8331480" y="2894400"/>
              <a:ext cx="380880" cy="2727000"/>
            </a:xfrm>
            <a:prstGeom prst="roundRect">
              <a:avLst>
                <a:gd name="adj" fmla="val 26871"/>
              </a:avLst>
            </a:prstGeom>
            <a:solidFill>
              <a:schemeClr val="lt2">
                <a:alpha val="21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US" sz="1800" b="1" u="none" strike="noStrike">
                <a:solidFill>
                  <a:schemeClr val="lt2"/>
                </a:solidFill>
                <a:effectLst/>
                <a:uFillTx/>
                <a:latin typeface="Arial"/>
                <a:ea typeface="Arial"/>
              </a:endParaRPr>
            </a:p>
          </p:txBody>
        </p:sp>
        <p:sp>
          <p:nvSpPr>
            <p:cNvPr id="167" name="Rectangle: Rounded Corners 253"/>
            <p:cNvSpPr/>
            <p:nvPr/>
          </p:nvSpPr>
          <p:spPr>
            <a:xfrm>
              <a:off x="8856360" y="2894400"/>
              <a:ext cx="380880" cy="3401280"/>
            </a:xfrm>
            <a:prstGeom prst="roundRect">
              <a:avLst>
                <a:gd name="adj" fmla="val 26871"/>
              </a:avLst>
            </a:prstGeom>
            <a:solidFill>
              <a:schemeClr val="lt2">
                <a:alpha val="21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US" sz="1800" b="1" u="none" strike="noStrike">
                <a:solidFill>
                  <a:schemeClr val="lt2"/>
                </a:solidFill>
                <a:effectLst/>
                <a:uFillTx/>
                <a:latin typeface="Arial"/>
                <a:ea typeface="Arial"/>
              </a:endParaRPr>
            </a:p>
          </p:txBody>
        </p:sp>
        <p:sp>
          <p:nvSpPr>
            <p:cNvPr id="168" name="Rectangle: Rounded Corners 7"/>
            <p:cNvSpPr/>
            <p:nvPr/>
          </p:nvSpPr>
          <p:spPr>
            <a:xfrm>
              <a:off x="537840" y="2202840"/>
              <a:ext cx="3900600" cy="1411920"/>
            </a:xfrm>
            <a:prstGeom prst="roundRect">
              <a:avLst>
                <a:gd name="adj" fmla="val 26588"/>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169" name="Rectangle: Rounded Corners 2"/>
            <p:cNvSpPr/>
            <p:nvPr/>
          </p:nvSpPr>
          <p:spPr>
            <a:xfrm>
              <a:off x="2231640" y="2460960"/>
              <a:ext cx="1901880" cy="89568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t">
              <a:noAutofit/>
            </a:bodyPr>
            <a:lstStyle/>
            <a:p>
              <a:pPr algn="ctr">
                <a:lnSpc>
                  <a:spcPct val="100000"/>
                </a:lnSpc>
              </a:pPr>
              <a:r>
                <a:rPr lang="en-US" sz="1800" b="0" u="none" strike="noStrike">
                  <a:solidFill>
                    <a:schemeClr val="lt1"/>
                  </a:solidFill>
                  <a:effectLst/>
                  <a:uFillTx/>
                  <a:latin typeface="Arial"/>
                  <a:ea typeface="Arial"/>
                </a:rPr>
                <a:t>Healthy</a:t>
              </a:r>
              <a:endParaRPr lang="en-US" sz="1800" b="0" u="none" strike="noStrike">
                <a:solidFill>
                  <a:srgbClr val="FFFFFF"/>
                </a:solidFill>
                <a:effectLst/>
                <a:uFillTx/>
                <a:latin typeface="Arial"/>
              </a:endParaRPr>
            </a:p>
          </p:txBody>
        </p:sp>
        <p:sp>
          <p:nvSpPr>
            <p:cNvPr id="170" name="Rectangle: Rounded Corners 203"/>
            <p:cNvSpPr/>
            <p:nvPr/>
          </p:nvSpPr>
          <p:spPr>
            <a:xfrm>
              <a:off x="2451600" y="2894400"/>
              <a:ext cx="380880" cy="3401280"/>
            </a:xfrm>
            <a:prstGeom prst="roundRect">
              <a:avLst>
                <a:gd name="adj" fmla="val 26871"/>
              </a:avLst>
            </a:prstGeom>
            <a:solidFill>
              <a:schemeClr val="lt2">
                <a:alpha val="21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US" sz="1800" b="1" u="none" strike="noStrike">
                <a:solidFill>
                  <a:schemeClr val="lt2"/>
                </a:solidFill>
                <a:effectLst/>
                <a:uFillTx/>
                <a:latin typeface="Arial"/>
                <a:ea typeface="Arial"/>
              </a:endParaRPr>
            </a:p>
          </p:txBody>
        </p:sp>
        <p:sp>
          <p:nvSpPr>
            <p:cNvPr id="171" name="Rectangle: Rounded Corners 6"/>
            <p:cNvSpPr/>
            <p:nvPr/>
          </p:nvSpPr>
          <p:spPr>
            <a:xfrm>
              <a:off x="4784400" y="2202840"/>
              <a:ext cx="6869520" cy="1411920"/>
            </a:xfrm>
            <a:prstGeom prst="roundRect">
              <a:avLst>
                <a:gd name="adj" fmla="val 26588"/>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172" name="Rectangle: Rounded Corners 1"/>
            <p:cNvSpPr/>
            <p:nvPr/>
          </p:nvSpPr>
          <p:spPr>
            <a:xfrm>
              <a:off x="4245840" y="1160280"/>
              <a:ext cx="3474360" cy="69264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0" u="none" strike="noStrike">
                  <a:solidFill>
                    <a:schemeClr val="lt1"/>
                  </a:solidFill>
                  <a:effectLst/>
                  <a:uFillTx/>
                  <a:latin typeface="Arial"/>
                  <a:ea typeface="Arial"/>
                </a:rPr>
                <a:t>Dataset</a:t>
              </a:r>
              <a:endParaRPr lang="en-US" sz="1800" b="0" u="none" strike="noStrike">
                <a:solidFill>
                  <a:srgbClr val="FFFFFF"/>
                </a:solidFill>
                <a:effectLst/>
                <a:uFillTx/>
                <a:latin typeface="Arial"/>
              </a:endParaRPr>
            </a:p>
            <a:p>
              <a:pPr algn="ctr">
                <a:lnSpc>
                  <a:spcPct val="100000"/>
                </a:lnSpc>
              </a:pPr>
              <a:r>
                <a:rPr lang="en-US" sz="1800" b="0" u="none" strike="noStrike">
                  <a:solidFill>
                    <a:schemeClr val="lt1"/>
                  </a:solidFill>
                  <a:effectLst/>
                  <a:uFillTx/>
                  <a:latin typeface="Arial"/>
                  <a:ea typeface="Arial"/>
                </a:rPr>
                <a:t>(Data in Brief *)</a:t>
              </a:r>
              <a:endParaRPr lang="en-US" sz="1800" b="0" u="none" strike="noStrike">
                <a:solidFill>
                  <a:srgbClr val="FFFFFF"/>
                </a:solidFill>
                <a:effectLst/>
                <a:uFillTx/>
                <a:latin typeface="Arial"/>
              </a:endParaRPr>
            </a:p>
          </p:txBody>
        </p:sp>
        <p:sp>
          <p:nvSpPr>
            <p:cNvPr id="173" name="Rectangle: Rounded Corners 4"/>
            <p:cNvSpPr/>
            <p:nvPr/>
          </p:nvSpPr>
          <p:spPr>
            <a:xfrm>
              <a:off x="5032080" y="2460960"/>
              <a:ext cx="1901880" cy="89568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t">
              <a:noAutofit/>
            </a:bodyPr>
            <a:lstStyle/>
            <a:p>
              <a:pPr algn="ctr">
                <a:lnSpc>
                  <a:spcPct val="100000"/>
                </a:lnSpc>
              </a:pPr>
              <a:r>
                <a:rPr lang="en-US" sz="1800" b="0" u="none" strike="noStrike">
                  <a:solidFill>
                    <a:schemeClr val="lt1"/>
                  </a:solidFill>
                  <a:effectLst/>
                  <a:uFillTx/>
                  <a:latin typeface="Arial"/>
                  <a:ea typeface="Arial"/>
                </a:rPr>
                <a:t>Bearing</a:t>
              </a:r>
              <a:endParaRPr lang="en-US" sz="1800" b="0" u="none" strike="noStrike">
                <a:solidFill>
                  <a:srgbClr val="FFFFFF"/>
                </a:solidFill>
                <a:effectLst/>
                <a:uFillTx/>
                <a:latin typeface="Arial"/>
              </a:endParaRPr>
            </a:p>
            <a:p>
              <a:pPr algn="ctr">
                <a:lnSpc>
                  <a:spcPct val="100000"/>
                </a:lnSpc>
              </a:pPr>
              <a:endParaRPr lang="en-US" sz="1800" b="0" u="none" strike="noStrike">
                <a:solidFill>
                  <a:srgbClr val="FFFFFF"/>
                </a:solidFill>
                <a:effectLst/>
                <a:uFillTx/>
                <a:latin typeface="Arial"/>
              </a:endParaRPr>
            </a:p>
          </p:txBody>
        </p:sp>
        <p:sp>
          <p:nvSpPr>
            <p:cNvPr id="174" name="Rectangle: Rounded Corners 5"/>
            <p:cNvSpPr/>
            <p:nvPr/>
          </p:nvSpPr>
          <p:spPr>
            <a:xfrm>
              <a:off x="7832160" y="2460960"/>
              <a:ext cx="1901880" cy="89568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t">
              <a:noAutofit/>
            </a:bodyPr>
            <a:lstStyle/>
            <a:p>
              <a:pPr algn="ctr">
                <a:lnSpc>
                  <a:spcPct val="100000"/>
                </a:lnSpc>
              </a:pPr>
              <a:r>
                <a:rPr lang="en-US" sz="1800" b="0" u="none" strike="noStrike">
                  <a:solidFill>
                    <a:schemeClr val="lt1"/>
                  </a:solidFill>
                  <a:effectLst/>
                  <a:uFillTx/>
                  <a:latin typeface="Arial"/>
                  <a:ea typeface="Arial"/>
                </a:rPr>
                <a:t>Propeller</a:t>
              </a:r>
              <a:endParaRPr lang="en-US" sz="1800" b="0" u="none" strike="noStrike">
                <a:solidFill>
                  <a:srgbClr val="FFFFFF"/>
                </a:solidFill>
                <a:effectLst/>
                <a:uFillTx/>
                <a:latin typeface="Arial"/>
              </a:endParaRPr>
            </a:p>
          </p:txBody>
        </p:sp>
        <p:sp>
          <p:nvSpPr>
            <p:cNvPr id="175" name="TextBox 8"/>
            <p:cNvSpPr/>
            <p:nvPr/>
          </p:nvSpPr>
          <p:spPr>
            <a:xfrm>
              <a:off x="714960" y="2554920"/>
              <a:ext cx="1343520" cy="707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2000" b="1" u="none" strike="noStrike">
                  <a:solidFill>
                    <a:schemeClr val="lt2"/>
                  </a:solidFill>
                  <a:effectLst/>
                  <a:uFillTx/>
                  <a:latin typeface="Arial"/>
                  <a:ea typeface="Arial"/>
                </a:rPr>
                <a:t>Healthy</a:t>
              </a:r>
              <a:endParaRPr lang="en-US" sz="2000" b="0" u="none" strike="noStrike">
                <a:solidFill>
                  <a:srgbClr val="000000"/>
                </a:solidFill>
                <a:effectLst/>
                <a:uFillTx/>
                <a:latin typeface="Arial"/>
              </a:endParaRPr>
            </a:p>
            <a:p>
              <a:pPr algn="ctr">
                <a:lnSpc>
                  <a:spcPct val="100000"/>
                </a:lnSpc>
              </a:pPr>
              <a:r>
                <a:rPr lang="en-US" sz="2000" b="1" u="none" strike="noStrike">
                  <a:solidFill>
                    <a:schemeClr val="lt2"/>
                  </a:solidFill>
                  <a:effectLst/>
                  <a:uFillTx/>
                  <a:latin typeface="Arial"/>
                  <a:ea typeface="Arial"/>
                </a:rPr>
                <a:t>(class 0)</a:t>
              </a:r>
              <a:endParaRPr lang="en-US" sz="2000" b="0" u="none" strike="noStrike">
                <a:solidFill>
                  <a:srgbClr val="000000"/>
                </a:solidFill>
                <a:effectLst/>
                <a:uFillTx/>
                <a:latin typeface="Arial"/>
              </a:endParaRPr>
            </a:p>
          </p:txBody>
        </p:sp>
        <p:sp>
          <p:nvSpPr>
            <p:cNvPr id="176" name="TextBox 9"/>
            <p:cNvSpPr/>
            <p:nvPr/>
          </p:nvSpPr>
          <p:spPr>
            <a:xfrm>
              <a:off x="10084320" y="2554920"/>
              <a:ext cx="1343520" cy="707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2000" b="1" u="none" strike="noStrike">
                  <a:solidFill>
                    <a:schemeClr val="lt2"/>
                  </a:solidFill>
                  <a:effectLst/>
                  <a:uFillTx/>
                  <a:latin typeface="Arial"/>
                  <a:ea typeface="Arial"/>
                </a:rPr>
                <a:t>Defect</a:t>
              </a:r>
              <a:endParaRPr lang="en-US" sz="2000" b="0" u="none" strike="noStrike">
                <a:solidFill>
                  <a:srgbClr val="000000"/>
                </a:solidFill>
                <a:effectLst/>
                <a:uFillTx/>
                <a:latin typeface="Arial"/>
              </a:endParaRPr>
            </a:p>
            <a:p>
              <a:pPr algn="ctr">
                <a:lnSpc>
                  <a:spcPct val="100000"/>
                </a:lnSpc>
              </a:pPr>
              <a:r>
                <a:rPr lang="en-US" sz="2000" b="1" u="none" strike="noStrike">
                  <a:solidFill>
                    <a:schemeClr val="lt2"/>
                  </a:solidFill>
                  <a:effectLst/>
                  <a:uFillTx/>
                  <a:latin typeface="Arial"/>
                  <a:ea typeface="Arial"/>
                </a:rPr>
                <a:t>(class 1)</a:t>
              </a:r>
              <a:endParaRPr lang="en-US" sz="2000" b="0" u="none" strike="noStrike">
                <a:solidFill>
                  <a:srgbClr val="000000"/>
                </a:solidFill>
                <a:effectLst/>
                <a:uFillTx/>
                <a:latin typeface="Arial"/>
              </a:endParaRPr>
            </a:p>
          </p:txBody>
        </p:sp>
        <p:cxnSp>
          <p:nvCxnSpPr>
            <p:cNvPr id="177" name="Connector: Curved 11"/>
            <p:cNvCxnSpPr>
              <a:stCxn id="172" idx="2"/>
              <a:endCxn id="169" idx="0"/>
            </p:cNvCxnSpPr>
            <p:nvPr/>
          </p:nvCxnSpPr>
          <p:spPr>
            <a:xfrm rot="5400000">
              <a:off x="4278240" y="756720"/>
              <a:ext cx="608400" cy="2800800"/>
            </a:xfrm>
            <a:prstGeom prst="curvedConnector3">
              <a:avLst>
                <a:gd name="adj1" fmla="val 61870"/>
              </a:avLst>
            </a:prstGeom>
            <a:ln w="50800">
              <a:solidFill>
                <a:srgbClr val="9C6114"/>
              </a:solidFill>
              <a:round/>
            </a:ln>
          </p:spPr>
        </p:cxnSp>
        <p:cxnSp>
          <p:nvCxnSpPr>
            <p:cNvPr id="178" name="Connector: Curved 12"/>
            <p:cNvCxnSpPr>
              <a:stCxn id="172" idx="2"/>
              <a:endCxn id="174" idx="0"/>
            </p:cNvCxnSpPr>
            <p:nvPr/>
          </p:nvCxnSpPr>
          <p:spPr>
            <a:xfrm rot="16200000" flipH="1">
              <a:off x="7079040" y="756720"/>
              <a:ext cx="608400" cy="2800440"/>
            </a:xfrm>
            <a:prstGeom prst="curvedConnector3">
              <a:avLst>
                <a:gd name="adj1" fmla="val 61870"/>
              </a:avLst>
            </a:prstGeom>
            <a:ln w="50800">
              <a:solidFill>
                <a:srgbClr val="9C6114"/>
              </a:solidFill>
              <a:round/>
            </a:ln>
          </p:spPr>
        </p:cxnSp>
        <p:cxnSp>
          <p:nvCxnSpPr>
            <p:cNvPr id="179" name="Connector: Curved 16"/>
            <p:cNvCxnSpPr>
              <a:stCxn id="172" idx="2"/>
              <a:endCxn id="173" idx="0"/>
            </p:cNvCxnSpPr>
            <p:nvPr/>
          </p:nvCxnSpPr>
          <p:spPr>
            <a:xfrm rot="16200000">
              <a:off x="5679000" y="2156760"/>
              <a:ext cx="608400" cy="360"/>
            </a:xfrm>
            <a:prstGeom prst="curvedConnector2">
              <a:avLst/>
            </a:prstGeom>
            <a:ln w="50800">
              <a:solidFill>
                <a:srgbClr val="9C6114"/>
              </a:solidFill>
              <a:round/>
            </a:ln>
          </p:spPr>
        </p:cxnSp>
        <p:sp>
          <p:nvSpPr>
            <p:cNvPr id="180" name="Rectangle: Rounded Corners 21"/>
            <p:cNvSpPr/>
            <p:nvPr/>
          </p:nvSpPr>
          <p:spPr>
            <a:xfrm>
              <a:off x="5792400" y="2900160"/>
              <a:ext cx="380880" cy="3902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1" u="none" strike="noStrike">
                  <a:solidFill>
                    <a:schemeClr val="lt2"/>
                  </a:solidFill>
                  <a:effectLst/>
                  <a:uFillTx/>
                  <a:latin typeface="Arial"/>
                  <a:ea typeface="Arial"/>
                </a:rPr>
                <a:t>7</a:t>
              </a:r>
              <a:endParaRPr lang="en-US" sz="1800" b="0" u="none" strike="noStrike">
                <a:solidFill>
                  <a:srgbClr val="000000"/>
                </a:solidFill>
                <a:effectLst/>
                <a:uFillTx/>
                <a:latin typeface="Arial"/>
              </a:endParaRPr>
            </a:p>
          </p:txBody>
        </p:sp>
        <p:sp>
          <p:nvSpPr>
            <p:cNvPr id="181" name="Rectangle: Rounded Corners 22"/>
            <p:cNvSpPr/>
            <p:nvPr/>
          </p:nvSpPr>
          <p:spPr>
            <a:xfrm>
              <a:off x="8336160" y="2900160"/>
              <a:ext cx="380880" cy="3902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1" u="none" strike="noStrike">
                  <a:solidFill>
                    <a:schemeClr val="lt2"/>
                  </a:solidFill>
                  <a:effectLst/>
                  <a:uFillTx/>
                  <a:latin typeface="Arial"/>
                  <a:ea typeface="Arial"/>
                </a:rPr>
                <a:t>6</a:t>
              </a:r>
              <a:endParaRPr lang="en-US" sz="1800" b="0" u="none" strike="noStrike">
                <a:solidFill>
                  <a:srgbClr val="000000"/>
                </a:solidFill>
                <a:effectLst/>
                <a:uFillTx/>
                <a:latin typeface="Arial"/>
              </a:endParaRPr>
            </a:p>
          </p:txBody>
        </p:sp>
        <p:sp>
          <p:nvSpPr>
            <p:cNvPr id="182" name="Rectangle: Rounded Corners 23"/>
            <p:cNvSpPr/>
            <p:nvPr/>
          </p:nvSpPr>
          <p:spPr>
            <a:xfrm>
              <a:off x="8872200" y="2900160"/>
              <a:ext cx="380880" cy="3902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1" u="none" strike="noStrike">
                  <a:solidFill>
                    <a:schemeClr val="lt2"/>
                  </a:solidFill>
                  <a:effectLst/>
                  <a:uFillTx/>
                  <a:latin typeface="Arial"/>
                  <a:ea typeface="Arial"/>
                </a:rPr>
                <a:t>8</a:t>
              </a:r>
              <a:endParaRPr lang="en-US" sz="1800" b="0" u="none" strike="noStrike">
                <a:solidFill>
                  <a:srgbClr val="000000"/>
                </a:solidFill>
                <a:effectLst/>
                <a:uFillTx/>
                <a:latin typeface="Arial"/>
              </a:endParaRPr>
            </a:p>
          </p:txBody>
        </p:sp>
        <p:sp>
          <p:nvSpPr>
            <p:cNvPr id="183" name="Rectangle: Rounded Corners 25"/>
            <p:cNvSpPr/>
            <p:nvPr/>
          </p:nvSpPr>
          <p:spPr>
            <a:xfrm>
              <a:off x="2992320" y="2900160"/>
              <a:ext cx="380880" cy="3902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1" u="none" strike="noStrike">
                  <a:solidFill>
                    <a:schemeClr val="lt2"/>
                  </a:solidFill>
                  <a:effectLst/>
                  <a:uFillTx/>
                  <a:latin typeface="Arial"/>
                  <a:ea typeface="Arial"/>
                </a:rPr>
                <a:t>8</a:t>
              </a:r>
              <a:endParaRPr lang="en-US" sz="1800" b="0" u="none" strike="noStrike">
                <a:solidFill>
                  <a:srgbClr val="000000"/>
                </a:solidFill>
                <a:effectLst/>
                <a:uFillTx/>
                <a:latin typeface="Arial"/>
              </a:endParaRPr>
            </a:p>
          </p:txBody>
        </p:sp>
        <p:sp>
          <p:nvSpPr>
            <p:cNvPr id="184" name="Rectangle: Rounded Corners 26"/>
            <p:cNvSpPr/>
            <p:nvPr/>
          </p:nvSpPr>
          <p:spPr>
            <a:xfrm>
              <a:off x="3528360" y="2900160"/>
              <a:ext cx="380880" cy="3902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1" u="none" strike="noStrike">
                  <a:solidFill>
                    <a:schemeClr val="lt2"/>
                  </a:solidFill>
                  <a:effectLst/>
                  <a:uFillTx/>
                  <a:latin typeface="Arial"/>
                  <a:ea typeface="Arial"/>
                </a:rPr>
                <a:t>6</a:t>
              </a:r>
              <a:endParaRPr lang="en-US" sz="1800" b="0" u="none" strike="noStrike">
                <a:solidFill>
                  <a:srgbClr val="000000"/>
                </a:solidFill>
                <a:effectLst/>
                <a:uFillTx/>
                <a:latin typeface="Arial"/>
              </a:endParaRPr>
            </a:p>
          </p:txBody>
        </p:sp>
        <p:sp>
          <p:nvSpPr>
            <p:cNvPr id="185" name="Rectangle: Rounded Corners 194"/>
            <p:cNvSpPr/>
            <p:nvPr/>
          </p:nvSpPr>
          <p:spPr>
            <a:xfrm>
              <a:off x="2456280" y="2900160"/>
              <a:ext cx="380880" cy="3902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1" u="none" strike="noStrike">
                  <a:solidFill>
                    <a:schemeClr val="lt2"/>
                  </a:solidFill>
                  <a:effectLst/>
                  <a:uFillTx/>
                  <a:latin typeface="Arial"/>
                  <a:ea typeface="Arial"/>
                </a:rPr>
                <a:t>8</a:t>
              </a:r>
              <a:endParaRPr lang="en-US" sz="1800" b="0" u="none" strike="noStrike">
                <a:solidFill>
                  <a:srgbClr val="000000"/>
                </a:solidFill>
                <a:effectLst/>
                <a:uFillTx/>
                <a:latin typeface="Arial"/>
              </a:endParaRPr>
            </a:p>
          </p:txBody>
        </p:sp>
        <p:sp>
          <p:nvSpPr>
            <p:cNvPr id="186" name="Oval 205"/>
            <p:cNvSpPr/>
            <p:nvPr/>
          </p:nvSpPr>
          <p:spPr>
            <a:xfrm>
              <a:off x="2523600" y="375228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87" name="Oval 206"/>
            <p:cNvSpPr/>
            <p:nvPr/>
          </p:nvSpPr>
          <p:spPr>
            <a:xfrm>
              <a:off x="2523600" y="406476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88" name="Oval 207"/>
            <p:cNvSpPr/>
            <p:nvPr/>
          </p:nvSpPr>
          <p:spPr>
            <a:xfrm>
              <a:off x="2523600" y="4376880"/>
              <a:ext cx="241560" cy="241560"/>
            </a:xfrm>
            <a:prstGeom prst="ellipse">
              <a:avLst/>
            </a:prstGeom>
            <a:pattFill prst="wdDn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89" name="Oval 209"/>
            <p:cNvSpPr/>
            <p:nvPr/>
          </p:nvSpPr>
          <p:spPr>
            <a:xfrm>
              <a:off x="2523600" y="4689360"/>
              <a:ext cx="241560" cy="241560"/>
            </a:xfrm>
            <a:prstGeom prst="ellipse">
              <a:avLst/>
            </a:prstGeom>
            <a:pattFill prst="openDmnd">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0" name="Oval 210"/>
            <p:cNvSpPr/>
            <p:nvPr/>
          </p:nvSpPr>
          <p:spPr>
            <a:xfrm>
              <a:off x="2523600" y="49971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1" name="Oval 211"/>
            <p:cNvSpPr/>
            <p:nvPr/>
          </p:nvSpPr>
          <p:spPr>
            <a:xfrm>
              <a:off x="2523600" y="530928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2" name="Oval 212"/>
            <p:cNvSpPr/>
            <p:nvPr/>
          </p:nvSpPr>
          <p:spPr>
            <a:xfrm>
              <a:off x="2523600" y="56217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3" name="Oval 213"/>
            <p:cNvSpPr/>
            <p:nvPr/>
          </p:nvSpPr>
          <p:spPr>
            <a:xfrm>
              <a:off x="2523600" y="593424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4" name="Oval 215"/>
            <p:cNvSpPr/>
            <p:nvPr/>
          </p:nvSpPr>
          <p:spPr>
            <a:xfrm>
              <a:off x="3075480" y="375228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5" name="Oval 216"/>
            <p:cNvSpPr/>
            <p:nvPr/>
          </p:nvSpPr>
          <p:spPr>
            <a:xfrm>
              <a:off x="3075480" y="406476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6" name="Oval 217"/>
            <p:cNvSpPr/>
            <p:nvPr/>
          </p:nvSpPr>
          <p:spPr>
            <a:xfrm>
              <a:off x="3075480" y="4376880"/>
              <a:ext cx="241560" cy="241560"/>
            </a:xfrm>
            <a:prstGeom prst="ellipse">
              <a:avLst/>
            </a:prstGeom>
            <a:pattFill prst="wdDn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7" name="Oval 218"/>
            <p:cNvSpPr/>
            <p:nvPr/>
          </p:nvSpPr>
          <p:spPr>
            <a:xfrm>
              <a:off x="3075480" y="4689360"/>
              <a:ext cx="241560" cy="241560"/>
            </a:xfrm>
            <a:prstGeom prst="ellipse">
              <a:avLst/>
            </a:prstGeom>
            <a:pattFill prst="openDmnd">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8" name="Oval 219"/>
            <p:cNvSpPr/>
            <p:nvPr/>
          </p:nvSpPr>
          <p:spPr>
            <a:xfrm>
              <a:off x="3075480" y="49971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9" name="Oval 220"/>
            <p:cNvSpPr/>
            <p:nvPr/>
          </p:nvSpPr>
          <p:spPr>
            <a:xfrm>
              <a:off x="3075480" y="530928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0" name="Oval 221"/>
            <p:cNvSpPr/>
            <p:nvPr/>
          </p:nvSpPr>
          <p:spPr>
            <a:xfrm>
              <a:off x="3075480" y="56217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1" name="Oval 222"/>
            <p:cNvSpPr/>
            <p:nvPr/>
          </p:nvSpPr>
          <p:spPr>
            <a:xfrm>
              <a:off x="3075480" y="593424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2" name="Oval 224"/>
            <p:cNvSpPr/>
            <p:nvPr/>
          </p:nvSpPr>
          <p:spPr>
            <a:xfrm>
              <a:off x="3616560" y="375228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3" name="Oval 225"/>
            <p:cNvSpPr/>
            <p:nvPr/>
          </p:nvSpPr>
          <p:spPr>
            <a:xfrm>
              <a:off x="3616560" y="406476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4" name="Oval 226"/>
            <p:cNvSpPr/>
            <p:nvPr/>
          </p:nvSpPr>
          <p:spPr>
            <a:xfrm>
              <a:off x="3616560" y="4376880"/>
              <a:ext cx="241560" cy="241560"/>
            </a:xfrm>
            <a:prstGeom prst="ellipse">
              <a:avLst/>
            </a:prstGeom>
            <a:pattFill prst="wdDn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5" name="Oval 227"/>
            <p:cNvSpPr/>
            <p:nvPr/>
          </p:nvSpPr>
          <p:spPr>
            <a:xfrm>
              <a:off x="3616560" y="4689360"/>
              <a:ext cx="241560" cy="241560"/>
            </a:xfrm>
            <a:prstGeom prst="ellipse">
              <a:avLst/>
            </a:prstGeom>
            <a:pattFill prst="openDmnd">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6" name="Oval 228"/>
            <p:cNvSpPr/>
            <p:nvPr/>
          </p:nvSpPr>
          <p:spPr>
            <a:xfrm>
              <a:off x="3616560" y="49971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7" name="Oval 229"/>
            <p:cNvSpPr/>
            <p:nvPr/>
          </p:nvSpPr>
          <p:spPr>
            <a:xfrm>
              <a:off x="3616560" y="530928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8" name="Oval 233"/>
            <p:cNvSpPr/>
            <p:nvPr/>
          </p:nvSpPr>
          <p:spPr>
            <a:xfrm>
              <a:off x="5864760" y="375228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9" name="Oval 234"/>
            <p:cNvSpPr/>
            <p:nvPr/>
          </p:nvSpPr>
          <p:spPr>
            <a:xfrm>
              <a:off x="5864760" y="406476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0" name="Oval 235"/>
            <p:cNvSpPr/>
            <p:nvPr/>
          </p:nvSpPr>
          <p:spPr>
            <a:xfrm>
              <a:off x="5864760" y="4376880"/>
              <a:ext cx="241560" cy="241560"/>
            </a:xfrm>
            <a:prstGeom prst="ellipse">
              <a:avLst/>
            </a:prstGeom>
            <a:pattFill prst="wdDn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1" name="Oval 236"/>
            <p:cNvSpPr/>
            <p:nvPr/>
          </p:nvSpPr>
          <p:spPr>
            <a:xfrm>
              <a:off x="5864760" y="4689360"/>
              <a:ext cx="241560" cy="241560"/>
            </a:xfrm>
            <a:prstGeom prst="ellipse">
              <a:avLst/>
            </a:prstGeom>
            <a:pattFill prst="openDmnd">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2" name="Oval 237"/>
            <p:cNvSpPr/>
            <p:nvPr/>
          </p:nvSpPr>
          <p:spPr>
            <a:xfrm>
              <a:off x="5864760" y="49971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3" name="Oval 238"/>
            <p:cNvSpPr/>
            <p:nvPr/>
          </p:nvSpPr>
          <p:spPr>
            <a:xfrm>
              <a:off x="5864760" y="530928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4" name="Oval 239"/>
            <p:cNvSpPr/>
            <p:nvPr/>
          </p:nvSpPr>
          <p:spPr>
            <a:xfrm>
              <a:off x="5864760" y="56217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5" name="Oval 242"/>
            <p:cNvSpPr/>
            <p:nvPr/>
          </p:nvSpPr>
          <p:spPr>
            <a:xfrm>
              <a:off x="8403480" y="375228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6" name="Oval 243"/>
            <p:cNvSpPr/>
            <p:nvPr/>
          </p:nvSpPr>
          <p:spPr>
            <a:xfrm>
              <a:off x="8403480" y="406476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7" name="Oval 244"/>
            <p:cNvSpPr/>
            <p:nvPr/>
          </p:nvSpPr>
          <p:spPr>
            <a:xfrm>
              <a:off x="8403480" y="4376880"/>
              <a:ext cx="241560" cy="241560"/>
            </a:xfrm>
            <a:prstGeom prst="ellipse">
              <a:avLst/>
            </a:prstGeom>
            <a:pattFill prst="wdDn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8" name="Oval 245"/>
            <p:cNvSpPr/>
            <p:nvPr/>
          </p:nvSpPr>
          <p:spPr>
            <a:xfrm>
              <a:off x="8403480" y="4689360"/>
              <a:ext cx="241560" cy="241560"/>
            </a:xfrm>
            <a:prstGeom prst="ellipse">
              <a:avLst/>
            </a:prstGeom>
            <a:pattFill prst="openDmnd">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9" name="Oval 246"/>
            <p:cNvSpPr/>
            <p:nvPr/>
          </p:nvSpPr>
          <p:spPr>
            <a:xfrm>
              <a:off x="8403480" y="49971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0" name="Oval 250"/>
            <p:cNvSpPr/>
            <p:nvPr/>
          </p:nvSpPr>
          <p:spPr>
            <a:xfrm>
              <a:off x="8403480" y="530928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1" name="Oval 254"/>
            <p:cNvSpPr/>
            <p:nvPr/>
          </p:nvSpPr>
          <p:spPr>
            <a:xfrm>
              <a:off x="8928360" y="375228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2" name="Oval 255"/>
            <p:cNvSpPr/>
            <p:nvPr/>
          </p:nvSpPr>
          <p:spPr>
            <a:xfrm>
              <a:off x="8928360" y="406476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3" name="Oval 256"/>
            <p:cNvSpPr/>
            <p:nvPr/>
          </p:nvSpPr>
          <p:spPr>
            <a:xfrm>
              <a:off x="8928360" y="4376880"/>
              <a:ext cx="241560" cy="241560"/>
            </a:xfrm>
            <a:prstGeom prst="ellipse">
              <a:avLst/>
            </a:prstGeom>
            <a:pattFill prst="wdDn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4" name="Oval 257"/>
            <p:cNvSpPr/>
            <p:nvPr/>
          </p:nvSpPr>
          <p:spPr>
            <a:xfrm>
              <a:off x="8928360" y="4689360"/>
              <a:ext cx="241560" cy="241560"/>
            </a:xfrm>
            <a:prstGeom prst="ellipse">
              <a:avLst/>
            </a:prstGeom>
            <a:pattFill prst="openDmnd">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5" name="Oval 258"/>
            <p:cNvSpPr/>
            <p:nvPr/>
          </p:nvSpPr>
          <p:spPr>
            <a:xfrm>
              <a:off x="8928360" y="49971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6" name="Oval 259"/>
            <p:cNvSpPr/>
            <p:nvPr/>
          </p:nvSpPr>
          <p:spPr>
            <a:xfrm>
              <a:off x="8928360" y="530928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7" name="Oval 260"/>
            <p:cNvSpPr/>
            <p:nvPr/>
          </p:nvSpPr>
          <p:spPr>
            <a:xfrm>
              <a:off x="8928360" y="56217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8" name="Oval 261"/>
            <p:cNvSpPr/>
            <p:nvPr/>
          </p:nvSpPr>
          <p:spPr>
            <a:xfrm>
              <a:off x="8928360" y="593424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9" name="TextBox 267"/>
            <p:cNvSpPr/>
            <p:nvPr/>
          </p:nvSpPr>
          <p:spPr>
            <a:xfrm>
              <a:off x="6580800" y="3858120"/>
              <a:ext cx="134352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1600" b="1" u="none" strike="noStrike">
                  <a:solidFill>
                    <a:schemeClr val="lt2"/>
                  </a:solidFill>
                  <a:effectLst/>
                  <a:uFillTx/>
                  <a:latin typeface="Arial"/>
                  <a:ea typeface="Arial"/>
                </a:rPr>
                <a:t>Train set</a:t>
              </a:r>
              <a:endParaRPr lang="en-US" sz="1600" b="0" u="none" strike="noStrike">
                <a:solidFill>
                  <a:srgbClr val="000000"/>
                </a:solidFill>
                <a:effectLst/>
                <a:uFillTx/>
                <a:latin typeface="Arial"/>
              </a:endParaRPr>
            </a:p>
          </p:txBody>
        </p:sp>
        <p:sp>
          <p:nvSpPr>
            <p:cNvPr id="230" name="TextBox 268"/>
            <p:cNvSpPr/>
            <p:nvPr/>
          </p:nvSpPr>
          <p:spPr>
            <a:xfrm>
              <a:off x="6137280" y="4330440"/>
              <a:ext cx="215784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1600" b="1" u="none" strike="noStrike">
                  <a:solidFill>
                    <a:schemeClr val="lt2"/>
                  </a:solidFill>
                  <a:effectLst/>
                  <a:uFillTx/>
                  <a:latin typeface="Arial"/>
                  <a:ea typeface="Arial"/>
                </a:rPr>
                <a:t>Validation set</a:t>
              </a:r>
              <a:endParaRPr lang="en-US" sz="1600" b="0" u="none" strike="noStrike">
                <a:solidFill>
                  <a:srgbClr val="000000"/>
                </a:solidFill>
                <a:effectLst/>
                <a:uFillTx/>
                <a:latin typeface="Arial"/>
              </a:endParaRPr>
            </a:p>
          </p:txBody>
        </p:sp>
        <p:sp>
          <p:nvSpPr>
            <p:cNvPr id="231" name="TextBox 269"/>
            <p:cNvSpPr/>
            <p:nvPr/>
          </p:nvSpPr>
          <p:spPr>
            <a:xfrm>
              <a:off x="6597360" y="4645080"/>
              <a:ext cx="134352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1600" b="1" u="none" strike="noStrike">
                  <a:solidFill>
                    <a:schemeClr val="lt2"/>
                  </a:solidFill>
                  <a:effectLst/>
                  <a:uFillTx/>
                  <a:latin typeface="Arial"/>
                  <a:ea typeface="Arial"/>
                </a:rPr>
                <a:t>Test set</a:t>
              </a:r>
              <a:endParaRPr lang="en-US" sz="1600" b="0" u="none" strike="noStrike">
                <a:solidFill>
                  <a:srgbClr val="000000"/>
                </a:solidFill>
                <a:effectLst/>
                <a:uFillTx/>
                <a:latin typeface="Arial"/>
              </a:endParaRPr>
            </a:p>
          </p:txBody>
        </p:sp>
        <p:sp>
          <p:nvSpPr>
            <p:cNvPr id="232" name="TextBox 270"/>
            <p:cNvSpPr/>
            <p:nvPr/>
          </p:nvSpPr>
          <p:spPr>
            <a:xfrm>
              <a:off x="6229800" y="5405760"/>
              <a:ext cx="215784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1600" b="1" u="none" strike="noStrike">
                  <a:solidFill>
                    <a:schemeClr val="lt2"/>
                  </a:solidFill>
                  <a:effectLst/>
                  <a:uFillTx/>
                  <a:latin typeface="Arial"/>
                  <a:ea typeface="Arial"/>
                </a:rPr>
                <a:t>Not used</a:t>
              </a:r>
              <a:endParaRPr lang="en-US" sz="1600" b="0" u="none" strike="noStrike">
                <a:solidFill>
                  <a:srgbClr val="000000"/>
                </a:solidFill>
                <a:effectLst/>
                <a:uFillTx/>
                <a:latin typeface="Arial"/>
              </a:endParaRPr>
            </a:p>
          </p:txBody>
        </p:sp>
        <p:cxnSp>
          <p:nvCxnSpPr>
            <p:cNvPr id="233" name="Straight Connector 275"/>
            <p:cNvCxnSpPr/>
            <p:nvPr/>
          </p:nvCxnSpPr>
          <p:spPr>
            <a:xfrm>
              <a:off x="2231640" y="4339800"/>
              <a:ext cx="7503120" cy="360"/>
            </a:xfrm>
            <a:prstGeom prst="straightConnector1">
              <a:avLst/>
            </a:prstGeom>
            <a:ln w="12700" cap="rnd">
              <a:solidFill>
                <a:srgbClr val="9C6114"/>
              </a:solidFill>
              <a:prstDash val="sysDash"/>
              <a:round/>
            </a:ln>
          </p:spPr>
        </p:cxnSp>
        <p:cxnSp>
          <p:nvCxnSpPr>
            <p:cNvPr id="234" name="Straight Connector 276"/>
            <p:cNvCxnSpPr/>
            <p:nvPr/>
          </p:nvCxnSpPr>
          <p:spPr>
            <a:xfrm>
              <a:off x="2231640" y="4653000"/>
              <a:ext cx="7503120" cy="360"/>
            </a:xfrm>
            <a:prstGeom prst="straightConnector1">
              <a:avLst/>
            </a:prstGeom>
            <a:ln w="12700" cap="rnd">
              <a:solidFill>
                <a:srgbClr val="9C6114"/>
              </a:solidFill>
              <a:prstDash val="sysDash"/>
              <a:round/>
            </a:ln>
          </p:spPr>
        </p:cxnSp>
        <p:cxnSp>
          <p:nvCxnSpPr>
            <p:cNvPr id="235" name="Straight Connector 277"/>
            <p:cNvCxnSpPr/>
            <p:nvPr/>
          </p:nvCxnSpPr>
          <p:spPr>
            <a:xfrm>
              <a:off x="2231640" y="4957920"/>
              <a:ext cx="7503120" cy="360"/>
            </a:xfrm>
            <a:prstGeom prst="straightConnector1">
              <a:avLst/>
            </a:prstGeom>
            <a:ln w="12700" cap="rnd">
              <a:solidFill>
                <a:srgbClr val="9C6114"/>
              </a:solidFill>
              <a:prstDash val="sysDash"/>
              <a:round/>
            </a:ln>
          </p:spPr>
        </p:cxnSp>
        <p:cxnSp>
          <p:nvCxnSpPr>
            <p:cNvPr id="236" name="Straight Connector 278"/>
            <p:cNvCxnSpPr/>
            <p:nvPr/>
          </p:nvCxnSpPr>
          <p:spPr>
            <a:xfrm>
              <a:off x="2231640" y="6287040"/>
              <a:ext cx="7503120" cy="360"/>
            </a:xfrm>
            <a:prstGeom prst="straightConnector1">
              <a:avLst/>
            </a:prstGeom>
            <a:ln w="12700" cap="rnd">
              <a:solidFill>
                <a:srgbClr val="9C6114"/>
              </a:solidFill>
              <a:prstDash val="sysDash"/>
              <a:round/>
            </a:ln>
          </p:spPr>
        </p:cxnSp>
      </p:grpSp>
      <p:sp>
        <p:nvSpPr>
          <p:cNvPr id="237" name="Rectangle 2"/>
          <p:cNvSpPr/>
          <p:nvPr/>
        </p:nvSpPr>
        <p:spPr>
          <a:xfrm>
            <a:off x="0" y="6434640"/>
            <a:ext cx="10028160" cy="430560"/>
          </a:xfrm>
          <a:prstGeom prst="rect">
            <a:avLst/>
          </a:prstGeom>
          <a:noFill/>
          <a:ln w="0">
            <a:noFill/>
          </a:ln>
        </p:spPr>
        <p:style>
          <a:lnRef idx="0">
            <a:scrgbClr r="0" g="0" b="0"/>
          </a:lnRef>
          <a:fillRef idx="0">
            <a:scrgbClr r="0" g="0" b="0"/>
          </a:fillRef>
          <a:effectRef idx="0">
            <a:scrgbClr r="0" g="0" b="0"/>
          </a:effectRef>
          <a:fontRef idx="minor"/>
        </p:style>
        <p:txBody>
          <a:bodyPr numCol="1" spcCol="0" anchor="ctr">
            <a:spAutoFit/>
          </a:bodyPr>
          <a:lstStyle/>
          <a:p>
            <a:pPr defTabSz="914400">
              <a:lnSpc>
                <a:spcPct val="100000"/>
              </a:lnSpc>
              <a:tabLst>
                <a:tab pos="0" algn="l"/>
              </a:tabLst>
            </a:pPr>
            <a:r>
              <a:rPr lang="en-US" sz="1100" b="0" u="none" strike="noStrike">
                <a:solidFill>
                  <a:schemeClr val="lt2"/>
                </a:solidFill>
                <a:effectLst/>
                <a:uFillTx/>
                <a:latin typeface="Arial"/>
                <a:ea typeface="Arial"/>
              </a:rPr>
              <a:t>* </a:t>
            </a:r>
            <a:r>
              <a:rPr lang="en-SE" sz="1100" b="0" u="none" strike="noStrike">
                <a:solidFill>
                  <a:schemeClr val="lt2"/>
                </a:solidFill>
                <a:effectLst/>
                <a:uFillTx/>
                <a:latin typeface="Arial"/>
                <a:ea typeface="Arial"/>
              </a:rPr>
              <a:t>Prieto Estacio, R. S., Bravo Montenegro, D. A., &amp; Rengifo Rodas, C. F. (2023). Dataset of audio signals from brushless DC motors for predictive maintenance. </a:t>
            </a:r>
            <a:endParaRPr lang="en-US" sz="1100" b="0" u="none" strike="noStrike">
              <a:solidFill>
                <a:srgbClr val="000000"/>
              </a:solidFill>
              <a:effectLst/>
              <a:uFillTx/>
              <a:latin typeface="Arial"/>
            </a:endParaRPr>
          </a:p>
          <a:p>
            <a:pPr defTabSz="914400">
              <a:lnSpc>
                <a:spcPct val="100000"/>
              </a:lnSpc>
              <a:tabLst>
                <a:tab pos="0" algn="l"/>
              </a:tabLst>
            </a:pPr>
            <a:r>
              <a:rPr lang="en-SE" sz="1100" b="0" i="1" u="none" strike="noStrike">
                <a:solidFill>
                  <a:schemeClr val="lt2"/>
                </a:solidFill>
                <a:effectLst/>
                <a:uFillTx/>
                <a:latin typeface="Arial"/>
                <a:ea typeface="Arial"/>
              </a:rPr>
              <a:t>Data in Brief</a:t>
            </a:r>
            <a:r>
              <a:rPr lang="en-SE" sz="1100" b="0" u="none" strike="noStrike">
                <a:solidFill>
                  <a:schemeClr val="lt2"/>
                </a:solidFill>
                <a:effectLst/>
                <a:uFillTx/>
                <a:latin typeface="Arial"/>
                <a:ea typeface="Arial"/>
              </a:rPr>
              <a:t>, </a:t>
            </a:r>
            <a:r>
              <a:rPr lang="en-SE" sz="1100" b="0" i="1" u="none" strike="noStrike">
                <a:solidFill>
                  <a:schemeClr val="lt2"/>
                </a:solidFill>
                <a:effectLst/>
                <a:uFillTx/>
                <a:latin typeface="Arial"/>
                <a:ea typeface="Arial"/>
              </a:rPr>
              <a:t>50</a:t>
            </a:r>
            <a:r>
              <a:rPr lang="en-SE" sz="1100" b="0" u="none" strike="noStrike">
                <a:solidFill>
                  <a:schemeClr val="lt2"/>
                </a:solidFill>
                <a:effectLst/>
                <a:uFillTx/>
                <a:latin typeface="Arial"/>
                <a:ea typeface="Arial"/>
              </a:rPr>
              <a:t>, 109569. https://doi.org/10.1016/j.dib.2023.109569</a:t>
            </a:r>
            <a:endParaRPr lang="en-US" sz="11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Rectangle: Rounded Corners 13"/>
          <p:cNvSpPr/>
          <p:nvPr/>
        </p:nvSpPr>
        <p:spPr>
          <a:xfrm>
            <a:off x="533160" y="1130400"/>
            <a:ext cx="10875600" cy="5333760"/>
          </a:xfrm>
          <a:prstGeom prst="roundRect">
            <a:avLst>
              <a:gd name="adj" fmla="val 4311"/>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239"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spcAft>
                <a:spcPts val="1599"/>
              </a:spcAft>
              <a:buNone/>
            </a:pPr>
            <a:r>
              <a:rPr lang="en-US" sz="3500" b="0" u="none" strike="noStrike">
                <a:solidFill>
                  <a:schemeClr val="dk1"/>
                </a:solidFill>
                <a:effectLst/>
                <a:uFillTx/>
                <a:latin typeface="Anton"/>
                <a:ea typeface="Anton"/>
              </a:rPr>
              <a:t>Fourier Transform</a:t>
            </a:r>
            <a:endParaRPr lang="en-US" sz="3500" b="0" u="none" strike="noStrike">
              <a:solidFill>
                <a:srgbClr val="000000"/>
              </a:solidFill>
              <a:effectLst/>
              <a:uFillTx/>
              <a:latin typeface="Arial"/>
            </a:endParaRPr>
          </a:p>
        </p:txBody>
      </p:sp>
      <p:sp>
        <p:nvSpPr>
          <p:cNvPr id="240" name="PlaceHolder 2"/>
          <p:cNvSpPr>
            <a:spLocks noGrp="1"/>
          </p:cNvSpPr>
          <p:nvPr>
            <p:ph type="sldNum" idx="37"/>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3C2ABFE2-B74E-4DE1-A946-E8FC95C7BF82}" type="slidenum">
              <a:rPr lang="en" sz="1300" b="0" u="none" strike="noStrike">
                <a:solidFill>
                  <a:schemeClr val="dk1"/>
                </a:solidFill>
                <a:effectLst/>
                <a:uFillTx/>
                <a:latin typeface="Arial Narrow"/>
                <a:ea typeface="Arial Narrow"/>
              </a:rPr>
              <a:t>4</a:t>
            </a:fld>
            <a:endParaRPr lang="en-US" sz="1300" b="0" u="none" strike="noStrike">
              <a:solidFill>
                <a:srgbClr val="000000"/>
              </a:solidFill>
              <a:effectLst/>
              <a:uFillTx/>
              <a:latin typeface="Times New Roman"/>
            </a:endParaRPr>
          </a:p>
        </p:txBody>
      </p:sp>
      <p:sp>
        <p:nvSpPr>
          <p:cNvPr id="241" name="TextBox 10"/>
          <p:cNvSpPr/>
          <p:nvPr/>
        </p:nvSpPr>
        <p:spPr>
          <a:xfrm>
            <a:off x="834120" y="5686920"/>
            <a:ext cx="1052352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0" u="none" strike="noStrike">
                <a:solidFill>
                  <a:schemeClr val="lt2"/>
                </a:solidFill>
                <a:effectLst/>
                <a:uFillTx/>
                <a:latin typeface="Arial"/>
                <a:ea typeface="Arial"/>
              </a:rPr>
              <a:t>To capture enough cycles (5) of the frequency (1000 Hz) based on the sampling rate (16000 Hz),</a:t>
            </a:r>
            <a:endParaRPr lang="en-US" sz="1800" b="0" u="none" strike="noStrike">
              <a:solidFill>
                <a:srgbClr val="000000"/>
              </a:solidFill>
              <a:effectLst/>
              <a:uFillTx/>
              <a:latin typeface="Arial"/>
            </a:endParaRPr>
          </a:p>
          <a:p>
            <a:pPr>
              <a:lnSpc>
                <a:spcPct val="100000"/>
              </a:lnSpc>
            </a:pPr>
            <a:r>
              <a:rPr lang="en-US" sz="1800" b="1" u="none" strike="noStrike">
                <a:solidFill>
                  <a:schemeClr val="lt2"/>
                </a:solidFill>
                <a:effectLst/>
                <a:uFillTx/>
                <a:latin typeface="Arial"/>
                <a:ea typeface="Arial"/>
              </a:rPr>
              <a:t>the minimal data points per sample: 80</a:t>
            </a:r>
            <a:r>
              <a:rPr lang="en-US" sz="1800" b="0" u="none" strike="noStrike">
                <a:solidFill>
                  <a:schemeClr val="lt2"/>
                </a:solidFill>
                <a:effectLst/>
                <a:uFillTx/>
                <a:latin typeface="Arial"/>
                <a:ea typeface="Arial"/>
              </a:rPr>
              <a:t>.</a:t>
            </a:r>
            <a:endParaRPr lang="en-US" sz="1800" b="0" u="none" strike="noStrike">
              <a:solidFill>
                <a:srgbClr val="000000"/>
              </a:solidFill>
              <a:effectLst/>
              <a:uFillTx/>
              <a:latin typeface="Arial"/>
            </a:endParaRPr>
          </a:p>
        </p:txBody>
      </p:sp>
      <p:grpSp>
        <p:nvGrpSpPr>
          <p:cNvPr id="242" name="Group 18"/>
          <p:cNvGrpSpPr/>
          <p:nvPr/>
        </p:nvGrpSpPr>
        <p:grpSpPr>
          <a:xfrm>
            <a:off x="1710000" y="1458000"/>
            <a:ext cx="8521560" cy="4018680"/>
            <a:chOff x="1710000" y="1458000"/>
            <a:chExt cx="8521560" cy="4018680"/>
          </a:xfrm>
        </p:grpSpPr>
        <p:sp>
          <p:nvSpPr>
            <p:cNvPr id="243" name="Rectangle: Rounded Corners 17"/>
            <p:cNvSpPr/>
            <p:nvPr/>
          </p:nvSpPr>
          <p:spPr>
            <a:xfrm>
              <a:off x="1710000" y="1458000"/>
              <a:ext cx="8521560" cy="4018680"/>
            </a:xfrm>
            <a:prstGeom prst="roundRect">
              <a:avLst>
                <a:gd name="adj" fmla="val 4311"/>
              </a:avLst>
            </a:prstGeom>
            <a:solidFill>
              <a:schemeClr val="bg1"/>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pic>
          <p:nvPicPr>
            <p:cNvPr id="244" name="Picture 6"/>
            <p:cNvPicPr/>
            <p:nvPr/>
          </p:nvPicPr>
          <p:blipFill>
            <a:blip r:embed="rId3"/>
            <a:stretch/>
          </p:blipFill>
          <p:spPr>
            <a:xfrm>
              <a:off x="2045880" y="1613880"/>
              <a:ext cx="7812720" cy="3862800"/>
            </a:xfrm>
            <a:prstGeom prst="rect">
              <a:avLst/>
            </a:prstGeom>
            <a:noFill/>
            <a:ln w="0">
              <a:noFill/>
            </a:ln>
          </p:spPr>
        </p:pic>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spcAft>
                <a:spcPts val="1599"/>
              </a:spcAft>
              <a:buNone/>
            </a:pPr>
            <a:r>
              <a:rPr lang="en" sz="3500" b="0" u="none" strike="noStrike">
                <a:solidFill>
                  <a:schemeClr val="dk1"/>
                </a:solidFill>
                <a:effectLst/>
                <a:uFillTx/>
                <a:latin typeface="Anton"/>
                <a:ea typeface="Anton"/>
              </a:rPr>
              <a:t>Data</a:t>
            </a:r>
            <a:r>
              <a:rPr lang="en-US" sz="3500" b="0" u="none" strike="noStrike">
                <a:solidFill>
                  <a:schemeClr val="dk1"/>
                </a:solidFill>
                <a:effectLst/>
                <a:uFillTx/>
                <a:latin typeface="Anton"/>
                <a:ea typeface="Anton"/>
              </a:rPr>
              <a:t>set - Overview</a:t>
            </a:r>
            <a:endParaRPr lang="en-US" sz="3500" b="0" u="none" strike="noStrike">
              <a:solidFill>
                <a:srgbClr val="000000"/>
              </a:solidFill>
              <a:effectLst/>
              <a:uFillTx/>
              <a:latin typeface="Arial"/>
            </a:endParaRPr>
          </a:p>
        </p:txBody>
      </p:sp>
      <p:sp>
        <p:nvSpPr>
          <p:cNvPr id="246" name="PlaceHolder 2"/>
          <p:cNvSpPr>
            <a:spLocks noGrp="1"/>
          </p:cNvSpPr>
          <p:nvPr>
            <p:ph type="sldNum" idx="38"/>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D9BB1C6D-17A7-4F28-9F5B-E446195838DE}" type="slidenum">
              <a:rPr lang="en" sz="1300" b="0" u="none" strike="noStrike">
                <a:solidFill>
                  <a:schemeClr val="dk1"/>
                </a:solidFill>
                <a:effectLst/>
                <a:uFillTx/>
                <a:latin typeface="Arial Narrow"/>
                <a:ea typeface="Arial Narrow"/>
              </a:rPr>
              <a:t>5</a:t>
            </a:fld>
            <a:endParaRPr lang="en-US" sz="1300" b="0" u="none" strike="noStrike">
              <a:solidFill>
                <a:srgbClr val="000000"/>
              </a:solidFill>
              <a:effectLst/>
              <a:uFillTx/>
              <a:latin typeface="Times New Roman"/>
            </a:endParaRPr>
          </a:p>
        </p:txBody>
      </p:sp>
      <p:graphicFrame>
        <p:nvGraphicFramePr>
          <p:cNvPr id="247" name="Table 1"/>
          <p:cNvGraphicFramePr/>
          <p:nvPr/>
        </p:nvGraphicFramePr>
        <p:xfrm>
          <a:off x="1875960" y="2629800"/>
          <a:ext cx="8439840" cy="2734560"/>
        </p:xfrm>
        <a:graphic>
          <a:graphicData uri="http://schemas.openxmlformats.org/drawingml/2006/table">
            <a:tbl>
              <a:tblPr/>
              <a:tblGrid>
                <a:gridCol w="2109960">
                  <a:extLst>
                    <a:ext uri="{9D8B030D-6E8A-4147-A177-3AD203B41FA5}">
                      <a16:colId xmlns:a16="http://schemas.microsoft.com/office/drawing/2014/main" val="20000"/>
                    </a:ext>
                  </a:extLst>
                </a:gridCol>
                <a:gridCol w="2109960">
                  <a:extLst>
                    <a:ext uri="{9D8B030D-6E8A-4147-A177-3AD203B41FA5}">
                      <a16:colId xmlns:a16="http://schemas.microsoft.com/office/drawing/2014/main" val="20001"/>
                    </a:ext>
                  </a:extLst>
                </a:gridCol>
                <a:gridCol w="2109960">
                  <a:extLst>
                    <a:ext uri="{9D8B030D-6E8A-4147-A177-3AD203B41FA5}">
                      <a16:colId xmlns:a16="http://schemas.microsoft.com/office/drawing/2014/main" val="20002"/>
                    </a:ext>
                  </a:extLst>
                </a:gridCol>
                <a:gridCol w="2109960">
                  <a:extLst>
                    <a:ext uri="{9D8B030D-6E8A-4147-A177-3AD203B41FA5}">
                      <a16:colId xmlns:a16="http://schemas.microsoft.com/office/drawing/2014/main" val="20003"/>
                    </a:ext>
                  </a:extLst>
                </a:gridCol>
              </a:tblGrid>
              <a:tr h="491040">
                <a:tc>
                  <a:txBody>
                    <a:bodyPr/>
                    <a:lstStyle/>
                    <a:p>
                      <a:pPr algn="ctr">
                        <a:lnSpc>
                          <a:spcPts val="1891"/>
                        </a:lnSpc>
                        <a:spcBef>
                          <a:spcPts val="601"/>
                        </a:spcBef>
                      </a:pPr>
                      <a:r>
                        <a:rPr lang="en-US" sz="2400" b="1" u="none" strike="noStrike">
                          <a:solidFill>
                            <a:schemeClr val="lt2"/>
                          </a:solidFill>
                          <a:effectLst/>
                          <a:uFillTx/>
                          <a:latin typeface="Arial"/>
                          <a:ea typeface="Arial"/>
                        </a:rPr>
                        <a:t>Label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891"/>
                        </a:lnSpc>
                        <a:spcBef>
                          <a:spcPts val="601"/>
                        </a:spcBef>
                      </a:pPr>
                      <a:r>
                        <a:rPr lang="en-US" sz="2400" b="1" u="none" strike="noStrike">
                          <a:solidFill>
                            <a:schemeClr val="lt2"/>
                          </a:solidFill>
                          <a:effectLst/>
                          <a:uFillTx/>
                          <a:latin typeface="Arial"/>
                          <a:ea typeface="Arial"/>
                        </a:rPr>
                        <a:t>Train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891"/>
                        </a:lnSpc>
                        <a:spcBef>
                          <a:spcPts val="601"/>
                        </a:spcBef>
                      </a:pPr>
                      <a:r>
                        <a:rPr lang="en-US" sz="2400" b="1" u="none" strike="noStrike">
                          <a:solidFill>
                            <a:schemeClr val="lt2"/>
                          </a:solidFill>
                          <a:effectLst/>
                          <a:uFillTx/>
                          <a:latin typeface="Arial"/>
                          <a:ea typeface="Arial"/>
                        </a:rPr>
                        <a:t>Validation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891"/>
                        </a:lnSpc>
                        <a:spcBef>
                          <a:spcPts val="601"/>
                        </a:spcBef>
                      </a:pPr>
                      <a:r>
                        <a:rPr lang="en-US" sz="2400" b="1" u="none" strike="noStrike">
                          <a:solidFill>
                            <a:schemeClr val="lt2"/>
                          </a:solidFill>
                          <a:effectLst/>
                          <a:uFillTx/>
                          <a:latin typeface="Arial"/>
                          <a:ea typeface="Arial"/>
                        </a:rPr>
                        <a:t>Test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extLst>
                  <a:ext uri="{0D108BD9-81ED-4DB2-BD59-A6C34878D82A}">
                    <a16:rowId xmlns:a16="http://schemas.microsoft.com/office/drawing/2014/main" val="10000"/>
                  </a:ext>
                </a:extLst>
              </a:tr>
              <a:tr h="876240">
                <a:tc>
                  <a:txBody>
                    <a:bodyPr/>
                    <a:lstStyle/>
                    <a:p>
                      <a:pPr algn="ctr">
                        <a:lnSpc>
                          <a:spcPts val="1891"/>
                        </a:lnSpc>
                        <a:spcBef>
                          <a:spcPts val="601"/>
                        </a:spcBef>
                      </a:pPr>
                      <a:r>
                        <a:rPr lang="en" sz="2400" b="0" u="none" strike="noStrike">
                          <a:solidFill>
                            <a:schemeClr val="lt2"/>
                          </a:solidFill>
                          <a:effectLst/>
                          <a:uFillTx/>
                          <a:latin typeface="Arial"/>
                          <a:ea typeface="Arial"/>
                        </a:rPr>
                        <a:t>0 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14425</a:t>
                      </a:r>
                      <a:endParaRPr lang="en-US" sz="2400" b="0" u="none" strike="noStrike">
                        <a:solidFill>
                          <a:srgbClr val="000000"/>
                        </a:solidFill>
                        <a:effectLst/>
                        <a:uFillTx/>
                        <a:latin typeface="Arial"/>
                      </a:endParaRPr>
                    </a:p>
                    <a:p>
                      <a:pPr algn="ctr">
                        <a:lnSpc>
                          <a:spcPts val="1891"/>
                        </a:lnSpc>
                        <a:spcBef>
                          <a:spcPts val="601"/>
                        </a:spcBef>
                      </a:pPr>
                      <a:r>
                        <a:rPr lang="en" sz="2400" b="0" u="none" strike="noStrike">
                          <a:solidFill>
                            <a:schemeClr val="lt2"/>
                          </a:solidFill>
                          <a:effectLst/>
                          <a:uFillTx/>
                          <a:latin typeface="Arial"/>
                          <a:ea typeface="Arial"/>
                        </a:rPr>
                        <a:t> (46.80%</a:t>
                      </a:r>
                      <a:r>
                        <a:rPr lang="en" sz="2400" b="0" u="none" strike="noStrike">
                          <a:solidFill>
                            <a:schemeClr val="lt2"/>
                          </a:solidFill>
                          <a:effectLst/>
                          <a:uFillTx/>
                          <a:latin typeface="Arial"/>
                          <a:ea typeface="Open Sans"/>
                        </a:rPr>
                        <a:t>)</a:t>
                      </a:r>
                      <a:r>
                        <a:rPr lang="en" sz="2400" b="0" u="none" strike="noStrike">
                          <a:solidFill>
                            <a:schemeClr val="lt2"/>
                          </a:solidFill>
                          <a:effectLst/>
                          <a:uFillTx/>
                          <a:latin typeface="Arial"/>
                          <a:ea typeface="Arial"/>
                        </a:rPr>
                        <a:t>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8236</a:t>
                      </a:r>
                      <a:endParaRPr lang="en-US" sz="2400" b="0" u="none" strike="noStrike">
                        <a:solidFill>
                          <a:srgbClr val="000000"/>
                        </a:solidFill>
                        <a:effectLst/>
                        <a:uFillTx/>
                        <a:latin typeface="Arial"/>
                      </a:endParaRPr>
                    </a:p>
                    <a:p>
                      <a:pPr algn="ctr">
                        <a:lnSpc>
                          <a:spcPts val="1891"/>
                        </a:lnSpc>
                        <a:spcBef>
                          <a:spcPts val="601"/>
                        </a:spcBef>
                      </a:pPr>
                      <a:r>
                        <a:rPr lang="en" sz="2400" b="0" u="none" strike="noStrike">
                          <a:solidFill>
                            <a:schemeClr val="lt2"/>
                          </a:solidFill>
                          <a:effectLst/>
                          <a:uFillTx/>
                          <a:latin typeface="Arial"/>
                          <a:ea typeface="Arial"/>
                        </a:rPr>
                        <a:t> (50.00%)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8186 </a:t>
                      </a:r>
                      <a:endParaRPr lang="en-US" sz="2400" b="0" u="none" strike="noStrike">
                        <a:solidFill>
                          <a:srgbClr val="000000"/>
                        </a:solidFill>
                        <a:effectLst/>
                        <a:uFillTx/>
                        <a:latin typeface="Arial"/>
                      </a:endParaRPr>
                    </a:p>
                    <a:p>
                      <a:pPr algn="ctr">
                        <a:lnSpc>
                          <a:spcPts val="1891"/>
                        </a:lnSpc>
                        <a:spcBef>
                          <a:spcPts val="601"/>
                        </a:spcBef>
                      </a:pPr>
                      <a:r>
                        <a:rPr lang="en" sz="2400" b="0" u="none" strike="noStrike">
                          <a:solidFill>
                            <a:schemeClr val="lt2"/>
                          </a:solidFill>
                          <a:effectLst/>
                          <a:uFillTx/>
                          <a:latin typeface="Arial"/>
                          <a:ea typeface="Arial"/>
                        </a:rPr>
                        <a:t>(49.94%)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extLst>
                  <a:ext uri="{0D108BD9-81ED-4DB2-BD59-A6C34878D82A}">
                    <a16:rowId xmlns:a16="http://schemas.microsoft.com/office/drawing/2014/main" val="10001"/>
                  </a:ext>
                </a:extLst>
              </a:tr>
              <a:tr h="876240">
                <a:tc>
                  <a:txBody>
                    <a:bodyPr/>
                    <a:lstStyle/>
                    <a:p>
                      <a:pPr algn="ctr">
                        <a:lnSpc>
                          <a:spcPts val="1891"/>
                        </a:lnSpc>
                        <a:spcBef>
                          <a:spcPts val="601"/>
                        </a:spcBef>
                      </a:pPr>
                      <a:r>
                        <a:rPr lang="en" sz="2400" b="0" u="none" strike="noStrike">
                          <a:solidFill>
                            <a:schemeClr val="lt2"/>
                          </a:solidFill>
                          <a:effectLst/>
                          <a:uFillTx/>
                          <a:latin typeface="Arial"/>
                          <a:ea typeface="Arial"/>
                        </a:rPr>
                        <a:t>1 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16400</a:t>
                      </a:r>
                      <a:endParaRPr lang="en-US" sz="2400" b="0" u="none" strike="noStrike">
                        <a:solidFill>
                          <a:srgbClr val="000000"/>
                        </a:solidFill>
                        <a:effectLst/>
                        <a:uFillTx/>
                        <a:latin typeface="Arial"/>
                      </a:endParaRPr>
                    </a:p>
                    <a:p>
                      <a:pPr algn="ctr">
                        <a:lnSpc>
                          <a:spcPts val="1891"/>
                        </a:lnSpc>
                        <a:spcBef>
                          <a:spcPts val="601"/>
                        </a:spcBef>
                      </a:pPr>
                      <a:r>
                        <a:rPr lang="en" sz="2400" b="0" u="none" strike="noStrike">
                          <a:solidFill>
                            <a:schemeClr val="lt2"/>
                          </a:solidFill>
                          <a:effectLst/>
                          <a:uFillTx/>
                          <a:latin typeface="Arial"/>
                          <a:ea typeface="Arial"/>
                        </a:rPr>
                        <a:t> (53.20%)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8236</a:t>
                      </a:r>
                      <a:endParaRPr lang="en-US" sz="2400" b="0" u="none" strike="noStrike">
                        <a:solidFill>
                          <a:srgbClr val="000000"/>
                        </a:solidFill>
                        <a:effectLst/>
                        <a:uFillTx/>
                        <a:latin typeface="Arial"/>
                      </a:endParaRPr>
                    </a:p>
                    <a:p>
                      <a:pPr algn="ctr">
                        <a:lnSpc>
                          <a:spcPts val="1891"/>
                        </a:lnSpc>
                        <a:spcBef>
                          <a:spcPts val="601"/>
                        </a:spcBef>
                      </a:pPr>
                      <a:r>
                        <a:rPr lang="en" sz="2400" b="0" u="none" strike="noStrike">
                          <a:solidFill>
                            <a:schemeClr val="lt2"/>
                          </a:solidFill>
                          <a:effectLst/>
                          <a:uFillTx/>
                          <a:latin typeface="Arial"/>
                          <a:ea typeface="Arial"/>
                        </a:rPr>
                        <a:t> (50.00%)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8206</a:t>
                      </a:r>
                      <a:endParaRPr lang="en-US" sz="2400" b="0" u="none" strike="noStrike">
                        <a:solidFill>
                          <a:srgbClr val="000000"/>
                        </a:solidFill>
                        <a:effectLst/>
                        <a:uFillTx/>
                        <a:latin typeface="Arial"/>
                      </a:endParaRPr>
                    </a:p>
                    <a:p>
                      <a:pPr algn="ctr">
                        <a:lnSpc>
                          <a:spcPts val="1891"/>
                        </a:lnSpc>
                        <a:spcBef>
                          <a:spcPts val="601"/>
                        </a:spcBef>
                      </a:pPr>
                      <a:r>
                        <a:rPr lang="en" sz="2400" b="0" u="none" strike="noStrike">
                          <a:solidFill>
                            <a:schemeClr val="lt2"/>
                          </a:solidFill>
                          <a:effectLst/>
                          <a:uFillTx/>
                          <a:latin typeface="Arial"/>
                          <a:ea typeface="Arial"/>
                        </a:rPr>
                        <a:t> (50.06%)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extLst>
                  <a:ext uri="{0D108BD9-81ED-4DB2-BD59-A6C34878D82A}">
                    <a16:rowId xmlns:a16="http://schemas.microsoft.com/office/drawing/2014/main" val="10002"/>
                  </a:ext>
                </a:extLst>
              </a:tr>
              <a:tr h="491040">
                <a:tc>
                  <a:txBody>
                    <a:bodyPr/>
                    <a:lstStyle/>
                    <a:p>
                      <a:pPr algn="ctr">
                        <a:lnSpc>
                          <a:spcPts val="1891"/>
                        </a:lnSpc>
                        <a:spcBef>
                          <a:spcPts val="601"/>
                        </a:spcBef>
                      </a:pPr>
                      <a:r>
                        <a:rPr lang="en-US" sz="2400" b="0" u="none" strike="noStrike">
                          <a:solidFill>
                            <a:schemeClr val="lt2"/>
                          </a:solidFill>
                          <a:effectLst/>
                          <a:uFillTx/>
                          <a:latin typeface="Arial"/>
                          <a:ea typeface="Arial"/>
                        </a:rPr>
                        <a:t>total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30825 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16472 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16392 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extLst>
                  <a:ext uri="{0D108BD9-81ED-4DB2-BD59-A6C34878D82A}">
                    <a16:rowId xmlns:a16="http://schemas.microsoft.com/office/drawing/2014/main" val="10003"/>
                  </a:ext>
                </a:extLst>
              </a:tr>
            </a:tbl>
          </a:graphicData>
        </a:graphic>
      </p:graphicFrame>
      <p:sp>
        <p:nvSpPr>
          <p:cNvPr id="248" name="TextBox 2"/>
          <p:cNvSpPr/>
          <p:nvPr/>
        </p:nvSpPr>
        <p:spPr>
          <a:xfrm>
            <a:off x="4638240" y="1937520"/>
            <a:ext cx="291528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2400" b="1" u="none" strike="noStrike">
                <a:solidFill>
                  <a:schemeClr val="lt2"/>
                </a:solidFill>
                <a:effectLst/>
                <a:uFillTx/>
                <a:latin typeface="Arial"/>
                <a:ea typeface="Arial"/>
              </a:rPr>
              <a:t>Samples Per Set</a:t>
            </a:r>
            <a:endParaRPr lang="en-US" sz="24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Rectangle: Rounded Corners 16"/>
          <p:cNvSpPr/>
          <p:nvPr/>
        </p:nvSpPr>
        <p:spPr>
          <a:xfrm>
            <a:off x="6095880" y="912960"/>
            <a:ext cx="4536360" cy="5038920"/>
          </a:xfrm>
          <a:prstGeom prst="roundRect">
            <a:avLst>
              <a:gd name="adj" fmla="val 7164"/>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250" name="PlaceHolder 1"/>
          <p:cNvSpPr>
            <a:spLocks noGrp="1"/>
          </p:cNvSpPr>
          <p:nvPr>
            <p:ph type="title"/>
          </p:nvPr>
        </p:nvSpPr>
        <p:spPr>
          <a:xfrm>
            <a:off x="1148040" y="3432600"/>
            <a:ext cx="10509120" cy="613080"/>
          </a:xfrm>
          <a:prstGeom prst="rect">
            <a:avLst/>
          </a:prstGeom>
          <a:noFill/>
          <a:ln w="0">
            <a:noFill/>
          </a:ln>
        </p:spPr>
        <p:txBody>
          <a:bodyPr lIns="91440" tIns="45720" rIns="91440" bIns="45720" anchor="t">
            <a:noAutofit/>
          </a:bodyPr>
          <a:lstStyle/>
          <a:p>
            <a:pPr indent="0">
              <a:lnSpc>
                <a:spcPct val="100000"/>
              </a:lnSpc>
              <a:buNone/>
              <a:tabLst>
                <a:tab pos="0" algn="l"/>
              </a:tabLst>
            </a:pPr>
            <a:r>
              <a:rPr lang="en-US" sz="3500" b="0" u="none" strike="noStrike">
                <a:solidFill>
                  <a:srgbClr val="000000"/>
                </a:solidFill>
                <a:effectLst/>
                <a:uFillTx/>
                <a:latin typeface="Anton"/>
                <a:ea typeface="Anton"/>
              </a:rPr>
              <a:t>On-device Training</a:t>
            </a:r>
            <a:endParaRPr lang="en-US" sz="3500" b="0" u="none" strike="noStrike">
              <a:solidFill>
                <a:srgbClr val="000000"/>
              </a:solidFill>
              <a:effectLst/>
              <a:uFillTx/>
              <a:latin typeface="Arial"/>
            </a:endParaRPr>
          </a:p>
        </p:txBody>
      </p:sp>
      <p:sp>
        <p:nvSpPr>
          <p:cNvPr id="251" name="PlaceHolder 2"/>
          <p:cNvSpPr>
            <a:spLocks noGrp="1"/>
          </p:cNvSpPr>
          <p:nvPr>
            <p:ph type="sldNum" idx="39"/>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CB3DA27C-467A-4039-82A9-961A45EBA121}" type="slidenum">
              <a:rPr lang="en" sz="1300" b="0" u="none" strike="noStrike">
                <a:solidFill>
                  <a:schemeClr val="dk1"/>
                </a:solidFill>
                <a:effectLst/>
                <a:uFillTx/>
                <a:latin typeface="Arial Narrow"/>
                <a:ea typeface="Arial Narrow"/>
              </a:rPr>
              <a:t>6</a:t>
            </a:fld>
            <a:endParaRPr lang="en-US" sz="1300" b="0" u="none" strike="noStrike">
              <a:solidFill>
                <a:srgbClr val="000000"/>
              </a:solidFill>
              <a:effectLst/>
              <a:uFillTx/>
              <a:latin typeface="Times New Roman"/>
            </a:endParaRPr>
          </a:p>
        </p:txBody>
      </p:sp>
      <p:sp>
        <p:nvSpPr>
          <p:cNvPr id="252" name="Rectangle: Rounded Corners 1"/>
          <p:cNvSpPr/>
          <p:nvPr/>
        </p:nvSpPr>
        <p:spPr>
          <a:xfrm>
            <a:off x="6614280" y="2319840"/>
            <a:ext cx="3474360" cy="89568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Data Collection</a:t>
            </a:r>
            <a:endParaRPr lang="en-US" sz="2400" b="0" u="none" strike="noStrike">
              <a:solidFill>
                <a:srgbClr val="000000"/>
              </a:solidFill>
              <a:effectLst/>
              <a:uFillTx/>
              <a:latin typeface="Arial"/>
            </a:endParaRPr>
          </a:p>
        </p:txBody>
      </p:sp>
      <p:sp>
        <p:nvSpPr>
          <p:cNvPr id="253" name="Rectangle: Rounded Corners 3"/>
          <p:cNvSpPr/>
          <p:nvPr/>
        </p:nvSpPr>
        <p:spPr>
          <a:xfrm>
            <a:off x="6614280" y="4582080"/>
            <a:ext cx="3474360" cy="89568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Federated Learning</a:t>
            </a:r>
            <a:endParaRPr lang="en-US" sz="2400" b="0" u="none" strike="noStrike">
              <a:solidFill>
                <a:srgbClr val="000000"/>
              </a:solidFill>
              <a:effectLst/>
              <a:uFillTx/>
              <a:latin typeface="Arial"/>
            </a:endParaRPr>
          </a:p>
        </p:txBody>
      </p:sp>
      <p:cxnSp>
        <p:nvCxnSpPr>
          <p:cNvPr id="254" name="Straight Connector 5"/>
          <p:cNvCxnSpPr>
            <a:stCxn id="252" idx="2"/>
            <a:endCxn id="255" idx="0"/>
          </p:cNvCxnSpPr>
          <p:nvPr/>
        </p:nvCxnSpPr>
        <p:spPr>
          <a:xfrm>
            <a:off x="8351280" y="3215520"/>
            <a:ext cx="360" cy="235800"/>
          </a:xfrm>
          <a:prstGeom prst="straightConnector1">
            <a:avLst/>
          </a:prstGeom>
          <a:ln w="50800">
            <a:solidFill>
              <a:srgbClr val="9C6114"/>
            </a:solidFill>
            <a:round/>
          </a:ln>
        </p:spPr>
      </p:cxnSp>
      <p:cxnSp>
        <p:nvCxnSpPr>
          <p:cNvPr id="256" name="Straight Connector 6"/>
          <p:cNvCxnSpPr>
            <a:stCxn id="255" idx="2"/>
            <a:endCxn id="253" idx="0"/>
          </p:cNvCxnSpPr>
          <p:nvPr/>
        </p:nvCxnSpPr>
        <p:spPr>
          <a:xfrm>
            <a:off x="8351280" y="4346640"/>
            <a:ext cx="360" cy="235800"/>
          </a:xfrm>
          <a:prstGeom prst="straightConnector1">
            <a:avLst/>
          </a:prstGeom>
          <a:ln w="50800">
            <a:solidFill>
              <a:srgbClr val="9C6114"/>
            </a:solidFill>
            <a:round/>
          </a:ln>
        </p:spPr>
      </p:cxnSp>
      <p:sp>
        <p:nvSpPr>
          <p:cNvPr id="257" name="Rectangle: Rounded Corners 17"/>
          <p:cNvSpPr/>
          <p:nvPr/>
        </p:nvSpPr>
        <p:spPr>
          <a:xfrm>
            <a:off x="6626880" y="1238760"/>
            <a:ext cx="3474360" cy="714240"/>
          </a:xfrm>
          <a:prstGeom prst="roundRect">
            <a:avLst>
              <a:gd name="adj" fmla="val 50000"/>
            </a:avLst>
          </a:prstGeom>
          <a:solidFill>
            <a:schemeClr val="lt1"/>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1" u="none" strike="noStrike">
                <a:solidFill>
                  <a:schemeClr val="lt2"/>
                </a:solidFill>
                <a:effectLst/>
                <a:uFillTx/>
                <a:latin typeface="Arial"/>
                <a:ea typeface="Arial"/>
              </a:rPr>
              <a:t>CONTENTS</a:t>
            </a:r>
            <a:endParaRPr lang="en-US" sz="2400" b="0" u="none" strike="noStrike">
              <a:solidFill>
                <a:srgbClr val="000000"/>
              </a:solidFill>
              <a:effectLst/>
              <a:uFillTx/>
              <a:latin typeface="Arial"/>
            </a:endParaRPr>
          </a:p>
        </p:txBody>
      </p:sp>
      <p:sp>
        <p:nvSpPr>
          <p:cNvPr id="255" name="Rectangle: Rounded Corners 2"/>
          <p:cNvSpPr/>
          <p:nvPr/>
        </p:nvSpPr>
        <p:spPr>
          <a:xfrm>
            <a:off x="6614280" y="3450960"/>
            <a:ext cx="3474360" cy="89568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1"/>
                </a:solidFill>
                <a:effectLst/>
                <a:uFillTx/>
                <a:latin typeface="Arial"/>
                <a:ea typeface="Arial"/>
              </a:rPr>
              <a:t>On-device Training</a:t>
            </a:r>
            <a:endParaRPr lang="en-US" sz="2400" b="0" u="none" strike="noStrike">
              <a:solidFill>
                <a:srgbClr val="FFFFFF"/>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spcAft>
                <a:spcPts val="1599"/>
              </a:spcAft>
              <a:buNone/>
            </a:pPr>
            <a:r>
              <a:rPr lang="en-US" sz="3500" b="0" u="none" strike="noStrike">
                <a:solidFill>
                  <a:schemeClr val="dk1"/>
                </a:solidFill>
                <a:effectLst/>
                <a:uFillTx/>
                <a:latin typeface="Anton"/>
                <a:ea typeface="Anton"/>
              </a:rPr>
              <a:t>UART Communication</a:t>
            </a:r>
            <a:endParaRPr lang="en-US" sz="3500" b="0" u="none" strike="noStrike">
              <a:solidFill>
                <a:srgbClr val="000000"/>
              </a:solidFill>
              <a:effectLst/>
              <a:uFillTx/>
              <a:latin typeface="Arial"/>
            </a:endParaRPr>
          </a:p>
        </p:txBody>
      </p:sp>
      <p:sp>
        <p:nvSpPr>
          <p:cNvPr id="259" name="PlaceHolder 2"/>
          <p:cNvSpPr>
            <a:spLocks noGrp="1"/>
          </p:cNvSpPr>
          <p:nvPr>
            <p:ph type="sldNum" idx="40"/>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992FE203-9A8A-4036-A8CA-A66AFFE4815B}" type="slidenum">
              <a:rPr lang="en" sz="1300" b="0" u="none" strike="noStrike">
                <a:solidFill>
                  <a:schemeClr val="dk1"/>
                </a:solidFill>
                <a:effectLst/>
                <a:uFillTx/>
                <a:latin typeface="Arial Narrow"/>
                <a:ea typeface="Arial Narrow"/>
              </a:rPr>
              <a:t>7</a:t>
            </a:fld>
            <a:endParaRPr lang="en-US" sz="1300" b="0" u="none" strike="noStrike">
              <a:solidFill>
                <a:srgbClr val="000000"/>
              </a:solidFill>
              <a:effectLst/>
              <a:uFillTx/>
              <a:latin typeface="Times New Roman"/>
            </a:endParaRPr>
          </a:p>
        </p:txBody>
      </p:sp>
      <p:pic>
        <p:nvPicPr>
          <p:cNvPr id="260" name="Picture 52"/>
          <p:cNvPicPr/>
          <p:nvPr/>
        </p:nvPicPr>
        <p:blipFill>
          <a:blip r:embed="rId3"/>
          <a:stretch/>
        </p:blipFill>
        <p:spPr>
          <a:xfrm>
            <a:off x="1838520" y="1197000"/>
            <a:ext cx="8231760" cy="5398200"/>
          </a:xfrm>
          <a:prstGeom prst="rect">
            <a:avLst/>
          </a:prstGeom>
          <a:noFill/>
          <a:ln w="0">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61" name="Straight Connector 20"/>
          <p:cNvCxnSpPr/>
          <p:nvPr/>
        </p:nvCxnSpPr>
        <p:spPr>
          <a:xfrm>
            <a:off x="294480" y="2529360"/>
            <a:ext cx="11643840" cy="360"/>
          </a:xfrm>
          <a:prstGeom prst="straightConnector1">
            <a:avLst/>
          </a:prstGeom>
          <a:ln w="25400" cap="rnd">
            <a:solidFill>
              <a:srgbClr val="9C6114"/>
            </a:solidFill>
            <a:prstDash val="sysDash"/>
            <a:round/>
          </a:ln>
        </p:spPr>
      </p:cxnSp>
      <p:sp>
        <p:nvSpPr>
          <p:cNvPr id="262" name="TextBox 37"/>
          <p:cNvSpPr/>
          <p:nvPr/>
        </p:nvSpPr>
        <p:spPr>
          <a:xfrm>
            <a:off x="2525400" y="2406600"/>
            <a:ext cx="67572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1 bytes</a:t>
            </a:r>
            <a:endParaRPr lang="en-US" sz="1600" b="0" u="none" strike="noStrike">
              <a:solidFill>
                <a:srgbClr val="000000"/>
              </a:solidFill>
              <a:effectLst/>
              <a:uFillTx/>
              <a:latin typeface="Arial"/>
            </a:endParaRPr>
          </a:p>
        </p:txBody>
      </p:sp>
      <p:sp>
        <p:nvSpPr>
          <p:cNvPr id="263" name="Freeform: Shape 47"/>
          <p:cNvSpPr/>
          <p:nvPr/>
        </p:nvSpPr>
        <p:spPr>
          <a:xfrm>
            <a:off x="1316160" y="2029320"/>
            <a:ext cx="3026880" cy="4645800"/>
          </a:xfrm>
          <a:custGeom>
            <a:avLst/>
            <a:gdLst>
              <a:gd name="textAreaLeft" fmla="*/ 0 w 3026880"/>
              <a:gd name="textAreaRight" fmla="*/ 3027240 w 3026880"/>
              <a:gd name="textAreaTop" fmla="*/ 0 h 4645800"/>
              <a:gd name="textAreaBottom" fmla="*/ 4646160 h 4645800"/>
              <a:gd name="GluePoint1X" fmla="*/ 2059641 w 3027382"/>
              <a:gd name="GluePoint1Y" fmla="*/ 3810 h 4828540"/>
              <a:gd name="GluePoint2X" fmla="*/ 2970231 w 3027382"/>
              <a:gd name="GluePoint2Y" fmla="*/ 853440 h 4828540"/>
              <a:gd name="GluePoint3X" fmla="*/ 2970131 w 3027382"/>
              <a:gd name="GluePoint3Y" fmla="*/ 853441 h 4828540"/>
              <a:gd name="GluePoint4X" fmla="*/ 2989157 w 3027382"/>
              <a:gd name="GluePoint4Y" fmla="*/ 866269 h 4828540"/>
              <a:gd name="GluePoint5X" fmla="*/ 3027382 w 3027382"/>
              <a:gd name="GluePoint5Y" fmla="*/ 958553 h 4828540"/>
              <a:gd name="GluePoint6X" fmla="*/ 3027382 w 3027382"/>
              <a:gd name="GluePoint6Y" fmla="*/ 4698030 h 4828540"/>
              <a:gd name="GluePoint7X" fmla="*/ 2896872 w 3027382"/>
              <a:gd name="GluePoint7Y" fmla="*/ 4828540 h 4828540"/>
              <a:gd name="GluePoint8X" fmla="*/ 130510 w 3027382"/>
              <a:gd name="GluePoint8Y" fmla="*/ 4828540 h 4828540"/>
              <a:gd name="GluePoint9X" fmla="*/ 0 w 3027382"/>
              <a:gd name="GluePoint9Y" fmla="*/ 4698030 h 4828540"/>
              <a:gd name="GluePoint10X" fmla="*/ 0 w 3027382"/>
              <a:gd name="GluePoint10Y" fmla="*/ 958553 h 4828540"/>
              <a:gd name="GluePoint11X" fmla="*/ 38225 w 3027382"/>
              <a:gd name="GluePoint11Y" fmla="*/ 866269 h 4828540"/>
              <a:gd name="GluePoint12X" fmla="*/ 38469 w 3027382"/>
              <a:gd name="GluePoint12Y" fmla="*/ 866104 h 4828540"/>
              <a:gd name="GluePoint13X" fmla="*/ 30181 w 3027382"/>
              <a:gd name="GluePoint13Y" fmla="*/ 866140 h 4828540"/>
              <a:gd name="GluePoint14X" fmla="*/ 1010621 w 3027382"/>
              <a:gd name="GluePoint14Y" fmla="*/ 0 h 4828540"/>
              <a:gd name="GluePoint15X" fmla="*/ 2059641 w 3027382"/>
              <a:gd name="GluePoint15Y" fmla="*/ 3810 h 482854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3027382" h="4828540">
                <a:moveTo>
                  <a:pt x="2059641" y="3810"/>
                </a:moveTo>
                <a:lnTo>
                  <a:pt x="2970231" y="853440"/>
                </a:lnTo>
                <a:lnTo>
                  <a:pt x="2970131" y="853441"/>
                </a:lnTo>
                <a:lnTo>
                  <a:pt x="2989157" y="866269"/>
                </a:lnTo>
                <a:cubicBezTo>
                  <a:pt x="3012775" y="889886"/>
                  <a:pt x="3027382" y="922514"/>
                  <a:pt x="3027382" y="958553"/>
                </a:cubicBezTo>
                <a:lnTo>
                  <a:pt x="3027382" y="4698030"/>
                </a:lnTo>
                <a:cubicBezTo>
                  <a:pt x="3027382" y="4770109"/>
                  <a:pt x="2968951" y="4828540"/>
                  <a:pt x="2896872" y="4828540"/>
                </a:cubicBezTo>
                <a:lnTo>
                  <a:pt x="130510" y="4828540"/>
                </a:lnTo>
                <a:cubicBezTo>
                  <a:pt x="58431" y="4828540"/>
                  <a:pt x="0" y="4770109"/>
                  <a:pt x="0" y="4698030"/>
                </a:cubicBezTo>
                <a:lnTo>
                  <a:pt x="0" y="958553"/>
                </a:lnTo>
                <a:cubicBezTo>
                  <a:pt x="0" y="922514"/>
                  <a:pt x="14608" y="889886"/>
                  <a:pt x="38225" y="866269"/>
                </a:cubicBezTo>
                <a:lnTo>
                  <a:pt x="38469" y="866104"/>
                </a:lnTo>
                <a:lnTo>
                  <a:pt x="30181" y="866140"/>
                </a:lnTo>
                <a:lnTo>
                  <a:pt x="1010621" y="0"/>
                </a:lnTo>
                <a:lnTo>
                  <a:pt x="2059641" y="3810"/>
                </a:lnTo>
                <a:close/>
              </a:path>
            </a:pathLst>
          </a:custGeom>
          <a:solidFill>
            <a:schemeClr val="lt2">
              <a:alpha val="1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64"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spcAft>
                <a:spcPts val="1599"/>
              </a:spcAft>
              <a:buNone/>
            </a:pPr>
            <a:r>
              <a:rPr lang="en-US" sz="3500" b="0" u="none" strike="noStrike">
                <a:solidFill>
                  <a:schemeClr val="dk1"/>
                </a:solidFill>
                <a:effectLst/>
                <a:uFillTx/>
                <a:latin typeface="Anton"/>
                <a:ea typeface="Anton"/>
              </a:rPr>
              <a:t>UART Protocal</a:t>
            </a:r>
            <a:endParaRPr lang="en-US" sz="3500" b="0" u="none" strike="noStrike">
              <a:solidFill>
                <a:srgbClr val="000000"/>
              </a:solidFill>
              <a:effectLst/>
              <a:uFillTx/>
              <a:latin typeface="Arial"/>
            </a:endParaRPr>
          </a:p>
        </p:txBody>
      </p:sp>
      <p:sp>
        <p:nvSpPr>
          <p:cNvPr id="265" name="PlaceHolder 2"/>
          <p:cNvSpPr>
            <a:spLocks noGrp="1"/>
          </p:cNvSpPr>
          <p:nvPr>
            <p:ph type="sldNum" idx="41"/>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776F9ABC-F1D4-410B-B99C-ECEB3E556B63}" type="slidenum">
              <a:rPr lang="en" sz="1300" b="0" u="none" strike="noStrike">
                <a:solidFill>
                  <a:schemeClr val="dk1"/>
                </a:solidFill>
                <a:effectLst/>
                <a:uFillTx/>
                <a:latin typeface="Arial Narrow"/>
                <a:ea typeface="Arial Narrow"/>
              </a:rPr>
              <a:t>8</a:t>
            </a:fld>
            <a:endParaRPr lang="en-US" sz="1300" b="0" u="none" strike="noStrike">
              <a:solidFill>
                <a:srgbClr val="000000"/>
              </a:solidFill>
              <a:effectLst/>
              <a:uFillTx/>
              <a:latin typeface="Times New Roman"/>
            </a:endParaRPr>
          </a:p>
        </p:txBody>
      </p:sp>
      <p:graphicFrame>
        <p:nvGraphicFramePr>
          <p:cNvPr id="266" name="Table 53"/>
          <p:cNvGraphicFramePr/>
          <p:nvPr/>
        </p:nvGraphicFramePr>
        <p:xfrm>
          <a:off x="1500480" y="3007080"/>
          <a:ext cx="2631240" cy="3500640"/>
        </p:xfrm>
        <a:graphic>
          <a:graphicData uri="http://schemas.openxmlformats.org/drawingml/2006/table">
            <a:tbl>
              <a:tblPr/>
              <a:tblGrid>
                <a:gridCol w="955440">
                  <a:extLst>
                    <a:ext uri="{9D8B030D-6E8A-4147-A177-3AD203B41FA5}">
                      <a16:colId xmlns:a16="http://schemas.microsoft.com/office/drawing/2014/main" val="20000"/>
                    </a:ext>
                  </a:extLst>
                </a:gridCol>
                <a:gridCol w="1675800">
                  <a:extLst>
                    <a:ext uri="{9D8B030D-6E8A-4147-A177-3AD203B41FA5}">
                      <a16:colId xmlns:a16="http://schemas.microsoft.com/office/drawing/2014/main" val="20001"/>
                    </a:ext>
                  </a:extLst>
                </a:gridCol>
              </a:tblGrid>
              <a:tr h="318240">
                <a:tc>
                  <a:txBody>
                    <a:bodyPr/>
                    <a:lstStyle/>
                    <a:p>
                      <a:pPr algn="ctr">
                        <a:lnSpc>
                          <a:spcPct val="100000"/>
                        </a:lnSpc>
                      </a:pPr>
                      <a:r>
                        <a:rPr lang="en-US" sz="1400" b="1" u="none" strike="noStrike">
                          <a:solidFill>
                            <a:schemeClr val="lt2"/>
                          </a:solidFill>
                          <a:effectLst/>
                          <a:uFillTx/>
                          <a:latin typeface="Arial"/>
                          <a:ea typeface="Arial"/>
                        </a:rPr>
                        <a:t>CODE</a:t>
                      </a:r>
                      <a:endParaRPr lang="en-US" sz="1400" b="0" u="none" strike="noStrike">
                        <a:solidFill>
                          <a:srgbClr val="000000"/>
                        </a:solidFill>
                        <a:effectLst/>
                        <a:uFillTx/>
                        <a:latin typeface="Arial"/>
                      </a:endParaRPr>
                    </a:p>
                  </a:txBody>
                  <a:tcPr>
                    <a:lnL>
                      <a:noFill/>
                    </a:lnL>
                    <a:lnR>
                      <a:noFill/>
                    </a:lnR>
                    <a:lnT w="28080">
                      <a:solidFill>
                        <a:srgbClr val="9C6114"/>
                      </a:solidFill>
                      <a:prstDash val="solid"/>
                    </a:lnT>
                    <a:lnB w="28080">
                      <a:solidFill>
                        <a:srgbClr val="9C6114"/>
                      </a:solidFill>
                      <a:prstDash val="solid"/>
                    </a:lnB>
                    <a:noFill/>
                  </a:tcPr>
                </a:tc>
                <a:tc>
                  <a:txBody>
                    <a:bodyPr/>
                    <a:lstStyle/>
                    <a:p>
                      <a:pPr algn="ctr">
                        <a:lnSpc>
                          <a:spcPct val="100000"/>
                        </a:lnSpc>
                      </a:pPr>
                      <a:r>
                        <a:rPr lang="en-US" sz="1400" b="1" u="none" strike="noStrike">
                          <a:solidFill>
                            <a:schemeClr val="lt2"/>
                          </a:solidFill>
                          <a:effectLst/>
                          <a:uFillTx/>
                          <a:latin typeface="Arial"/>
                          <a:ea typeface="Arial"/>
                        </a:rPr>
                        <a:t>Meaning</a:t>
                      </a:r>
                      <a:endParaRPr lang="en-US" sz="1400" b="0" u="none" strike="noStrike">
                        <a:solidFill>
                          <a:srgbClr val="000000"/>
                        </a:solidFill>
                        <a:effectLst/>
                        <a:uFillTx/>
                        <a:latin typeface="Arial"/>
                      </a:endParaRPr>
                    </a:p>
                  </a:txBody>
                  <a:tcPr>
                    <a:lnL>
                      <a:noFill/>
                    </a:lnL>
                    <a:lnR>
                      <a:noFill/>
                    </a:lnR>
                    <a:lnT w="28080">
                      <a:solidFill>
                        <a:srgbClr val="9C6114"/>
                      </a:solidFill>
                      <a:prstDash val="solid"/>
                    </a:lnT>
                    <a:lnB w="28080">
                      <a:solidFill>
                        <a:srgbClr val="9C6114"/>
                      </a:solidFill>
                      <a:prstDash val="solid"/>
                    </a:lnB>
                    <a:noFill/>
                  </a:tcPr>
                </a:tc>
                <a:extLst>
                  <a:ext uri="{0D108BD9-81ED-4DB2-BD59-A6C34878D82A}">
                    <a16:rowId xmlns:a16="http://schemas.microsoft.com/office/drawing/2014/main" val="10000"/>
                  </a:ext>
                </a:extLst>
              </a:tr>
              <a:tr h="318240">
                <a:tc>
                  <a:txBody>
                    <a:bodyPr/>
                    <a:lstStyle/>
                    <a:p>
                      <a:pPr algn="ctr" defTabSz="914400">
                        <a:lnSpc>
                          <a:spcPct val="100000"/>
                        </a:lnSpc>
                        <a:tabLst>
                          <a:tab pos="0" algn="l"/>
                        </a:tabLst>
                      </a:pPr>
                      <a:r>
                        <a:rPr lang="en-US" sz="1400" b="1" u="none" strike="noStrike">
                          <a:solidFill>
                            <a:schemeClr val="lt2"/>
                          </a:solidFill>
                          <a:effectLst/>
                          <a:uFillTx/>
                          <a:latin typeface="Arial"/>
                          <a:ea typeface="Arial"/>
                        </a:rPr>
                        <a:t>0x01</a:t>
                      </a:r>
                      <a:endParaRPr lang="en-US" sz="1400" b="0" u="none" strike="noStrike">
                        <a:solidFill>
                          <a:srgbClr val="000000"/>
                        </a:solidFill>
                        <a:effectLst/>
                        <a:uFillTx/>
                        <a:latin typeface="Arial"/>
                      </a:endParaRPr>
                    </a:p>
                  </a:txBody>
                  <a:tcPr>
                    <a:lnL>
                      <a:noFill/>
                    </a:lnL>
                    <a:lnR>
                      <a:noFill/>
                    </a:lnR>
                    <a:lnT w="28080">
                      <a:solidFill>
                        <a:srgbClr val="9C6114"/>
                      </a:solidFill>
                      <a:prstDash val="solid"/>
                    </a:lnT>
                    <a:lnB w="28080">
                      <a:solidFill>
                        <a:srgbClr val="9C6114"/>
                      </a:solidFill>
                      <a:prstDash val="solid"/>
                    </a:lnB>
                    <a:noFill/>
                  </a:tcPr>
                </a:tc>
                <a:tc>
                  <a:txBody>
                    <a:bodyPr/>
                    <a:lstStyle/>
                    <a:p>
                      <a:pPr algn="ctr">
                        <a:lnSpc>
                          <a:spcPct val="100000"/>
                        </a:lnSpc>
                      </a:pPr>
                      <a:r>
                        <a:rPr lang="en-US" sz="1400" b="1" u="none" strike="noStrike">
                          <a:solidFill>
                            <a:schemeClr val="lt2"/>
                          </a:solidFill>
                          <a:effectLst/>
                          <a:uFillTx/>
                          <a:latin typeface="Arial"/>
                          <a:ea typeface="Arial"/>
                        </a:rPr>
                        <a:t>Request_train</a:t>
                      </a:r>
                      <a:endParaRPr lang="en-US" sz="1400" b="0" u="none" strike="noStrike">
                        <a:solidFill>
                          <a:srgbClr val="000000"/>
                        </a:solidFill>
                        <a:effectLst/>
                        <a:uFillTx/>
                        <a:latin typeface="Arial"/>
                      </a:endParaRPr>
                    </a:p>
                  </a:txBody>
                  <a:tcPr>
                    <a:lnL>
                      <a:noFill/>
                    </a:lnL>
                    <a:lnR>
                      <a:noFill/>
                    </a:lnR>
                    <a:lnT w="28080">
                      <a:solidFill>
                        <a:srgbClr val="9C6114"/>
                      </a:solidFill>
                      <a:prstDash val="solid"/>
                    </a:lnT>
                    <a:lnB w="28080">
                      <a:solidFill>
                        <a:srgbClr val="9C6114"/>
                      </a:solidFill>
                      <a:prstDash val="solid"/>
                    </a:lnB>
                    <a:noFill/>
                  </a:tcPr>
                </a:tc>
                <a:extLst>
                  <a:ext uri="{0D108BD9-81ED-4DB2-BD59-A6C34878D82A}">
                    <a16:rowId xmlns:a16="http://schemas.microsoft.com/office/drawing/2014/main" val="10001"/>
                  </a:ext>
                </a:extLst>
              </a:tr>
              <a:tr h="318240">
                <a:tc>
                  <a:txBody>
                    <a:bodyPr/>
                    <a:lstStyle/>
                    <a:p>
                      <a:pPr algn="ctr">
                        <a:lnSpc>
                          <a:spcPct val="100000"/>
                        </a:lnSpc>
                      </a:pPr>
                      <a:r>
                        <a:rPr lang="en-US" sz="1400" b="1" u="none" strike="noStrike">
                          <a:solidFill>
                            <a:schemeClr val="lt2"/>
                          </a:solidFill>
                          <a:effectLst/>
                          <a:uFillTx/>
                          <a:latin typeface="Arial"/>
                          <a:ea typeface="Arial"/>
                        </a:rPr>
                        <a:t>0x02</a:t>
                      </a:r>
                      <a:endParaRPr lang="en-US" sz="1400" b="0" u="none" strike="noStrike">
                        <a:solidFill>
                          <a:srgbClr val="000000"/>
                        </a:solidFill>
                        <a:effectLst/>
                        <a:uFillTx/>
                        <a:latin typeface="Arial"/>
                      </a:endParaRPr>
                    </a:p>
                  </a:txBody>
                  <a:tcPr>
                    <a:lnL>
                      <a:noFill/>
                    </a:lnL>
                    <a:lnR>
                      <a:noFill/>
                    </a:lnR>
                    <a:lnT w="28080" cap="flat" cmpd="sng" algn="ctr">
                      <a:solidFill>
                        <a:srgbClr val="9C6114"/>
                      </a:solidFill>
                      <a:prstDash val="solid"/>
                      <a:round/>
                      <a:headEnd type="none" w="med" len="med"/>
                      <a:tailEnd type="none" w="med" len="med"/>
                    </a:lnT>
                    <a:lnB>
                      <a:noFill/>
                    </a:lnB>
                    <a:noFill/>
                  </a:tcPr>
                </a:tc>
                <a:tc>
                  <a:txBody>
                    <a:bodyPr/>
                    <a:lstStyle/>
                    <a:p>
                      <a:pPr algn="ctr">
                        <a:lnSpc>
                          <a:spcPct val="100000"/>
                        </a:lnSpc>
                      </a:pPr>
                      <a:r>
                        <a:rPr lang="en-US" sz="1400" b="1" u="none" strike="noStrike">
                          <a:solidFill>
                            <a:schemeClr val="lt2"/>
                          </a:solidFill>
                          <a:effectLst/>
                          <a:uFillTx/>
                          <a:latin typeface="Arial"/>
                          <a:ea typeface="Arial"/>
                        </a:rPr>
                        <a:t>Data</a:t>
                      </a:r>
                      <a:endParaRPr lang="en-US" sz="1400" b="0" u="none" strike="noStrike">
                        <a:solidFill>
                          <a:srgbClr val="000000"/>
                        </a:solidFill>
                        <a:effectLst/>
                        <a:uFillTx/>
                        <a:latin typeface="Arial"/>
                      </a:endParaRPr>
                    </a:p>
                  </a:txBody>
                  <a:tcPr>
                    <a:lnL>
                      <a:noFill/>
                    </a:lnL>
                    <a:lnR>
                      <a:noFill/>
                    </a:lnR>
                    <a:lnT w="28080" cap="flat" cmpd="sng" algn="ctr">
                      <a:solidFill>
                        <a:srgbClr val="9C6114"/>
                      </a:solidFill>
                      <a:prstDash val="solid"/>
                      <a:round/>
                      <a:headEnd type="none" w="med" len="med"/>
                      <a:tailEnd type="none" w="med" len="med"/>
                    </a:lnT>
                    <a:lnB>
                      <a:noFill/>
                    </a:lnB>
                    <a:noFill/>
                  </a:tcPr>
                </a:tc>
                <a:extLst>
                  <a:ext uri="{0D108BD9-81ED-4DB2-BD59-A6C34878D82A}">
                    <a16:rowId xmlns:a16="http://schemas.microsoft.com/office/drawing/2014/main" val="10002"/>
                  </a:ext>
                </a:extLst>
              </a:tr>
              <a:tr h="318240">
                <a:tc>
                  <a:txBody>
                    <a:bodyPr/>
                    <a:lstStyle/>
                    <a:p>
                      <a:pPr algn="ctr">
                        <a:lnSpc>
                          <a:spcPct val="100000"/>
                        </a:lnSpc>
                      </a:pPr>
                      <a:r>
                        <a:rPr lang="en-US" sz="1400" b="1" u="none" strike="noStrike">
                          <a:solidFill>
                            <a:schemeClr val="lt2"/>
                          </a:solidFill>
                          <a:effectLst/>
                          <a:uFillTx/>
                          <a:latin typeface="Arial"/>
                          <a:ea typeface="Arial"/>
                        </a:rPr>
                        <a:t>0x03</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a:lnSpc>
                          <a:spcPct val="100000"/>
                        </a:lnSpc>
                      </a:pPr>
                      <a:r>
                        <a:rPr lang="en-US" sz="1400" b="1" u="none" strike="noStrike">
                          <a:solidFill>
                            <a:schemeClr val="lt2"/>
                          </a:solidFill>
                          <a:effectLst/>
                          <a:uFillTx/>
                          <a:latin typeface="Arial"/>
                          <a:ea typeface="Arial"/>
                        </a:rPr>
                        <a:t>Ack</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3"/>
                  </a:ext>
                </a:extLst>
              </a:tr>
              <a:tr h="318240">
                <a:tc>
                  <a:txBody>
                    <a:bodyPr/>
                    <a:lstStyle/>
                    <a:p>
                      <a:pPr algn="ctr">
                        <a:lnSpc>
                          <a:spcPct val="100000"/>
                        </a:lnSpc>
                      </a:pPr>
                      <a:r>
                        <a:rPr lang="en-US" sz="1400" b="1" u="none" strike="noStrike">
                          <a:solidFill>
                            <a:schemeClr val="lt2"/>
                          </a:solidFill>
                          <a:effectLst/>
                          <a:uFillTx/>
                          <a:latin typeface="Arial"/>
                          <a:ea typeface="Arial"/>
                        </a:rPr>
                        <a:t>0x04</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a:lnSpc>
                          <a:spcPct val="100000"/>
                        </a:lnSpc>
                      </a:pPr>
                      <a:r>
                        <a:rPr lang="en-US" sz="1400" b="1" u="none" strike="noStrike">
                          <a:solidFill>
                            <a:schemeClr val="lt2"/>
                          </a:solidFill>
                          <a:effectLst/>
                          <a:uFillTx/>
                          <a:latin typeface="Arial"/>
                          <a:ea typeface="Arial"/>
                        </a:rPr>
                        <a:t>Finish</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4"/>
                  </a:ext>
                </a:extLst>
              </a:tr>
              <a:tr h="318240">
                <a:tc>
                  <a:txBody>
                    <a:bodyPr/>
                    <a:lstStyle/>
                    <a:p>
                      <a:pPr algn="ctr">
                        <a:lnSpc>
                          <a:spcPct val="100000"/>
                        </a:lnSpc>
                      </a:pPr>
                      <a:r>
                        <a:rPr lang="en-US" sz="1400" b="1" u="none" strike="noStrike">
                          <a:solidFill>
                            <a:schemeClr val="lt2"/>
                          </a:solidFill>
                          <a:effectLst/>
                          <a:uFillTx/>
                          <a:latin typeface="Arial"/>
                          <a:ea typeface="Arial"/>
                        </a:rPr>
                        <a:t>0x05</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a:lnSpc>
                          <a:spcPct val="100000"/>
                        </a:lnSpc>
                      </a:pPr>
                      <a:r>
                        <a:rPr lang="en-US" sz="1400" b="1" u="none" strike="noStrike">
                          <a:solidFill>
                            <a:schemeClr val="lt2"/>
                          </a:solidFill>
                          <a:effectLst/>
                          <a:uFillTx/>
                          <a:latin typeface="Arial"/>
                          <a:ea typeface="Arial"/>
                        </a:rPr>
                        <a:t>End</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5"/>
                  </a:ext>
                </a:extLst>
              </a:tr>
              <a:tr h="318240">
                <a:tc>
                  <a:txBody>
                    <a:bodyPr/>
                    <a:lstStyle/>
                    <a:p>
                      <a:pPr algn="ctr">
                        <a:lnSpc>
                          <a:spcPct val="100000"/>
                        </a:lnSpc>
                      </a:pPr>
                      <a:r>
                        <a:rPr lang="en-US" sz="1400" b="1" u="none" strike="noStrike">
                          <a:solidFill>
                            <a:schemeClr val="lt2"/>
                          </a:solidFill>
                          <a:effectLst/>
                          <a:uFillTx/>
                          <a:latin typeface="Arial"/>
                          <a:ea typeface="Arial"/>
                        </a:rPr>
                        <a:t>0x06</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a:lnSpc>
                          <a:spcPct val="100000"/>
                        </a:lnSpc>
                      </a:pPr>
                      <a:r>
                        <a:rPr lang="en-US" sz="1400" b="1" u="none" strike="noStrike">
                          <a:solidFill>
                            <a:schemeClr val="lt2"/>
                          </a:solidFill>
                          <a:effectLst/>
                          <a:uFillTx/>
                          <a:latin typeface="Arial"/>
                          <a:ea typeface="Arial"/>
                        </a:rPr>
                        <a:t>Result_train</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6"/>
                  </a:ext>
                </a:extLst>
              </a:tr>
              <a:tr h="318240">
                <a:tc>
                  <a:txBody>
                    <a:bodyPr/>
                    <a:lstStyle/>
                    <a:p>
                      <a:pPr algn="ctr">
                        <a:lnSpc>
                          <a:spcPct val="100000"/>
                        </a:lnSpc>
                      </a:pPr>
                      <a:r>
                        <a:rPr lang="en-US" sz="1400" b="1" u="none" strike="noStrike">
                          <a:solidFill>
                            <a:schemeClr val="lt2"/>
                          </a:solidFill>
                          <a:effectLst/>
                          <a:uFillTx/>
                          <a:latin typeface="Arial"/>
                          <a:ea typeface="Arial"/>
                        </a:rPr>
                        <a:t>0x07</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a:lnSpc>
                          <a:spcPct val="100000"/>
                        </a:lnSpc>
                      </a:pPr>
                      <a:r>
                        <a:rPr lang="en-US" sz="1400" b="1" u="none" strike="noStrike">
                          <a:solidFill>
                            <a:schemeClr val="lt2"/>
                          </a:solidFill>
                          <a:effectLst/>
                          <a:uFillTx/>
                          <a:latin typeface="Arial"/>
                          <a:ea typeface="Arial"/>
                        </a:rPr>
                        <a:t>Request_val</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7"/>
                  </a:ext>
                </a:extLst>
              </a:tr>
              <a:tr h="318240">
                <a:tc>
                  <a:txBody>
                    <a:bodyPr/>
                    <a:lstStyle/>
                    <a:p>
                      <a:pPr algn="ctr">
                        <a:lnSpc>
                          <a:spcPct val="100000"/>
                        </a:lnSpc>
                      </a:pPr>
                      <a:r>
                        <a:rPr lang="en-US" sz="1400" b="1" u="none" strike="noStrike">
                          <a:solidFill>
                            <a:schemeClr val="lt2"/>
                          </a:solidFill>
                          <a:effectLst/>
                          <a:uFillTx/>
                          <a:latin typeface="Arial"/>
                          <a:ea typeface="Arial"/>
                        </a:rPr>
                        <a:t>0x08</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a:lnSpc>
                          <a:spcPct val="100000"/>
                        </a:lnSpc>
                      </a:pPr>
                      <a:r>
                        <a:rPr lang="en-US" sz="1400" b="1" u="none" strike="noStrike">
                          <a:solidFill>
                            <a:schemeClr val="lt2"/>
                          </a:solidFill>
                          <a:effectLst/>
                          <a:uFillTx/>
                          <a:latin typeface="Arial"/>
                          <a:ea typeface="Arial"/>
                        </a:rPr>
                        <a:t>Result_val</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8"/>
                  </a:ext>
                </a:extLst>
              </a:tr>
              <a:tr h="318240">
                <a:tc>
                  <a:txBody>
                    <a:bodyPr/>
                    <a:lstStyle/>
                    <a:p>
                      <a:pPr algn="ctr">
                        <a:lnSpc>
                          <a:spcPct val="100000"/>
                        </a:lnSpc>
                      </a:pPr>
                      <a:r>
                        <a:rPr lang="en-US" sz="1400" b="1" u="none" strike="noStrike">
                          <a:solidFill>
                            <a:schemeClr val="lt2"/>
                          </a:solidFill>
                          <a:effectLst/>
                          <a:uFillTx/>
                          <a:latin typeface="Arial"/>
                          <a:ea typeface="Arial"/>
                        </a:rPr>
                        <a:t>0x09</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defTabSz="914400">
                        <a:lnSpc>
                          <a:spcPct val="100000"/>
                        </a:lnSpc>
                        <a:tabLst>
                          <a:tab pos="0" algn="l"/>
                        </a:tabLst>
                      </a:pPr>
                      <a:r>
                        <a:rPr lang="en-US" sz="1400" b="1" u="none" strike="noStrike">
                          <a:solidFill>
                            <a:schemeClr val="lt2"/>
                          </a:solidFill>
                          <a:effectLst/>
                          <a:uFillTx/>
                          <a:latin typeface="Arial"/>
                          <a:ea typeface="Arial"/>
                        </a:rPr>
                        <a:t>Request_test</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9"/>
                  </a:ext>
                </a:extLst>
              </a:tr>
              <a:tr h="318240">
                <a:tc>
                  <a:txBody>
                    <a:bodyPr/>
                    <a:lstStyle/>
                    <a:p>
                      <a:pPr algn="ctr">
                        <a:lnSpc>
                          <a:spcPct val="100000"/>
                        </a:lnSpc>
                      </a:pPr>
                      <a:r>
                        <a:rPr lang="en-US" sz="1400" b="1" u="none" strike="noStrike">
                          <a:solidFill>
                            <a:schemeClr val="lt2"/>
                          </a:solidFill>
                          <a:effectLst/>
                          <a:uFillTx/>
                          <a:latin typeface="Arial"/>
                          <a:ea typeface="Arial"/>
                        </a:rPr>
                        <a:t>0x0A</a:t>
                      </a:r>
                      <a:endParaRPr lang="en-US" sz="1400" b="0" u="none" strike="noStrike">
                        <a:solidFill>
                          <a:srgbClr val="000000"/>
                        </a:solidFill>
                        <a:effectLst/>
                        <a:uFillTx/>
                        <a:latin typeface="Arial"/>
                      </a:endParaRPr>
                    </a:p>
                  </a:txBody>
                  <a:tcPr>
                    <a:lnL>
                      <a:noFill/>
                    </a:lnL>
                    <a:lnR>
                      <a:noFill/>
                    </a:lnR>
                    <a:lnT>
                      <a:noFill/>
                    </a:lnT>
                    <a:lnB w="28080">
                      <a:solidFill>
                        <a:srgbClr val="9C6114"/>
                      </a:solidFill>
                      <a:prstDash val="solid"/>
                    </a:lnB>
                    <a:noFill/>
                  </a:tcPr>
                </a:tc>
                <a:tc>
                  <a:txBody>
                    <a:bodyPr/>
                    <a:lstStyle/>
                    <a:p>
                      <a:pPr algn="ctr">
                        <a:lnSpc>
                          <a:spcPct val="100000"/>
                        </a:lnSpc>
                      </a:pPr>
                      <a:r>
                        <a:rPr lang="en-US" sz="1400" b="1" u="none" strike="noStrike">
                          <a:solidFill>
                            <a:schemeClr val="lt2"/>
                          </a:solidFill>
                          <a:effectLst/>
                          <a:uFillTx/>
                          <a:latin typeface="Arial"/>
                          <a:ea typeface="Arial"/>
                        </a:rPr>
                        <a:t>Result_test</a:t>
                      </a:r>
                      <a:endParaRPr lang="en-US" sz="1400" b="0" u="none" strike="noStrike">
                        <a:solidFill>
                          <a:srgbClr val="000000"/>
                        </a:solidFill>
                        <a:effectLst/>
                        <a:uFillTx/>
                        <a:latin typeface="Arial"/>
                      </a:endParaRPr>
                    </a:p>
                  </a:txBody>
                  <a:tcPr>
                    <a:lnL>
                      <a:noFill/>
                    </a:lnL>
                    <a:lnR>
                      <a:noFill/>
                    </a:lnR>
                    <a:lnT>
                      <a:noFill/>
                    </a:lnT>
                    <a:lnB w="28080">
                      <a:solidFill>
                        <a:srgbClr val="9C6114"/>
                      </a:solidFill>
                      <a:prstDash val="solid"/>
                    </a:lnB>
                    <a:noFill/>
                  </a:tcPr>
                </a:tc>
                <a:extLst>
                  <a:ext uri="{0D108BD9-81ED-4DB2-BD59-A6C34878D82A}">
                    <a16:rowId xmlns:a16="http://schemas.microsoft.com/office/drawing/2014/main" val="10010"/>
                  </a:ext>
                </a:extLst>
              </a:tr>
            </a:tbl>
          </a:graphicData>
        </a:graphic>
      </p:graphicFrame>
      <p:sp>
        <p:nvSpPr>
          <p:cNvPr id="267" name="Rectangle: Rounded Corners 3"/>
          <p:cNvSpPr/>
          <p:nvPr/>
        </p:nvSpPr>
        <p:spPr>
          <a:xfrm>
            <a:off x="163440" y="150876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start of frame</a:t>
            </a:r>
            <a:endParaRPr lang="en-US" sz="2400" b="0" u="none" strike="noStrike">
              <a:solidFill>
                <a:srgbClr val="000000"/>
              </a:solidFill>
              <a:effectLst/>
              <a:uFillTx/>
              <a:latin typeface="Arial"/>
            </a:endParaRPr>
          </a:p>
        </p:txBody>
      </p:sp>
      <p:sp>
        <p:nvSpPr>
          <p:cNvPr id="268" name="Rectangle: Rounded Corners 4"/>
          <p:cNvSpPr/>
          <p:nvPr/>
        </p:nvSpPr>
        <p:spPr>
          <a:xfrm>
            <a:off x="2323440" y="1508760"/>
            <a:ext cx="1079640" cy="539640"/>
          </a:xfrm>
          <a:prstGeom prst="roundRect">
            <a:avLst>
              <a:gd name="adj" fmla="val 26871"/>
            </a:avLst>
          </a:prstGeom>
          <a:solidFill>
            <a:schemeClr val="lt2">
              <a:alpha val="10000"/>
            </a:schemeClr>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type</a:t>
            </a:r>
            <a:endParaRPr lang="en-US" sz="2400" b="0" u="none" strike="noStrike">
              <a:solidFill>
                <a:srgbClr val="FFFFFF"/>
              </a:solidFill>
              <a:effectLst/>
              <a:uFillTx/>
              <a:latin typeface="Arial"/>
            </a:endParaRPr>
          </a:p>
        </p:txBody>
      </p:sp>
      <p:sp>
        <p:nvSpPr>
          <p:cNvPr id="269" name="Rectangle: Rounded Corners 5"/>
          <p:cNvSpPr/>
          <p:nvPr/>
        </p:nvSpPr>
        <p:spPr>
          <a:xfrm>
            <a:off x="3403440" y="150876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sequence</a:t>
            </a:r>
            <a:endParaRPr lang="en-US" sz="2400" b="0" u="none" strike="noStrike">
              <a:solidFill>
                <a:srgbClr val="000000"/>
              </a:solidFill>
              <a:effectLst/>
              <a:uFillTx/>
              <a:latin typeface="Arial"/>
            </a:endParaRPr>
          </a:p>
        </p:txBody>
      </p:sp>
      <p:sp>
        <p:nvSpPr>
          <p:cNvPr id="270" name="Rectangle: Rounded Corners 6"/>
          <p:cNvSpPr/>
          <p:nvPr/>
        </p:nvSpPr>
        <p:spPr>
          <a:xfrm>
            <a:off x="5563440" y="150876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length</a:t>
            </a:r>
            <a:endParaRPr lang="en-US" sz="2400" b="0" u="none" strike="noStrike">
              <a:solidFill>
                <a:srgbClr val="000000"/>
              </a:solidFill>
              <a:effectLst/>
              <a:uFillTx/>
              <a:latin typeface="Arial"/>
            </a:endParaRPr>
          </a:p>
        </p:txBody>
      </p:sp>
      <p:sp>
        <p:nvSpPr>
          <p:cNvPr id="271" name="Rectangle: Rounded Corners 7"/>
          <p:cNvSpPr/>
          <p:nvPr/>
        </p:nvSpPr>
        <p:spPr>
          <a:xfrm>
            <a:off x="7723440" y="1508760"/>
            <a:ext cx="2159640" cy="539640"/>
          </a:xfrm>
          <a:prstGeom prst="roundRect">
            <a:avLst>
              <a:gd name="adj" fmla="val 26871"/>
            </a:avLst>
          </a:prstGeom>
          <a:solidFill>
            <a:schemeClr val="lt2">
              <a:alpha val="10000"/>
            </a:schemeClr>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DATA</a:t>
            </a:r>
            <a:endParaRPr lang="en-US" sz="2400" b="0" u="none" strike="noStrike">
              <a:solidFill>
                <a:srgbClr val="FFFFFF"/>
              </a:solidFill>
              <a:effectLst/>
              <a:uFillTx/>
              <a:latin typeface="Arial"/>
            </a:endParaRPr>
          </a:p>
        </p:txBody>
      </p:sp>
      <p:sp>
        <p:nvSpPr>
          <p:cNvPr id="272" name="Rectangle: Rounded Corners 8"/>
          <p:cNvSpPr/>
          <p:nvPr/>
        </p:nvSpPr>
        <p:spPr>
          <a:xfrm>
            <a:off x="9883440" y="150876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crc</a:t>
            </a:r>
            <a:endParaRPr lang="en-US" sz="2400" b="0" u="none" strike="noStrike">
              <a:solidFill>
                <a:srgbClr val="000000"/>
              </a:solidFill>
              <a:effectLst/>
              <a:uFillTx/>
              <a:latin typeface="Arial"/>
            </a:endParaRPr>
          </a:p>
        </p:txBody>
      </p:sp>
      <p:cxnSp>
        <p:nvCxnSpPr>
          <p:cNvPr id="273" name="Straight Connector 10"/>
          <p:cNvCxnSpPr/>
          <p:nvPr/>
        </p:nvCxnSpPr>
        <p:spPr>
          <a:xfrm>
            <a:off x="8285040" y="1508400"/>
            <a:ext cx="1026720" cy="360"/>
          </a:xfrm>
          <a:prstGeom prst="straightConnector1">
            <a:avLst/>
          </a:prstGeom>
          <a:ln w="50800">
            <a:solidFill>
              <a:srgbClr val="FFFFFF"/>
            </a:solidFill>
            <a:prstDash val="sysDot"/>
            <a:round/>
          </a:ln>
        </p:spPr>
      </p:cxnSp>
      <p:cxnSp>
        <p:nvCxnSpPr>
          <p:cNvPr id="274" name="Straight Connector 11"/>
          <p:cNvCxnSpPr/>
          <p:nvPr/>
        </p:nvCxnSpPr>
        <p:spPr>
          <a:xfrm>
            <a:off x="8285040" y="2048400"/>
            <a:ext cx="1026720" cy="360"/>
          </a:xfrm>
          <a:prstGeom prst="straightConnector1">
            <a:avLst/>
          </a:prstGeom>
          <a:ln w="50800">
            <a:solidFill>
              <a:srgbClr val="FFFFFF"/>
            </a:solidFill>
            <a:prstDash val="sysDot"/>
            <a:round/>
          </a:ln>
        </p:spPr>
      </p:cxnSp>
      <p:cxnSp>
        <p:nvCxnSpPr>
          <p:cNvPr id="275" name="Straight Connector 12"/>
          <p:cNvCxnSpPr/>
          <p:nvPr/>
        </p:nvCxnSpPr>
        <p:spPr>
          <a:xfrm flipV="1">
            <a:off x="7723080" y="1644840"/>
            <a:ext cx="360" cy="267480"/>
          </a:xfrm>
          <a:prstGeom prst="straightConnector1">
            <a:avLst/>
          </a:prstGeom>
          <a:ln w="50800">
            <a:solidFill>
              <a:srgbClr val="FFFFFF"/>
            </a:solidFill>
            <a:round/>
          </a:ln>
        </p:spPr>
      </p:cxnSp>
      <p:cxnSp>
        <p:nvCxnSpPr>
          <p:cNvPr id="276" name="Straight Connector 16"/>
          <p:cNvCxnSpPr/>
          <p:nvPr/>
        </p:nvCxnSpPr>
        <p:spPr>
          <a:xfrm flipV="1">
            <a:off x="9883080" y="1644840"/>
            <a:ext cx="360" cy="267480"/>
          </a:xfrm>
          <a:prstGeom prst="straightConnector1">
            <a:avLst/>
          </a:prstGeom>
          <a:ln w="50800">
            <a:solidFill>
              <a:srgbClr val="FFFFFF"/>
            </a:solidFill>
            <a:round/>
          </a:ln>
        </p:spPr>
      </p:cxnSp>
      <p:cxnSp>
        <p:nvCxnSpPr>
          <p:cNvPr id="277" name="Straight Connector 17"/>
          <p:cNvCxnSpPr/>
          <p:nvPr/>
        </p:nvCxnSpPr>
        <p:spPr>
          <a:xfrm flipV="1">
            <a:off x="5563080" y="1644840"/>
            <a:ext cx="360" cy="267480"/>
          </a:xfrm>
          <a:prstGeom prst="straightConnector1">
            <a:avLst/>
          </a:prstGeom>
          <a:ln w="50800">
            <a:solidFill>
              <a:srgbClr val="FFFFFF"/>
            </a:solidFill>
            <a:round/>
          </a:ln>
        </p:spPr>
      </p:cxnSp>
      <p:cxnSp>
        <p:nvCxnSpPr>
          <p:cNvPr id="278" name="Straight Connector 18"/>
          <p:cNvCxnSpPr/>
          <p:nvPr/>
        </p:nvCxnSpPr>
        <p:spPr>
          <a:xfrm flipV="1">
            <a:off x="3403080" y="1644840"/>
            <a:ext cx="360" cy="267480"/>
          </a:xfrm>
          <a:prstGeom prst="straightConnector1">
            <a:avLst/>
          </a:prstGeom>
          <a:ln w="50800">
            <a:solidFill>
              <a:srgbClr val="FFFFFF"/>
            </a:solidFill>
            <a:round/>
          </a:ln>
        </p:spPr>
      </p:cxnSp>
      <p:cxnSp>
        <p:nvCxnSpPr>
          <p:cNvPr id="279" name="Straight Connector 19"/>
          <p:cNvCxnSpPr/>
          <p:nvPr/>
        </p:nvCxnSpPr>
        <p:spPr>
          <a:xfrm flipV="1">
            <a:off x="2323080" y="1644840"/>
            <a:ext cx="360" cy="267480"/>
          </a:xfrm>
          <a:prstGeom prst="straightConnector1">
            <a:avLst/>
          </a:prstGeom>
          <a:ln w="50800">
            <a:solidFill>
              <a:srgbClr val="FFFFFF"/>
            </a:solidFill>
            <a:round/>
          </a:ln>
        </p:spPr>
      </p:cxnSp>
      <p:cxnSp>
        <p:nvCxnSpPr>
          <p:cNvPr id="280" name="Straight Connector 24"/>
          <p:cNvCxnSpPr/>
          <p:nvPr/>
        </p:nvCxnSpPr>
        <p:spPr>
          <a:xfrm>
            <a:off x="2323080" y="1976760"/>
            <a:ext cx="360" cy="880920"/>
          </a:xfrm>
          <a:prstGeom prst="straightConnector1">
            <a:avLst/>
          </a:prstGeom>
          <a:ln w="25400" cap="rnd">
            <a:solidFill>
              <a:srgbClr val="9C6114"/>
            </a:solidFill>
            <a:prstDash val="sysDash"/>
            <a:round/>
          </a:ln>
        </p:spPr>
      </p:cxnSp>
      <p:cxnSp>
        <p:nvCxnSpPr>
          <p:cNvPr id="281" name="Straight Connector 30"/>
          <p:cNvCxnSpPr/>
          <p:nvPr/>
        </p:nvCxnSpPr>
        <p:spPr>
          <a:xfrm>
            <a:off x="3403080" y="1976760"/>
            <a:ext cx="360" cy="880920"/>
          </a:xfrm>
          <a:prstGeom prst="straightConnector1">
            <a:avLst/>
          </a:prstGeom>
          <a:ln w="25400" cap="rnd">
            <a:solidFill>
              <a:srgbClr val="9C6114"/>
            </a:solidFill>
            <a:prstDash val="sysDash"/>
            <a:round/>
          </a:ln>
        </p:spPr>
      </p:cxnSp>
      <p:cxnSp>
        <p:nvCxnSpPr>
          <p:cNvPr id="282" name="Straight Connector 31"/>
          <p:cNvCxnSpPr/>
          <p:nvPr/>
        </p:nvCxnSpPr>
        <p:spPr>
          <a:xfrm>
            <a:off x="5563080" y="1976760"/>
            <a:ext cx="360" cy="880920"/>
          </a:xfrm>
          <a:prstGeom prst="straightConnector1">
            <a:avLst/>
          </a:prstGeom>
          <a:ln w="25400" cap="rnd">
            <a:solidFill>
              <a:srgbClr val="9C6114"/>
            </a:solidFill>
            <a:prstDash val="sysDash"/>
            <a:round/>
          </a:ln>
        </p:spPr>
      </p:cxnSp>
      <p:cxnSp>
        <p:nvCxnSpPr>
          <p:cNvPr id="283" name="Straight Connector 32"/>
          <p:cNvCxnSpPr/>
          <p:nvPr/>
        </p:nvCxnSpPr>
        <p:spPr>
          <a:xfrm>
            <a:off x="7723080" y="1976760"/>
            <a:ext cx="360" cy="880920"/>
          </a:xfrm>
          <a:prstGeom prst="straightConnector1">
            <a:avLst/>
          </a:prstGeom>
          <a:ln w="25400" cap="rnd">
            <a:solidFill>
              <a:srgbClr val="9C6114"/>
            </a:solidFill>
            <a:prstDash val="sysDash"/>
            <a:round/>
          </a:ln>
        </p:spPr>
      </p:cxnSp>
      <p:cxnSp>
        <p:nvCxnSpPr>
          <p:cNvPr id="284" name="Straight Connector 33"/>
          <p:cNvCxnSpPr/>
          <p:nvPr/>
        </p:nvCxnSpPr>
        <p:spPr>
          <a:xfrm>
            <a:off x="9883080" y="1976760"/>
            <a:ext cx="360" cy="880920"/>
          </a:xfrm>
          <a:prstGeom prst="straightConnector1">
            <a:avLst/>
          </a:prstGeom>
          <a:ln w="25400" cap="rnd">
            <a:solidFill>
              <a:srgbClr val="9C6114"/>
            </a:solidFill>
            <a:prstDash val="sysDash"/>
            <a:round/>
          </a:ln>
        </p:spPr>
      </p:cxnSp>
      <p:sp>
        <p:nvSpPr>
          <p:cNvPr id="285" name="TextBox 39"/>
          <p:cNvSpPr/>
          <p:nvPr/>
        </p:nvSpPr>
        <p:spPr>
          <a:xfrm>
            <a:off x="4132080" y="2406600"/>
            <a:ext cx="7023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2 bytes</a:t>
            </a:r>
            <a:endParaRPr lang="en-US" sz="1600" b="0" u="none" strike="noStrike">
              <a:solidFill>
                <a:srgbClr val="000000"/>
              </a:solidFill>
              <a:effectLst/>
              <a:uFillTx/>
              <a:latin typeface="Arial"/>
            </a:endParaRPr>
          </a:p>
        </p:txBody>
      </p:sp>
      <p:sp>
        <p:nvSpPr>
          <p:cNvPr id="286" name="TextBox 41"/>
          <p:cNvSpPr/>
          <p:nvPr/>
        </p:nvSpPr>
        <p:spPr>
          <a:xfrm>
            <a:off x="6292080" y="2406600"/>
            <a:ext cx="7023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2 bytes</a:t>
            </a:r>
            <a:endParaRPr lang="en-US" sz="1600" b="0" u="none" strike="noStrike">
              <a:solidFill>
                <a:srgbClr val="000000"/>
              </a:solidFill>
              <a:effectLst/>
              <a:uFillTx/>
              <a:latin typeface="Arial"/>
            </a:endParaRPr>
          </a:p>
        </p:txBody>
      </p:sp>
      <p:sp>
        <p:nvSpPr>
          <p:cNvPr id="287" name="TextBox 42"/>
          <p:cNvSpPr/>
          <p:nvPr/>
        </p:nvSpPr>
        <p:spPr>
          <a:xfrm>
            <a:off x="8199000" y="2406600"/>
            <a:ext cx="12081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length bytes</a:t>
            </a:r>
            <a:endParaRPr lang="en-US" sz="1600" b="0" u="none" strike="noStrike">
              <a:solidFill>
                <a:srgbClr val="000000"/>
              </a:solidFill>
              <a:effectLst/>
              <a:uFillTx/>
              <a:latin typeface="Arial"/>
            </a:endParaRPr>
          </a:p>
        </p:txBody>
      </p:sp>
      <p:sp>
        <p:nvSpPr>
          <p:cNvPr id="288" name="TextBox 43"/>
          <p:cNvSpPr/>
          <p:nvPr/>
        </p:nvSpPr>
        <p:spPr>
          <a:xfrm>
            <a:off x="10612080" y="2406600"/>
            <a:ext cx="7023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2 bytes</a:t>
            </a:r>
            <a:endParaRPr lang="en-US" sz="1600" b="0" u="none" strike="noStrike">
              <a:solidFill>
                <a:srgbClr val="000000"/>
              </a:solidFill>
              <a:effectLst/>
              <a:uFillTx/>
              <a:latin typeface="Arial"/>
            </a:endParaRPr>
          </a:p>
        </p:txBody>
      </p:sp>
      <p:sp>
        <p:nvSpPr>
          <p:cNvPr id="289" name="TextBox 44"/>
          <p:cNvSpPr/>
          <p:nvPr/>
        </p:nvSpPr>
        <p:spPr>
          <a:xfrm>
            <a:off x="890640" y="2406600"/>
            <a:ext cx="7023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2 bytes</a:t>
            </a:r>
            <a:endParaRPr lang="en-US" sz="1600" b="0" u="none" strike="noStrike">
              <a:solidFill>
                <a:srgbClr val="000000"/>
              </a:solidFill>
              <a:effectLst/>
              <a:uFillTx/>
              <a:latin typeface="Arial"/>
            </a:endParaRPr>
          </a:p>
        </p:txBody>
      </p:sp>
      <p:sp>
        <p:nvSpPr>
          <p:cNvPr id="290" name="Rectangle: Rounded Corners 49"/>
          <p:cNvSpPr/>
          <p:nvPr/>
        </p:nvSpPr>
        <p:spPr>
          <a:xfrm>
            <a:off x="4834800" y="4277520"/>
            <a:ext cx="1079640" cy="53964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label</a:t>
            </a:r>
            <a:endParaRPr lang="en-US" sz="2400" b="0" u="none" strike="noStrike">
              <a:solidFill>
                <a:srgbClr val="000000"/>
              </a:solidFill>
              <a:effectLst/>
              <a:uFillTx/>
              <a:latin typeface="Arial"/>
            </a:endParaRPr>
          </a:p>
        </p:txBody>
      </p:sp>
      <p:sp>
        <p:nvSpPr>
          <p:cNvPr id="291" name="Rectangle: Rounded Corners 50"/>
          <p:cNvSpPr/>
          <p:nvPr/>
        </p:nvSpPr>
        <p:spPr>
          <a:xfrm>
            <a:off x="5914800" y="4277520"/>
            <a:ext cx="4319640" cy="53964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Data1(float)</a:t>
            </a:r>
            <a:endParaRPr lang="en-US" sz="2400" b="0" u="none" strike="noStrike">
              <a:solidFill>
                <a:srgbClr val="000000"/>
              </a:solidFill>
              <a:effectLst/>
              <a:uFillTx/>
              <a:latin typeface="Arial"/>
            </a:endParaRPr>
          </a:p>
        </p:txBody>
      </p:sp>
      <p:sp>
        <p:nvSpPr>
          <p:cNvPr id="292" name="Freeform: Shape 55"/>
          <p:cNvSpPr/>
          <p:nvPr/>
        </p:nvSpPr>
        <p:spPr>
          <a:xfrm>
            <a:off x="10234800" y="4277520"/>
            <a:ext cx="1247760" cy="539640"/>
          </a:xfrm>
          <a:custGeom>
            <a:avLst/>
            <a:gdLst>
              <a:gd name="textAreaLeft" fmla="*/ 0 w 1247760"/>
              <a:gd name="textAreaRight" fmla="*/ 1248120 w 1247760"/>
              <a:gd name="textAreaTop" fmla="*/ 0 h 539640"/>
              <a:gd name="textAreaBottom" fmla="*/ 540000 h 539640"/>
              <a:gd name="GluePoint1X" fmla="*/ 145103 w 1247952"/>
              <a:gd name="GluePoint1Y" fmla="*/ 0 h 540000"/>
              <a:gd name="GluePoint2X" fmla="*/ 1247952 w 1247952"/>
              <a:gd name="GluePoint2Y" fmla="*/ 0 h 540000"/>
              <a:gd name="GluePoint3X" fmla="*/ 1247952 w 1247952"/>
              <a:gd name="GluePoint3Y" fmla="*/ 540000 h 540000"/>
              <a:gd name="GluePoint4X" fmla="*/ 145103 w 1247952"/>
              <a:gd name="GluePoint4Y" fmla="*/ 540000 h 540000"/>
              <a:gd name="GluePoint5X" fmla="*/ 0 w 1247952"/>
              <a:gd name="GluePoint5Y" fmla="*/ 394897 h 540000"/>
              <a:gd name="GluePoint6X" fmla="*/ 0 w 1247952"/>
              <a:gd name="GluePoint6Y" fmla="*/ 145103 h 540000"/>
              <a:gd name="GluePoint7X" fmla="*/ 145103 w 1247952"/>
              <a:gd name="GluePoint7Y" fmla="*/ 0 h 540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247952" h="540000">
                <a:moveTo>
                  <a:pt x="145103" y="0"/>
                </a:moveTo>
                <a:lnTo>
                  <a:pt x="1247952" y="0"/>
                </a:lnTo>
                <a:lnTo>
                  <a:pt x="1247952" y="540000"/>
                </a:lnTo>
                <a:lnTo>
                  <a:pt x="145103" y="540000"/>
                </a:lnTo>
                <a:cubicBezTo>
                  <a:pt x="64965" y="540000"/>
                  <a:pt x="0" y="475035"/>
                  <a:pt x="0" y="394897"/>
                </a:cubicBezTo>
                <a:lnTo>
                  <a:pt x="0" y="145103"/>
                </a:lnTo>
                <a:cubicBezTo>
                  <a:pt x="0" y="64965"/>
                  <a:pt x="64965" y="0"/>
                  <a:pt x="145103" y="0"/>
                </a:cubicBezTo>
                <a:close/>
              </a:path>
            </a:pathLst>
          </a:cu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data2</a:t>
            </a:r>
            <a:endParaRPr lang="en-US" sz="2400" b="0" u="none" strike="noStrike">
              <a:solidFill>
                <a:srgbClr val="000000"/>
              </a:solidFill>
              <a:effectLst/>
              <a:uFillTx/>
              <a:latin typeface="Arial"/>
            </a:endParaRPr>
          </a:p>
        </p:txBody>
      </p:sp>
      <p:cxnSp>
        <p:nvCxnSpPr>
          <p:cNvPr id="293" name="Straight Connector 56"/>
          <p:cNvCxnSpPr>
            <a:stCxn id="292" idx="2"/>
            <a:endCxn id="292" idx="1"/>
          </p:cNvCxnSpPr>
          <p:nvPr/>
        </p:nvCxnSpPr>
        <p:spPr>
          <a:xfrm flipV="1">
            <a:off x="11482560" y="4277520"/>
            <a:ext cx="360" cy="540000"/>
          </a:xfrm>
          <a:prstGeom prst="straightConnector1">
            <a:avLst/>
          </a:prstGeom>
          <a:ln w="50800" cap="sq">
            <a:solidFill>
              <a:srgbClr val="FFFFFF"/>
            </a:solidFill>
            <a:round/>
          </a:ln>
        </p:spPr>
      </p:cxnSp>
      <p:cxnSp>
        <p:nvCxnSpPr>
          <p:cNvPr id="294" name="Straight Connector 60"/>
          <p:cNvCxnSpPr/>
          <p:nvPr/>
        </p:nvCxnSpPr>
        <p:spPr>
          <a:xfrm>
            <a:off x="10671120" y="4277520"/>
            <a:ext cx="811800" cy="360"/>
          </a:xfrm>
          <a:prstGeom prst="straightConnector1">
            <a:avLst/>
          </a:prstGeom>
          <a:ln w="50800">
            <a:solidFill>
              <a:srgbClr val="FFFFFF"/>
            </a:solidFill>
            <a:prstDash val="sysDot"/>
            <a:round/>
          </a:ln>
        </p:spPr>
      </p:cxnSp>
      <p:cxnSp>
        <p:nvCxnSpPr>
          <p:cNvPr id="295" name="Straight Connector 193"/>
          <p:cNvCxnSpPr/>
          <p:nvPr/>
        </p:nvCxnSpPr>
        <p:spPr>
          <a:xfrm>
            <a:off x="10671120" y="4817160"/>
            <a:ext cx="811800" cy="360"/>
          </a:xfrm>
          <a:prstGeom prst="straightConnector1">
            <a:avLst/>
          </a:prstGeom>
          <a:ln w="50800">
            <a:solidFill>
              <a:srgbClr val="FFFFFF"/>
            </a:solidFill>
            <a:prstDash val="sysDot"/>
            <a:round/>
          </a:ln>
        </p:spPr>
      </p:cxnSp>
      <p:cxnSp>
        <p:nvCxnSpPr>
          <p:cNvPr id="296" name="Straight Connector 194"/>
          <p:cNvCxnSpPr/>
          <p:nvPr/>
        </p:nvCxnSpPr>
        <p:spPr>
          <a:xfrm flipV="1">
            <a:off x="10234440" y="4413600"/>
            <a:ext cx="360" cy="267840"/>
          </a:xfrm>
          <a:prstGeom prst="straightConnector1">
            <a:avLst/>
          </a:prstGeom>
          <a:ln w="50800">
            <a:solidFill>
              <a:srgbClr val="FFFFFF"/>
            </a:solidFill>
            <a:round/>
          </a:ln>
        </p:spPr>
      </p:cxnSp>
      <p:cxnSp>
        <p:nvCxnSpPr>
          <p:cNvPr id="297" name="Straight Connector 195"/>
          <p:cNvCxnSpPr/>
          <p:nvPr/>
        </p:nvCxnSpPr>
        <p:spPr>
          <a:xfrm flipV="1">
            <a:off x="5914440" y="4413600"/>
            <a:ext cx="360" cy="267840"/>
          </a:xfrm>
          <a:prstGeom prst="straightConnector1">
            <a:avLst/>
          </a:prstGeom>
          <a:ln w="50800">
            <a:solidFill>
              <a:srgbClr val="FFFFFF"/>
            </a:solidFill>
            <a:round/>
          </a:ln>
        </p:spPr>
      </p:cxnSp>
      <p:cxnSp>
        <p:nvCxnSpPr>
          <p:cNvPr id="298" name="Straight Connector 196"/>
          <p:cNvCxnSpPr/>
          <p:nvPr/>
        </p:nvCxnSpPr>
        <p:spPr>
          <a:xfrm>
            <a:off x="4834440" y="5178240"/>
            <a:ext cx="6282720" cy="360"/>
          </a:xfrm>
          <a:prstGeom prst="straightConnector1">
            <a:avLst/>
          </a:prstGeom>
          <a:ln w="25400" cap="rnd">
            <a:solidFill>
              <a:srgbClr val="9C6114"/>
            </a:solidFill>
            <a:prstDash val="sysDash"/>
            <a:round/>
          </a:ln>
        </p:spPr>
      </p:cxnSp>
      <p:cxnSp>
        <p:nvCxnSpPr>
          <p:cNvPr id="299" name="Straight Connector 199"/>
          <p:cNvCxnSpPr/>
          <p:nvPr/>
        </p:nvCxnSpPr>
        <p:spPr>
          <a:xfrm>
            <a:off x="5914440" y="4681080"/>
            <a:ext cx="360" cy="880920"/>
          </a:xfrm>
          <a:prstGeom prst="straightConnector1">
            <a:avLst/>
          </a:prstGeom>
          <a:ln w="25400" cap="rnd">
            <a:solidFill>
              <a:srgbClr val="9C6114"/>
            </a:solidFill>
            <a:prstDash val="sysDash"/>
            <a:round/>
          </a:ln>
        </p:spPr>
      </p:cxnSp>
      <p:cxnSp>
        <p:nvCxnSpPr>
          <p:cNvPr id="300" name="Straight Connector 200"/>
          <p:cNvCxnSpPr/>
          <p:nvPr/>
        </p:nvCxnSpPr>
        <p:spPr>
          <a:xfrm>
            <a:off x="10234440" y="4681080"/>
            <a:ext cx="360" cy="880920"/>
          </a:xfrm>
          <a:prstGeom prst="straightConnector1">
            <a:avLst/>
          </a:prstGeom>
          <a:ln w="25400" cap="rnd">
            <a:solidFill>
              <a:srgbClr val="9C6114"/>
            </a:solidFill>
            <a:prstDash val="sysDash"/>
            <a:round/>
          </a:ln>
        </p:spPr>
      </p:cxnSp>
      <p:sp>
        <p:nvSpPr>
          <p:cNvPr id="301" name="TextBox 201"/>
          <p:cNvSpPr/>
          <p:nvPr/>
        </p:nvSpPr>
        <p:spPr>
          <a:xfrm>
            <a:off x="5023440" y="5029560"/>
            <a:ext cx="7023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1 bytes</a:t>
            </a:r>
            <a:endParaRPr lang="en-US" sz="1600" b="0" u="none" strike="noStrike">
              <a:solidFill>
                <a:srgbClr val="000000"/>
              </a:solidFill>
              <a:effectLst/>
              <a:uFillTx/>
              <a:latin typeface="Arial"/>
            </a:endParaRPr>
          </a:p>
        </p:txBody>
      </p:sp>
      <p:sp>
        <p:nvSpPr>
          <p:cNvPr id="302" name="TextBox 203"/>
          <p:cNvSpPr/>
          <p:nvPr/>
        </p:nvSpPr>
        <p:spPr>
          <a:xfrm>
            <a:off x="7723440" y="5055480"/>
            <a:ext cx="7023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4 bytes</a:t>
            </a:r>
            <a:endParaRPr lang="en-US" sz="1600" b="0" u="none" strike="noStrike">
              <a:solidFill>
                <a:srgbClr val="000000"/>
              </a:solidFill>
              <a:effectLst/>
              <a:uFillTx/>
              <a:latin typeface="Arial"/>
            </a:endParaRPr>
          </a:p>
        </p:txBody>
      </p:sp>
      <p:cxnSp>
        <p:nvCxnSpPr>
          <p:cNvPr id="303" name="Straight Connector 207"/>
          <p:cNvCxnSpPr/>
          <p:nvPr/>
        </p:nvCxnSpPr>
        <p:spPr>
          <a:xfrm flipV="1">
            <a:off x="4834440" y="4413600"/>
            <a:ext cx="360" cy="267840"/>
          </a:xfrm>
          <a:prstGeom prst="straightConnector1">
            <a:avLst/>
          </a:prstGeom>
          <a:ln w="50800">
            <a:solidFill>
              <a:srgbClr val="FFFFFF"/>
            </a:solidFill>
            <a:round/>
          </a:ln>
        </p:spPr>
      </p:cxnSp>
      <p:sp>
        <p:nvSpPr>
          <p:cNvPr id="304" name="Freeform: Shape 206"/>
          <p:cNvSpPr/>
          <p:nvPr/>
        </p:nvSpPr>
        <p:spPr>
          <a:xfrm>
            <a:off x="4647600" y="2023560"/>
            <a:ext cx="7102800" cy="3678840"/>
          </a:xfrm>
          <a:custGeom>
            <a:avLst/>
            <a:gdLst>
              <a:gd name="textAreaLeft" fmla="*/ 0 w 7102800"/>
              <a:gd name="textAreaRight" fmla="*/ 7103160 w 7102800"/>
              <a:gd name="textAreaTop" fmla="*/ 0 h 3678840"/>
              <a:gd name="textAreaBottom" fmla="*/ 3679200 h 3678840"/>
              <a:gd name="GluePoint1X" fmla="*/ 5199217 w 7103212"/>
              <a:gd name="GluePoint1Y" fmla="*/ 0 h 3679209"/>
              <a:gd name="GluePoint2X" fmla="*/ 6924560 w 7103212"/>
              <a:gd name="GluePoint2Y" fmla="*/ 1861579 h 3679209"/>
              <a:gd name="GluePoint3X" fmla="*/ 7103212 w 7103212"/>
              <a:gd name="GluePoint3Y" fmla="*/ 2101191 h 3679209"/>
              <a:gd name="GluePoint4X" fmla="*/ 7103212 w 7103212"/>
              <a:gd name="GluePoint4Y" fmla="*/ 3470077 h 3679209"/>
              <a:gd name="GluePoint5X" fmla="*/ 6894080 w 7103212"/>
              <a:gd name="GluePoint5Y" fmla="*/ 3679209 h 3679209"/>
              <a:gd name="GluePoint6X" fmla="*/ 209132 w 7103212"/>
              <a:gd name="GluePoint6Y" fmla="*/ 3679209 h 3679209"/>
              <a:gd name="GluePoint7X" fmla="*/ 0 w 7103212"/>
              <a:gd name="GluePoint7Y" fmla="*/ 3470077 h 3679209"/>
              <a:gd name="GluePoint8X" fmla="*/ 0 w 7103212"/>
              <a:gd name="GluePoint8Y" fmla="*/ 2101191 h 3679209"/>
              <a:gd name="GluePoint9X" fmla="*/ 127729 w 7103212"/>
              <a:gd name="GluePoint9Y" fmla="*/ 1908494 h 3679209"/>
              <a:gd name="GluePoint10X" fmla="*/ 166363 w 7103212"/>
              <a:gd name="GluePoint10Y" fmla="*/ 1896501 h 3679209"/>
              <a:gd name="GluePoint11X" fmla="*/ 153084 w 7103212"/>
              <a:gd name="GluePoint11Y" fmla="*/ 1896534 h 3679209"/>
              <a:gd name="GluePoint12X" fmla="*/ 3175684 w 7103212"/>
              <a:gd name="GluePoint12Y" fmla="*/ 8467 h 3679209"/>
              <a:gd name="GluePoint13X" fmla="*/ 5199217 w 7103212"/>
              <a:gd name="GluePoint13Y" fmla="*/ 0 h 367920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7103212" h="3679209">
                <a:moveTo>
                  <a:pt x="5199217" y="0"/>
                </a:moveTo>
                <a:lnTo>
                  <a:pt x="6924560" y="1861579"/>
                </a:lnTo>
                <a:cubicBezTo>
                  <a:pt x="7029900" y="1973339"/>
                  <a:pt x="7016852" y="1945051"/>
                  <a:pt x="7103212" y="2101191"/>
                </a:cubicBezTo>
                <a:lnTo>
                  <a:pt x="7103212" y="3470077"/>
                </a:lnTo>
                <a:cubicBezTo>
                  <a:pt x="7103212" y="3585577"/>
                  <a:pt x="7009580" y="3679209"/>
                  <a:pt x="6894080" y="3679209"/>
                </a:cubicBezTo>
                <a:lnTo>
                  <a:pt x="209132" y="3679209"/>
                </a:lnTo>
                <a:cubicBezTo>
                  <a:pt x="93632" y="3679209"/>
                  <a:pt x="0" y="3585577"/>
                  <a:pt x="0" y="3470077"/>
                </a:cubicBezTo>
                <a:lnTo>
                  <a:pt x="0" y="2101191"/>
                </a:lnTo>
                <a:cubicBezTo>
                  <a:pt x="0" y="2014566"/>
                  <a:pt x="52668" y="1940242"/>
                  <a:pt x="127729" y="1908494"/>
                </a:cubicBezTo>
                <a:lnTo>
                  <a:pt x="166363" y="1896501"/>
                </a:lnTo>
                <a:lnTo>
                  <a:pt x="153084" y="1896534"/>
                </a:lnTo>
                <a:lnTo>
                  <a:pt x="3175684" y="8467"/>
                </a:lnTo>
                <a:lnTo>
                  <a:pt x="5199217" y="0"/>
                </a:lnTo>
                <a:close/>
              </a:path>
            </a:pathLst>
          </a:cu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5" name="Rectangle: Rounded Corners 18"/>
          <p:cNvSpPr/>
          <p:nvPr/>
        </p:nvSpPr>
        <p:spPr>
          <a:xfrm>
            <a:off x="641160" y="2463480"/>
            <a:ext cx="7062480" cy="3952080"/>
          </a:xfrm>
          <a:prstGeom prst="roundRect">
            <a:avLst>
              <a:gd name="adj" fmla="val 8566"/>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06" name="Rectangle 4"/>
          <p:cNvSpPr/>
          <p:nvPr/>
        </p:nvSpPr>
        <p:spPr>
          <a:xfrm>
            <a:off x="2056680" y="3084120"/>
            <a:ext cx="5265360" cy="2448720"/>
          </a:xfrm>
          <a:prstGeom prst="rect">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307" name="Rectangle 19"/>
          <p:cNvSpPr/>
          <p:nvPr/>
        </p:nvSpPr>
        <p:spPr>
          <a:xfrm>
            <a:off x="6095880" y="3076200"/>
            <a:ext cx="1217160" cy="2448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308" name="PlaceHolder 1"/>
          <p:cNvSpPr>
            <a:spLocks noGrp="1"/>
          </p:cNvSpPr>
          <p:nvPr>
            <p:ph/>
          </p:nvPr>
        </p:nvSpPr>
        <p:spPr>
          <a:xfrm>
            <a:off x="391680" y="1325160"/>
            <a:ext cx="11265120" cy="671400"/>
          </a:xfrm>
          <a:prstGeom prst="rect">
            <a:avLst/>
          </a:prstGeom>
          <a:noFill/>
          <a:ln w="0">
            <a:noFill/>
          </a:ln>
        </p:spPr>
        <p:txBody>
          <a:bodyPr lIns="0" tIns="0" rIns="0" bIns="0" anchor="t">
            <a:noAutofit/>
          </a:bodyPr>
          <a:lstStyle/>
          <a:p>
            <a:pPr marL="44280" indent="0">
              <a:lnSpc>
                <a:spcPct val="100000"/>
              </a:lnSpc>
              <a:buNone/>
              <a:tabLst>
                <a:tab pos="0" algn="l"/>
              </a:tabLst>
            </a:pPr>
            <a:r>
              <a:rPr lang="en-US" sz="2800" b="1" u="none" strike="noStrike">
                <a:solidFill>
                  <a:schemeClr val="lt2"/>
                </a:solidFill>
                <a:effectLst/>
                <a:uFillTx/>
                <a:latin typeface="Arial"/>
                <a:ea typeface="Arial"/>
              </a:rPr>
              <a:t>[Load] (Train + Val [Save?]) + …… + (Train + Val [Save?]) + Test</a:t>
            </a:r>
            <a:endParaRPr lang="en-US" sz="2800" b="0" u="none" strike="noStrike">
              <a:solidFill>
                <a:srgbClr val="000000"/>
              </a:solidFill>
              <a:effectLst/>
              <a:uFillTx/>
              <a:latin typeface="Arial"/>
            </a:endParaRPr>
          </a:p>
        </p:txBody>
      </p:sp>
      <p:sp>
        <p:nvSpPr>
          <p:cNvPr id="309"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buNone/>
            </a:pPr>
            <a:r>
              <a:rPr lang="en-US" sz="3500" b="0" u="none" strike="noStrike">
                <a:solidFill>
                  <a:schemeClr val="dk1"/>
                </a:solidFill>
                <a:effectLst/>
                <a:uFillTx/>
                <a:latin typeface="Anton"/>
                <a:ea typeface="Anton"/>
              </a:rPr>
              <a:t>Process and Flash</a:t>
            </a:r>
            <a:endParaRPr lang="en-US" sz="3500" b="0" u="none" strike="noStrike">
              <a:solidFill>
                <a:srgbClr val="000000"/>
              </a:solidFill>
              <a:effectLst/>
              <a:uFillTx/>
              <a:latin typeface="Arial"/>
            </a:endParaRPr>
          </a:p>
        </p:txBody>
      </p:sp>
      <p:sp>
        <p:nvSpPr>
          <p:cNvPr id="310" name="PlaceHolder 3"/>
          <p:cNvSpPr>
            <a:spLocks noGrp="1"/>
          </p:cNvSpPr>
          <p:nvPr>
            <p:ph type="sldNum" idx="42"/>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8F7AC0DC-A6F9-4895-8511-B349FE498124}" type="slidenum">
              <a:rPr lang="en" sz="1300" b="0" u="none" strike="noStrike">
                <a:solidFill>
                  <a:schemeClr val="dk1"/>
                </a:solidFill>
                <a:effectLst/>
                <a:uFillTx/>
                <a:latin typeface="Arial Narrow"/>
                <a:ea typeface="Arial Narrow"/>
              </a:rPr>
              <a:t>9</a:t>
            </a:fld>
            <a:endParaRPr lang="en-US" sz="1300" b="0" u="none" strike="noStrike">
              <a:solidFill>
                <a:srgbClr val="000000"/>
              </a:solidFill>
              <a:effectLst/>
              <a:uFillTx/>
              <a:latin typeface="Times New Roman"/>
            </a:endParaRPr>
          </a:p>
        </p:txBody>
      </p:sp>
      <p:sp>
        <p:nvSpPr>
          <p:cNvPr id="311" name="Text Placeholder 1"/>
          <p:cNvSpPr/>
          <p:nvPr/>
        </p:nvSpPr>
        <p:spPr>
          <a:xfrm>
            <a:off x="1268280" y="5999400"/>
            <a:ext cx="1576800" cy="41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2000" b="0" u="none" strike="noStrike">
                <a:solidFill>
                  <a:schemeClr val="lt2"/>
                </a:solidFill>
                <a:effectLst/>
                <a:uFillTx/>
                <a:latin typeface="Arial"/>
                <a:ea typeface="Arial"/>
              </a:rPr>
              <a:t>0x08000000</a:t>
            </a:r>
            <a:endParaRPr lang="en-US" sz="2000" b="0" u="none" strike="noStrike">
              <a:solidFill>
                <a:srgbClr val="000000"/>
              </a:solidFill>
              <a:effectLst/>
              <a:uFillTx/>
              <a:latin typeface="Arial"/>
            </a:endParaRPr>
          </a:p>
        </p:txBody>
      </p:sp>
      <p:cxnSp>
        <p:nvCxnSpPr>
          <p:cNvPr id="312" name="Straight Connector 8"/>
          <p:cNvCxnSpPr/>
          <p:nvPr/>
        </p:nvCxnSpPr>
        <p:spPr>
          <a:xfrm>
            <a:off x="2056680" y="2643480"/>
            <a:ext cx="360" cy="3314520"/>
          </a:xfrm>
          <a:prstGeom prst="straightConnector1">
            <a:avLst/>
          </a:prstGeom>
          <a:ln w="25400" cap="rnd">
            <a:solidFill>
              <a:srgbClr val="9C6114"/>
            </a:solidFill>
            <a:prstDash val="sysDash"/>
            <a:round/>
          </a:ln>
        </p:spPr>
      </p:cxnSp>
      <p:cxnSp>
        <p:nvCxnSpPr>
          <p:cNvPr id="313" name="Straight Connector 10"/>
          <p:cNvCxnSpPr/>
          <p:nvPr/>
        </p:nvCxnSpPr>
        <p:spPr>
          <a:xfrm>
            <a:off x="7322400" y="2643480"/>
            <a:ext cx="360" cy="3314520"/>
          </a:xfrm>
          <a:prstGeom prst="straightConnector1">
            <a:avLst/>
          </a:prstGeom>
          <a:ln w="25400" cap="rnd">
            <a:solidFill>
              <a:srgbClr val="9C6114"/>
            </a:solidFill>
            <a:prstDash val="sysDash"/>
            <a:round/>
          </a:ln>
        </p:spPr>
      </p:cxnSp>
      <p:cxnSp>
        <p:nvCxnSpPr>
          <p:cNvPr id="314" name="Straight Connector 11"/>
          <p:cNvCxnSpPr/>
          <p:nvPr/>
        </p:nvCxnSpPr>
        <p:spPr>
          <a:xfrm>
            <a:off x="6095880" y="2643480"/>
            <a:ext cx="360" cy="3314520"/>
          </a:xfrm>
          <a:prstGeom prst="straightConnector1">
            <a:avLst/>
          </a:prstGeom>
          <a:ln w="25400" cap="rnd">
            <a:solidFill>
              <a:srgbClr val="9C6114"/>
            </a:solidFill>
            <a:prstDash val="sysDash"/>
            <a:round/>
          </a:ln>
        </p:spPr>
      </p:cxnSp>
      <p:sp>
        <p:nvSpPr>
          <p:cNvPr id="315" name="Text Placeholder 1"/>
          <p:cNvSpPr/>
          <p:nvPr/>
        </p:nvSpPr>
        <p:spPr>
          <a:xfrm>
            <a:off x="5222880" y="5999400"/>
            <a:ext cx="1576800" cy="41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2000" b="0" u="none" strike="noStrike">
                <a:solidFill>
                  <a:schemeClr val="lt2"/>
                </a:solidFill>
                <a:effectLst/>
                <a:uFillTx/>
                <a:latin typeface="Arial"/>
                <a:ea typeface="Arial"/>
              </a:rPr>
              <a:t>0x08078000</a:t>
            </a:r>
            <a:endParaRPr lang="en-US" sz="2000" b="0" u="none" strike="noStrike">
              <a:solidFill>
                <a:srgbClr val="000000"/>
              </a:solidFill>
              <a:effectLst/>
              <a:uFillTx/>
              <a:latin typeface="Arial"/>
            </a:endParaRPr>
          </a:p>
        </p:txBody>
      </p:sp>
      <p:sp>
        <p:nvSpPr>
          <p:cNvPr id="316" name="Text Placeholder 1"/>
          <p:cNvSpPr/>
          <p:nvPr/>
        </p:nvSpPr>
        <p:spPr>
          <a:xfrm>
            <a:off x="3067200" y="3719520"/>
            <a:ext cx="2018880" cy="1162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2000" b="1" u="none" strike="noStrike">
                <a:solidFill>
                  <a:schemeClr val="lt2"/>
                </a:solidFill>
                <a:effectLst/>
                <a:uFillTx/>
                <a:latin typeface="Arial"/>
                <a:ea typeface="Arial"/>
              </a:rPr>
              <a:t>480K</a:t>
            </a:r>
            <a:endParaRPr lang="en-US" sz="2000" b="0" u="none" strike="noStrike">
              <a:solidFill>
                <a:srgbClr val="000000"/>
              </a:solidFill>
              <a:effectLst/>
              <a:uFillTx/>
              <a:latin typeface="Arial"/>
            </a:endParaRPr>
          </a:p>
          <a:p>
            <a:pPr marL="44280" algn="ctr">
              <a:lnSpc>
                <a:spcPct val="100000"/>
              </a:lnSpc>
              <a:tabLst>
                <a:tab pos="0" algn="l"/>
              </a:tabLst>
            </a:pPr>
            <a:endParaRPr lang="en-US" sz="2000" b="0" u="none" strike="noStrike">
              <a:solidFill>
                <a:srgbClr val="000000"/>
              </a:solidFill>
              <a:effectLst/>
              <a:uFillTx/>
              <a:latin typeface="Arial"/>
            </a:endParaRPr>
          </a:p>
          <a:p>
            <a:pPr marL="44280" algn="ctr">
              <a:lnSpc>
                <a:spcPct val="100000"/>
              </a:lnSpc>
              <a:tabLst>
                <a:tab pos="0" algn="l"/>
              </a:tabLst>
            </a:pPr>
            <a:r>
              <a:rPr lang="en-US" sz="2000" b="1" u="none" strike="noStrike">
                <a:solidFill>
                  <a:schemeClr val="lt2"/>
                </a:solidFill>
                <a:effectLst/>
                <a:uFillTx/>
                <a:latin typeface="Arial"/>
                <a:ea typeface="Arial"/>
              </a:rPr>
              <a:t>Store</a:t>
            </a:r>
            <a:endParaRPr lang="en-US" sz="2000" b="0" u="none" strike="noStrike">
              <a:solidFill>
                <a:srgbClr val="000000"/>
              </a:solidFill>
              <a:effectLst/>
              <a:uFillTx/>
              <a:latin typeface="Arial"/>
            </a:endParaRPr>
          </a:p>
          <a:p>
            <a:pPr marL="44280" algn="ctr">
              <a:lnSpc>
                <a:spcPct val="100000"/>
              </a:lnSpc>
              <a:tabLst>
                <a:tab pos="0" algn="l"/>
              </a:tabLst>
            </a:pPr>
            <a:r>
              <a:rPr lang="en-US" sz="2000" b="1" u="none" strike="noStrike">
                <a:solidFill>
                  <a:schemeClr val="lt2"/>
                </a:solidFill>
                <a:effectLst/>
                <a:uFillTx/>
                <a:latin typeface="Arial"/>
                <a:ea typeface="Arial"/>
              </a:rPr>
              <a:t>Program code</a:t>
            </a:r>
            <a:endParaRPr lang="en-US" sz="2000" b="0" u="none" strike="noStrike">
              <a:solidFill>
                <a:srgbClr val="000000"/>
              </a:solidFill>
              <a:effectLst/>
              <a:uFillTx/>
              <a:latin typeface="Arial"/>
            </a:endParaRPr>
          </a:p>
        </p:txBody>
      </p:sp>
      <p:sp>
        <p:nvSpPr>
          <p:cNvPr id="317" name="Text Placeholder 1"/>
          <p:cNvSpPr/>
          <p:nvPr/>
        </p:nvSpPr>
        <p:spPr>
          <a:xfrm>
            <a:off x="5949720" y="3727080"/>
            <a:ext cx="1576800" cy="1162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2000" b="1" u="none" strike="noStrike">
                <a:solidFill>
                  <a:schemeClr val="lt1"/>
                </a:solidFill>
                <a:effectLst/>
                <a:uFillTx/>
                <a:latin typeface="Arial"/>
                <a:ea typeface="Arial"/>
              </a:rPr>
              <a:t>32K</a:t>
            </a:r>
            <a:endParaRPr lang="en-US" sz="2000" b="0" u="none" strike="noStrike">
              <a:solidFill>
                <a:srgbClr val="000000"/>
              </a:solidFill>
              <a:effectLst/>
              <a:uFillTx/>
              <a:latin typeface="Arial"/>
            </a:endParaRPr>
          </a:p>
          <a:p>
            <a:pPr marL="44280" algn="ctr">
              <a:lnSpc>
                <a:spcPct val="100000"/>
              </a:lnSpc>
              <a:tabLst>
                <a:tab pos="0" algn="l"/>
              </a:tabLst>
            </a:pPr>
            <a:endParaRPr lang="en-US" sz="2000" b="0" u="none" strike="noStrike">
              <a:solidFill>
                <a:srgbClr val="000000"/>
              </a:solidFill>
              <a:effectLst/>
              <a:uFillTx/>
              <a:latin typeface="Arial"/>
            </a:endParaRPr>
          </a:p>
          <a:p>
            <a:pPr marL="44280" algn="ctr">
              <a:lnSpc>
                <a:spcPct val="100000"/>
              </a:lnSpc>
              <a:tabLst>
                <a:tab pos="0" algn="l"/>
              </a:tabLst>
            </a:pPr>
            <a:r>
              <a:rPr lang="en-US" sz="2000" b="1" u="none" strike="noStrike">
                <a:solidFill>
                  <a:schemeClr val="lt1"/>
                </a:solidFill>
                <a:effectLst/>
                <a:uFillTx/>
                <a:latin typeface="Arial"/>
                <a:ea typeface="Arial"/>
              </a:rPr>
              <a:t>Store</a:t>
            </a:r>
            <a:endParaRPr lang="en-US" sz="2000" b="0" u="none" strike="noStrike">
              <a:solidFill>
                <a:srgbClr val="000000"/>
              </a:solidFill>
              <a:effectLst/>
              <a:uFillTx/>
              <a:latin typeface="Arial"/>
            </a:endParaRPr>
          </a:p>
          <a:p>
            <a:pPr marL="44280" algn="ctr">
              <a:lnSpc>
                <a:spcPct val="100000"/>
              </a:lnSpc>
              <a:tabLst>
                <a:tab pos="0" algn="l"/>
              </a:tabLst>
            </a:pPr>
            <a:r>
              <a:rPr lang="en-US" sz="2000" b="1" u="none" strike="noStrike">
                <a:solidFill>
                  <a:schemeClr val="lt1"/>
                </a:solidFill>
                <a:effectLst/>
                <a:uFillTx/>
                <a:latin typeface="Arial"/>
                <a:ea typeface="Arial"/>
              </a:rPr>
              <a:t>weights</a:t>
            </a:r>
            <a:endParaRPr lang="en-US" sz="2000" b="0" u="none" strike="noStrike">
              <a:solidFill>
                <a:srgbClr val="000000"/>
              </a:solidFill>
              <a:effectLst/>
              <a:uFillTx/>
              <a:latin typeface="Arial"/>
            </a:endParaRPr>
          </a:p>
        </p:txBody>
      </p:sp>
      <p:sp>
        <p:nvSpPr>
          <p:cNvPr id="318" name="Rectangle: Rounded Corners 21"/>
          <p:cNvSpPr/>
          <p:nvPr/>
        </p:nvSpPr>
        <p:spPr>
          <a:xfrm>
            <a:off x="410760" y="1325160"/>
            <a:ext cx="1131840" cy="469440"/>
          </a:xfrm>
          <a:prstGeom prst="roundRect">
            <a:avLst>
              <a:gd name="adj" fmla="val 36494"/>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19" name="Rectangle: Rounded Corners 22"/>
          <p:cNvSpPr/>
          <p:nvPr/>
        </p:nvSpPr>
        <p:spPr>
          <a:xfrm>
            <a:off x="3670560" y="1325160"/>
            <a:ext cx="1248120" cy="469440"/>
          </a:xfrm>
          <a:prstGeom prst="roundRect">
            <a:avLst>
              <a:gd name="adj" fmla="val 36494"/>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20" name="Rectangle: Rounded Corners 23"/>
          <p:cNvSpPr/>
          <p:nvPr/>
        </p:nvSpPr>
        <p:spPr>
          <a:xfrm>
            <a:off x="8623440" y="1325160"/>
            <a:ext cx="1248120" cy="469440"/>
          </a:xfrm>
          <a:prstGeom prst="roundRect">
            <a:avLst>
              <a:gd name="adj" fmla="val 36494"/>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cxnSp>
        <p:nvCxnSpPr>
          <p:cNvPr id="321" name="Connector: Curved 25"/>
          <p:cNvCxnSpPr>
            <a:stCxn id="307" idx="0"/>
            <a:endCxn id="318" idx="2"/>
          </p:cNvCxnSpPr>
          <p:nvPr/>
        </p:nvCxnSpPr>
        <p:spPr>
          <a:xfrm rot="16200000" flipV="1">
            <a:off x="3199680" y="-428400"/>
            <a:ext cx="1281960" cy="5727960"/>
          </a:xfrm>
          <a:prstGeom prst="curvedConnector3">
            <a:avLst>
              <a:gd name="adj1" fmla="val 49971"/>
            </a:avLst>
          </a:prstGeom>
          <a:ln w="50800">
            <a:solidFill>
              <a:srgbClr val="9C6114"/>
            </a:solidFill>
            <a:round/>
            <a:tailEnd type="stealth" w="lg" len="lg"/>
          </a:ln>
        </p:spPr>
      </p:cxnSp>
      <p:cxnSp>
        <p:nvCxnSpPr>
          <p:cNvPr id="322" name="Connector: Curved 28"/>
          <p:cNvCxnSpPr>
            <a:stCxn id="319" idx="2"/>
            <a:endCxn id="307" idx="0"/>
          </p:cNvCxnSpPr>
          <p:nvPr/>
        </p:nvCxnSpPr>
        <p:spPr>
          <a:xfrm rot="16200000" flipH="1">
            <a:off x="4858560" y="1230480"/>
            <a:ext cx="1281960" cy="2410200"/>
          </a:xfrm>
          <a:prstGeom prst="curvedConnector3">
            <a:avLst>
              <a:gd name="adj1" fmla="val 50028"/>
            </a:avLst>
          </a:prstGeom>
          <a:ln w="50800">
            <a:solidFill>
              <a:srgbClr val="9C6114"/>
            </a:solidFill>
            <a:round/>
            <a:tailEnd type="stealth" w="lg" len="lg"/>
          </a:ln>
        </p:spPr>
      </p:cxnSp>
      <p:cxnSp>
        <p:nvCxnSpPr>
          <p:cNvPr id="323" name="Connector: Curved 31"/>
          <p:cNvCxnSpPr>
            <a:stCxn id="320" idx="2"/>
            <a:endCxn id="307" idx="0"/>
          </p:cNvCxnSpPr>
          <p:nvPr/>
        </p:nvCxnSpPr>
        <p:spPr>
          <a:xfrm rot="5400000">
            <a:off x="7335000" y="1163880"/>
            <a:ext cx="1281960" cy="2543400"/>
          </a:xfrm>
          <a:prstGeom prst="curvedConnector3">
            <a:avLst>
              <a:gd name="adj1" fmla="val 50028"/>
            </a:avLst>
          </a:prstGeom>
          <a:ln w="50800">
            <a:solidFill>
              <a:srgbClr val="9C6114"/>
            </a:solidFill>
            <a:round/>
            <a:tailEnd type="stealth" w="lg" len="lg"/>
          </a:ln>
        </p:spPr>
      </p:cxnSp>
      <p:sp>
        <p:nvSpPr>
          <p:cNvPr id="324" name="Text Placeholder 1"/>
          <p:cNvSpPr/>
          <p:nvPr/>
        </p:nvSpPr>
        <p:spPr>
          <a:xfrm>
            <a:off x="772560" y="2779200"/>
            <a:ext cx="1109520" cy="338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2000" b="1" u="none" strike="noStrike">
                <a:solidFill>
                  <a:schemeClr val="lt2"/>
                </a:solidFill>
                <a:effectLst/>
                <a:uFillTx/>
                <a:latin typeface="Arial"/>
                <a:ea typeface="Arial"/>
              </a:rPr>
              <a:t>FLASH</a:t>
            </a:r>
            <a:endParaRPr lang="en-US" sz="2000" b="0" u="none" strike="noStrike">
              <a:solidFill>
                <a:srgbClr val="000000"/>
              </a:solidFill>
              <a:effectLst/>
              <a:uFillTx/>
              <a:latin typeface="Arial"/>
            </a:endParaRPr>
          </a:p>
        </p:txBody>
      </p:sp>
      <p:sp>
        <p:nvSpPr>
          <p:cNvPr id="325" name="Rectangle: Rounded Corners 40"/>
          <p:cNvSpPr/>
          <p:nvPr/>
        </p:nvSpPr>
        <p:spPr>
          <a:xfrm>
            <a:off x="8775000" y="264384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Start Code</a:t>
            </a:r>
            <a:endParaRPr lang="en-US" sz="2400" b="0" u="none" strike="noStrike">
              <a:solidFill>
                <a:srgbClr val="000000"/>
              </a:solidFill>
              <a:effectLst/>
              <a:uFillTx/>
              <a:latin typeface="Arial"/>
            </a:endParaRPr>
          </a:p>
        </p:txBody>
      </p:sp>
      <p:sp>
        <p:nvSpPr>
          <p:cNvPr id="326" name="Rectangle: Rounded Corners 41"/>
          <p:cNvSpPr/>
          <p:nvPr/>
        </p:nvSpPr>
        <p:spPr>
          <a:xfrm>
            <a:off x="8775000" y="318312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Version</a:t>
            </a:r>
            <a:endParaRPr lang="en-US" sz="2400" b="0" u="none" strike="noStrike">
              <a:solidFill>
                <a:srgbClr val="000000"/>
              </a:solidFill>
              <a:effectLst/>
              <a:uFillTx/>
              <a:latin typeface="Arial"/>
            </a:endParaRPr>
          </a:p>
        </p:txBody>
      </p:sp>
      <p:sp>
        <p:nvSpPr>
          <p:cNvPr id="327" name="Rectangle: Rounded Corners 42"/>
          <p:cNvSpPr/>
          <p:nvPr/>
        </p:nvSpPr>
        <p:spPr>
          <a:xfrm>
            <a:off x="8775000" y="372240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Length</a:t>
            </a:r>
            <a:endParaRPr lang="en-US" sz="2400" b="0" u="none" strike="noStrike">
              <a:solidFill>
                <a:srgbClr val="000000"/>
              </a:solidFill>
              <a:effectLst/>
              <a:uFillTx/>
              <a:latin typeface="Arial"/>
            </a:endParaRPr>
          </a:p>
        </p:txBody>
      </p:sp>
      <p:sp>
        <p:nvSpPr>
          <p:cNvPr id="328" name="Rectangle: Rounded Corners 43"/>
          <p:cNvSpPr/>
          <p:nvPr/>
        </p:nvSpPr>
        <p:spPr>
          <a:xfrm>
            <a:off x="8775000" y="426168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crc</a:t>
            </a:r>
            <a:endParaRPr lang="en-US" sz="2400" b="0" u="none" strike="noStrike">
              <a:solidFill>
                <a:srgbClr val="000000"/>
              </a:solidFill>
              <a:effectLst/>
              <a:uFillTx/>
              <a:latin typeface="Arial"/>
            </a:endParaRPr>
          </a:p>
        </p:txBody>
      </p:sp>
      <p:sp>
        <p:nvSpPr>
          <p:cNvPr id="329" name="Rectangle: Rounded Corners 44"/>
          <p:cNvSpPr/>
          <p:nvPr/>
        </p:nvSpPr>
        <p:spPr>
          <a:xfrm>
            <a:off x="8775000" y="480096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Accuracy</a:t>
            </a:r>
            <a:endParaRPr lang="en-US" sz="2400" b="0" u="none" strike="noStrike">
              <a:solidFill>
                <a:srgbClr val="000000"/>
              </a:solidFill>
              <a:effectLst/>
              <a:uFillTx/>
              <a:latin typeface="Arial"/>
            </a:endParaRPr>
          </a:p>
        </p:txBody>
      </p:sp>
      <p:sp>
        <p:nvSpPr>
          <p:cNvPr id="330" name="Freeform: Shape 61"/>
          <p:cNvSpPr/>
          <p:nvPr/>
        </p:nvSpPr>
        <p:spPr>
          <a:xfrm>
            <a:off x="8775000" y="5340240"/>
            <a:ext cx="2159640" cy="995040"/>
          </a:xfrm>
          <a:custGeom>
            <a:avLst/>
            <a:gdLst>
              <a:gd name="textAreaLeft" fmla="*/ 0 w 2159640"/>
              <a:gd name="textAreaRight" fmla="*/ 2160000 w 2159640"/>
              <a:gd name="textAreaTop" fmla="*/ 0 h 995040"/>
              <a:gd name="textAreaBottom" fmla="*/ 995400 h 995040"/>
              <a:gd name="GluePoint1X" fmla="*/ 145103 w 2160000"/>
              <a:gd name="GluePoint1Y" fmla="*/ 0 h 995248"/>
              <a:gd name="GluePoint2X" fmla="*/ 2014897 w 2160000"/>
              <a:gd name="GluePoint2Y" fmla="*/ 0 h 995248"/>
              <a:gd name="GluePoint3X" fmla="*/ 2160000 w 2160000"/>
              <a:gd name="GluePoint3Y" fmla="*/ 145103 h 995248"/>
              <a:gd name="GluePoint4X" fmla="*/ 2160000 w 2160000"/>
              <a:gd name="GluePoint4Y" fmla="*/ 196454 h 995248"/>
              <a:gd name="GluePoint5X" fmla="*/ 2160000 w 2160000"/>
              <a:gd name="GluePoint5Y" fmla="*/ 394897 h 995248"/>
              <a:gd name="GluePoint6X" fmla="*/ 2160000 w 2160000"/>
              <a:gd name="GluePoint6Y" fmla="*/ 995248 h 995248"/>
              <a:gd name="GluePoint7X" fmla="*/ 0 w 2160000"/>
              <a:gd name="GluePoint7Y" fmla="*/ 995248 h 995248"/>
              <a:gd name="GluePoint8X" fmla="*/ 0 w 2160000"/>
              <a:gd name="GluePoint8Y" fmla="*/ 394897 h 995248"/>
              <a:gd name="GluePoint9X" fmla="*/ 0 w 2160000"/>
              <a:gd name="GluePoint9Y" fmla="*/ 196454 h 995248"/>
              <a:gd name="GluePoint10X" fmla="*/ 0 w 2160000"/>
              <a:gd name="GluePoint10Y" fmla="*/ 145103 h 995248"/>
              <a:gd name="GluePoint11X" fmla="*/ 145103 w 2160000"/>
              <a:gd name="GluePoint11Y" fmla="*/ 0 h 99524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Lst>
            <a:rect l="textAreaLeft" t="textAreaTop" r="textAreaRight" b="textAreaBottom"/>
            <a:pathLst>
              <a:path w="2160000" h="995248">
                <a:moveTo>
                  <a:pt x="145103" y="0"/>
                </a:moveTo>
                <a:lnTo>
                  <a:pt x="2014897" y="0"/>
                </a:lnTo>
                <a:cubicBezTo>
                  <a:pt x="2095035" y="0"/>
                  <a:pt x="2160000" y="64965"/>
                  <a:pt x="2160000" y="145103"/>
                </a:cubicBezTo>
                <a:lnTo>
                  <a:pt x="2160000" y="196454"/>
                </a:lnTo>
                <a:lnTo>
                  <a:pt x="2160000" y="394897"/>
                </a:lnTo>
                <a:lnTo>
                  <a:pt x="2160000" y="995248"/>
                </a:lnTo>
                <a:lnTo>
                  <a:pt x="0" y="995248"/>
                </a:lnTo>
                <a:lnTo>
                  <a:pt x="0" y="394897"/>
                </a:lnTo>
                <a:lnTo>
                  <a:pt x="0" y="196454"/>
                </a:lnTo>
                <a:lnTo>
                  <a:pt x="0" y="145103"/>
                </a:lnTo>
                <a:cubicBezTo>
                  <a:pt x="0" y="64965"/>
                  <a:pt x="64965" y="0"/>
                  <a:pt x="145103" y="0"/>
                </a:cubicBezTo>
                <a:close/>
              </a:path>
            </a:pathLst>
          </a:cu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Data</a:t>
            </a:r>
            <a:endParaRPr lang="en-US" sz="2400" b="0" u="none" strike="noStrike">
              <a:solidFill>
                <a:srgbClr val="000000"/>
              </a:solidFill>
              <a:effectLst/>
              <a:uFillTx/>
              <a:latin typeface="Arial"/>
            </a:endParaRPr>
          </a:p>
        </p:txBody>
      </p:sp>
      <p:cxnSp>
        <p:nvCxnSpPr>
          <p:cNvPr id="331" name="Straight Connector 46"/>
          <p:cNvCxnSpPr/>
          <p:nvPr/>
        </p:nvCxnSpPr>
        <p:spPr>
          <a:xfrm flipH="1">
            <a:off x="8910000" y="3182760"/>
            <a:ext cx="1894680" cy="360"/>
          </a:xfrm>
          <a:prstGeom prst="straightConnector1">
            <a:avLst/>
          </a:prstGeom>
          <a:ln w="50800">
            <a:solidFill>
              <a:srgbClr val="FFFFFF"/>
            </a:solidFill>
            <a:round/>
          </a:ln>
        </p:spPr>
      </p:cxnSp>
      <p:cxnSp>
        <p:nvCxnSpPr>
          <p:cNvPr id="332" name="Straight Connector 49"/>
          <p:cNvCxnSpPr/>
          <p:nvPr/>
        </p:nvCxnSpPr>
        <p:spPr>
          <a:xfrm flipH="1">
            <a:off x="8910000" y="3722040"/>
            <a:ext cx="1894680" cy="360"/>
          </a:xfrm>
          <a:prstGeom prst="straightConnector1">
            <a:avLst/>
          </a:prstGeom>
          <a:ln w="50800">
            <a:solidFill>
              <a:srgbClr val="FFFFFF"/>
            </a:solidFill>
            <a:round/>
          </a:ln>
        </p:spPr>
      </p:cxnSp>
      <p:cxnSp>
        <p:nvCxnSpPr>
          <p:cNvPr id="333" name="Straight Connector 50"/>
          <p:cNvCxnSpPr/>
          <p:nvPr/>
        </p:nvCxnSpPr>
        <p:spPr>
          <a:xfrm flipH="1">
            <a:off x="8910000" y="4261680"/>
            <a:ext cx="1894680" cy="360"/>
          </a:xfrm>
          <a:prstGeom prst="straightConnector1">
            <a:avLst/>
          </a:prstGeom>
          <a:ln w="50800">
            <a:solidFill>
              <a:srgbClr val="FFFFFF"/>
            </a:solidFill>
            <a:round/>
          </a:ln>
        </p:spPr>
      </p:cxnSp>
      <p:cxnSp>
        <p:nvCxnSpPr>
          <p:cNvPr id="334" name="Straight Connector 51"/>
          <p:cNvCxnSpPr/>
          <p:nvPr/>
        </p:nvCxnSpPr>
        <p:spPr>
          <a:xfrm flipH="1">
            <a:off x="8910000" y="4800960"/>
            <a:ext cx="1894680" cy="360"/>
          </a:xfrm>
          <a:prstGeom prst="straightConnector1">
            <a:avLst/>
          </a:prstGeom>
          <a:ln w="50800">
            <a:solidFill>
              <a:srgbClr val="FFFFFF"/>
            </a:solidFill>
            <a:round/>
          </a:ln>
        </p:spPr>
      </p:cxnSp>
      <p:cxnSp>
        <p:nvCxnSpPr>
          <p:cNvPr id="335" name="Straight Connector 52"/>
          <p:cNvCxnSpPr/>
          <p:nvPr/>
        </p:nvCxnSpPr>
        <p:spPr>
          <a:xfrm flipH="1">
            <a:off x="8910000" y="5340240"/>
            <a:ext cx="1894680" cy="360"/>
          </a:xfrm>
          <a:prstGeom prst="straightConnector1">
            <a:avLst/>
          </a:prstGeom>
          <a:ln w="50800">
            <a:solidFill>
              <a:srgbClr val="FFFFFF"/>
            </a:solidFill>
            <a:round/>
          </a:ln>
        </p:spPr>
      </p:cxnSp>
      <p:cxnSp>
        <p:nvCxnSpPr>
          <p:cNvPr id="336" name="Straight Connector 53"/>
          <p:cNvCxnSpPr/>
          <p:nvPr/>
        </p:nvCxnSpPr>
        <p:spPr>
          <a:xfrm flipH="1">
            <a:off x="8910000" y="5340240"/>
            <a:ext cx="1894680" cy="360"/>
          </a:xfrm>
          <a:prstGeom prst="straightConnector1">
            <a:avLst/>
          </a:prstGeom>
          <a:ln w="25400">
            <a:solidFill>
              <a:srgbClr val="9C6114"/>
            </a:solidFill>
            <a:prstDash val="sysDash"/>
            <a:round/>
          </a:ln>
        </p:spPr>
      </p:cxnSp>
      <p:cxnSp>
        <p:nvCxnSpPr>
          <p:cNvPr id="337" name="Straight Connector 54"/>
          <p:cNvCxnSpPr/>
          <p:nvPr/>
        </p:nvCxnSpPr>
        <p:spPr>
          <a:xfrm flipH="1">
            <a:off x="8910000" y="4800960"/>
            <a:ext cx="1894680" cy="360"/>
          </a:xfrm>
          <a:prstGeom prst="straightConnector1">
            <a:avLst/>
          </a:prstGeom>
          <a:ln w="25400">
            <a:solidFill>
              <a:srgbClr val="9C6114"/>
            </a:solidFill>
            <a:prstDash val="sysDash"/>
            <a:round/>
          </a:ln>
        </p:spPr>
      </p:cxnSp>
      <p:cxnSp>
        <p:nvCxnSpPr>
          <p:cNvPr id="338" name="Straight Connector 55"/>
          <p:cNvCxnSpPr/>
          <p:nvPr/>
        </p:nvCxnSpPr>
        <p:spPr>
          <a:xfrm flipH="1">
            <a:off x="8910000" y="4261680"/>
            <a:ext cx="1894680" cy="360"/>
          </a:xfrm>
          <a:prstGeom prst="straightConnector1">
            <a:avLst/>
          </a:prstGeom>
          <a:ln w="25400">
            <a:solidFill>
              <a:srgbClr val="9C6114"/>
            </a:solidFill>
            <a:prstDash val="sysDash"/>
            <a:round/>
          </a:ln>
        </p:spPr>
      </p:cxnSp>
      <p:cxnSp>
        <p:nvCxnSpPr>
          <p:cNvPr id="339" name="Straight Connector 56"/>
          <p:cNvCxnSpPr/>
          <p:nvPr/>
        </p:nvCxnSpPr>
        <p:spPr>
          <a:xfrm flipH="1">
            <a:off x="8910000" y="3722040"/>
            <a:ext cx="1894680" cy="360"/>
          </a:xfrm>
          <a:prstGeom prst="straightConnector1">
            <a:avLst/>
          </a:prstGeom>
          <a:ln w="25400">
            <a:solidFill>
              <a:srgbClr val="9C6114"/>
            </a:solidFill>
            <a:prstDash val="sysDash"/>
            <a:round/>
          </a:ln>
        </p:spPr>
      </p:cxnSp>
      <p:cxnSp>
        <p:nvCxnSpPr>
          <p:cNvPr id="340" name="Straight Connector 57"/>
          <p:cNvCxnSpPr/>
          <p:nvPr/>
        </p:nvCxnSpPr>
        <p:spPr>
          <a:xfrm flipH="1">
            <a:off x="8910000" y="3182760"/>
            <a:ext cx="1894680" cy="360"/>
          </a:xfrm>
          <a:prstGeom prst="straightConnector1">
            <a:avLst/>
          </a:prstGeom>
          <a:ln w="25400">
            <a:solidFill>
              <a:srgbClr val="9C6114"/>
            </a:solidFill>
            <a:prstDash val="sysDash"/>
            <a:round/>
          </a:ln>
        </p:spPr>
      </p:cxnSp>
      <p:cxnSp>
        <p:nvCxnSpPr>
          <p:cNvPr id="341" name="Straight Connector 58"/>
          <p:cNvCxnSpPr>
            <a:stCxn id="330" idx="5"/>
            <a:endCxn id="330" idx="6"/>
          </p:cNvCxnSpPr>
          <p:nvPr/>
        </p:nvCxnSpPr>
        <p:spPr>
          <a:xfrm flipH="1">
            <a:off x="8775000" y="6335280"/>
            <a:ext cx="2160000" cy="360"/>
          </a:xfrm>
          <a:prstGeom prst="straightConnector1">
            <a:avLst/>
          </a:prstGeom>
          <a:ln w="50800" cap="sq">
            <a:solidFill>
              <a:srgbClr val="FFFFFF"/>
            </a:solidFill>
            <a:round/>
          </a:ln>
        </p:spPr>
      </p:cxnSp>
      <p:cxnSp>
        <p:nvCxnSpPr>
          <p:cNvPr id="342" name="Straight Connector 64"/>
          <p:cNvCxnSpPr/>
          <p:nvPr/>
        </p:nvCxnSpPr>
        <p:spPr>
          <a:xfrm flipV="1">
            <a:off x="8775000" y="5850360"/>
            <a:ext cx="360" cy="485280"/>
          </a:xfrm>
          <a:prstGeom prst="straightConnector1">
            <a:avLst/>
          </a:prstGeom>
          <a:ln w="50800">
            <a:solidFill>
              <a:srgbClr val="FFFFFF"/>
            </a:solidFill>
            <a:prstDash val="sysDot"/>
            <a:round/>
          </a:ln>
        </p:spPr>
      </p:cxnSp>
      <p:cxnSp>
        <p:nvCxnSpPr>
          <p:cNvPr id="343" name="Straight Connector 67"/>
          <p:cNvCxnSpPr/>
          <p:nvPr/>
        </p:nvCxnSpPr>
        <p:spPr>
          <a:xfrm flipV="1">
            <a:off x="10935000" y="5850360"/>
            <a:ext cx="360" cy="485280"/>
          </a:xfrm>
          <a:prstGeom prst="straightConnector1">
            <a:avLst/>
          </a:prstGeom>
          <a:ln w="50800">
            <a:solidFill>
              <a:srgbClr val="FFFFFF"/>
            </a:solidFill>
            <a:prstDash val="sysDot"/>
            <a:round/>
          </a:ln>
        </p:spPr>
      </p:cxnSp>
      <p:sp>
        <p:nvSpPr>
          <p:cNvPr id="344" name="Rectangle: Rounded Corners 68"/>
          <p:cNvSpPr/>
          <p:nvPr/>
        </p:nvSpPr>
        <p:spPr>
          <a:xfrm>
            <a:off x="8453160" y="1996920"/>
            <a:ext cx="2837880" cy="4418640"/>
          </a:xfrm>
          <a:prstGeom prst="roundRect">
            <a:avLst>
              <a:gd name="adj" fmla="val 8566"/>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45" name="Text Placeholder 1"/>
          <p:cNvSpPr/>
          <p:nvPr/>
        </p:nvSpPr>
        <p:spPr>
          <a:xfrm>
            <a:off x="10050480" y="2155320"/>
            <a:ext cx="1109520" cy="338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2000" b="1" u="none" strike="noStrike">
                <a:solidFill>
                  <a:schemeClr val="lt2"/>
                </a:solidFill>
                <a:effectLst/>
                <a:uFillTx/>
                <a:latin typeface="Arial"/>
                <a:ea typeface="Arial"/>
              </a:rPr>
              <a:t>NVM</a:t>
            </a:r>
            <a:endParaRPr lang="en-US" sz="200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 name="Rectangle: Rounded Corners 100"/>
          <p:cNvSpPr/>
          <p:nvPr/>
        </p:nvSpPr>
        <p:spPr>
          <a:xfrm>
            <a:off x="533160" y="1833840"/>
            <a:ext cx="5859360" cy="4338000"/>
          </a:xfrm>
          <a:prstGeom prst="roundRect">
            <a:avLst>
              <a:gd name="adj" fmla="val 8566"/>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47" name="Rectangle: Rounded Corners 101"/>
          <p:cNvSpPr/>
          <p:nvPr/>
        </p:nvSpPr>
        <p:spPr>
          <a:xfrm>
            <a:off x="6797880" y="1833840"/>
            <a:ext cx="4763880" cy="4338000"/>
          </a:xfrm>
          <a:prstGeom prst="roundRect">
            <a:avLst>
              <a:gd name="adj" fmla="val 8566"/>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48"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buNone/>
            </a:pPr>
            <a:r>
              <a:rPr lang="en-US" sz="3500" b="0" u="none" strike="noStrike">
                <a:solidFill>
                  <a:schemeClr val="dk1"/>
                </a:solidFill>
                <a:effectLst/>
                <a:uFillTx/>
                <a:latin typeface="Anton"/>
                <a:ea typeface="Anton"/>
              </a:rPr>
              <a:t>Model – Binary Forward-Forward</a:t>
            </a:r>
            <a:endParaRPr lang="en-US" sz="3500" b="0" u="none" strike="noStrike">
              <a:solidFill>
                <a:srgbClr val="000000"/>
              </a:solidFill>
              <a:effectLst/>
              <a:uFillTx/>
              <a:latin typeface="Arial"/>
            </a:endParaRPr>
          </a:p>
        </p:txBody>
      </p:sp>
      <p:sp>
        <p:nvSpPr>
          <p:cNvPr id="349" name="PlaceHolder 2"/>
          <p:cNvSpPr>
            <a:spLocks noGrp="1"/>
          </p:cNvSpPr>
          <p:nvPr>
            <p:ph type="sldNum" idx="43"/>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0BB8E457-2894-4ED6-B16A-B7DD9E288267}" type="slidenum">
              <a:rPr lang="en" sz="1300" b="0" u="none" strike="noStrike">
                <a:solidFill>
                  <a:schemeClr val="dk1"/>
                </a:solidFill>
                <a:effectLst/>
                <a:uFillTx/>
                <a:latin typeface="Arial Narrow"/>
                <a:ea typeface="Arial Narrow"/>
              </a:rPr>
              <a:t>10</a:t>
            </a:fld>
            <a:endParaRPr lang="en-US" sz="1300" b="0" u="none" strike="noStrike">
              <a:solidFill>
                <a:srgbClr val="000000"/>
              </a:solidFill>
              <a:effectLst/>
              <a:uFillTx/>
              <a:latin typeface="Times New Roman"/>
            </a:endParaRPr>
          </a:p>
        </p:txBody>
      </p:sp>
      <p:sp>
        <p:nvSpPr>
          <p:cNvPr id="350" name="Rectangle 1"/>
          <p:cNvSpPr/>
          <p:nvPr/>
        </p:nvSpPr>
        <p:spPr>
          <a:xfrm>
            <a:off x="919080" y="3266280"/>
            <a:ext cx="990720" cy="831240"/>
          </a:xfrm>
          <a:prstGeom prst="rect">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000" b="1" u="none" strike="noStrike">
                <a:solidFill>
                  <a:schemeClr val="lt2"/>
                </a:solidFill>
                <a:effectLst/>
                <a:uFillTx/>
                <a:latin typeface="Arial"/>
                <a:ea typeface="Arial"/>
              </a:rPr>
              <a:t>DATA</a:t>
            </a:r>
            <a:endParaRPr lang="en-US" sz="2000" b="0" u="none" strike="noStrike">
              <a:solidFill>
                <a:srgbClr val="000000"/>
              </a:solidFill>
              <a:effectLst/>
              <a:uFillTx/>
              <a:latin typeface="Arial"/>
            </a:endParaRPr>
          </a:p>
        </p:txBody>
      </p:sp>
      <p:sp>
        <p:nvSpPr>
          <p:cNvPr id="351" name="Rectangle 4"/>
          <p:cNvSpPr/>
          <p:nvPr/>
        </p:nvSpPr>
        <p:spPr>
          <a:xfrm>
            <a:off x="2662200" y="2597400"/>
            <a:ext cx="990720" cy="831240"/>
          </a:xfrm>
          <a:prstGeom prst="rect">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000" b="1" u="none" strike="noStrike">
                <a:solidFill>
                  <a:schemeClr val="lt2"/>
                </a:solidFill>
                <a:effectLst/>
                <a:uFillTx/>
                <a:latin typeface="Arial"/>
                <a:ea typeface="Arial"/>
              </a:rPr>
              <a:t>DATA</a:t>
            </a:r>
            <a:endParaRPr lang="en-US" sz="2000" b="0" u="none" strike="noStrike">
              <a:solidFill>
                <a:srgbClr val="000000"/>
              </a:solidFill>
              <a:effectLst/>
              <a:uFillTx/>
              <a:latin typeface="Arial"/>
            </a:endParaRPr>
          </a:p>
        </p:txBody>
      </p:sp>
      <p:sp>
        <p:nvSpPr>
          <p:cNvPr id="352" name="Rectangle: Rounded Corners 5"/>
          <p:cNvSpPr/>
          <p:nvPr/>
        </p:nvSpPr>
        <p:spPr>
          <a:xfrm>
            <a:off x="2662200" y="2158920"/>
            <a:ext cx="990720" cy="43812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100" b="1" u="none" strike="noStrike">
                <a:solidFill>
                  <a:schemeClr val="lt2"/>
                </a:solidFill>
                <a:effectLst/>
                <a:uFillTx/>
                <a:latin typeface="Arial"/>
                <a:ea typeface="Arial"/>
              </a:rPr>
              <a:t>Correct Label</a:t>
            </a:r>
            <a:endParaRPr lang="en-US" sz="1100" b="0" u="none" strike="noStrike">
              <a:solidFill>
                <a:srgbClr val="000000"/>
              </a:solidFill>
              <a:effectLst/>
              <a:uFillTx/>
              <a:latin typeface="Arial"/>
            </a:endParaRPr>
          </a:p>
        </p:txBody>
      </p:sp>
      <p:cxnSp>
        <p:nvCxnSpPr>
          <p:cNvPr id="353" name="Straight Connector 8"/>
          <p:cNvCxnSpPr/>
          <p:nvPr/>
        </p:nvCxnSpPr>
        <p:spPr>
          <a:xfrm flipH="1">
            <a:off x="2789640" y="2597040"/>
            <a:ext cx="751680" cy="360"/>
          </a:xfrm>
          <a:prstGeom prst="straightConnector1">
            <a:avLst/>
          </a:prstGeom>
          <a:ln w="50800">
            <a:solidFill>
              <a:srgbClr val="FFFFFF"/>
            </a:solidFill>
            <a:round/>
          </a:ln>
        </p:spPr>
      </p:cxnSp>
      <p:cxnSp>
        <p:nvCxnSpPr>
          <p:cNvPr id="354" name="Straight Connector 9"/>
          <p:cNvCxnSpPr/>
          <p:nvPr/>
        </p:nvCxnSpPr>
        <p:spPr>
          <a:xfrm flipH="1">
            <a:off x="2789640" y="2597040"/>
            <a:ext cx="772920" cy="360"/>
          </a:xfrm>
          <a:prstGeom prst="straightConnector1">
            <a:avLst/>
          </a:prstGeom>
          <a:ln w="25400">
            <a:solidFill>
              <a:srgbClr val="9C6114"/>
            </a:solidFill>
            <a:prstDash val="sysDash"/>
            <a:round/>
          </a:ln>
        </p:spPr>
      </p:cxnSp>
      <p:sp>
        <p:nvSpPr>
          <p:cNvPr id="355" name="Rectangle 17"/>
          <p:cNvSpPr/>
          <p:nvPr/>
        </p:nvSpPr>
        <p:spPr>
          <a:xfrm>
            <a:off x="2662200" y="4248360"/>
            <a:ext cx="990720" cy="831240"/>
          </a:xfrm>
          <a:prstGeom prst="rect">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000" b="1" u="none" strike="noStrike">
                <a:solidFill>
                  <a:schemeClr val="lt2"/>
                </a:solidFill>
                <a:effectLst/>
                <a:uFillTx/>
                <a:latin typeface="Arial"/>
                <a:ea typeface="Arial"/>
              </a:rPr>
              <a:t>DATA</a:t>
            </a:r>
            <a:endParaRPr lang="en-US" sz="2000" b="0" u="none" strike="noStrike">
              <a:solidFill>
                <a:srgbClr val="000000"/>
              </a:solidFill>
              <a:effectLst/>
              <a:uFillTx/>
              <a:latin typeface="Arial"/>
            </a:endParaRPr>
          </a:p>
        </p:txBody>
      </p:sp>
      <p:sp>
        <p:nvSpPr>
          <p:cNvPr id="356" name="Rectangle: Rounded Corners 18"/>
          <p:cNvSpPr/>
          <p:nvPr/>
        </p:nvSpPr>
        <p:spPr>
          <a:xfrm>
            <a:off x="2662200" y="3810240"/>
            <a:ext cx="990720" cy="43812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100" b="1" u="none" strike="noStrike">
                <a:solidFill>
                  <a:schemeClr val="lt2"/>
                </a:solidFill>
                <a:effectLst/>
                <a:uFillTx/>
                <a:latin typeface="Arial"/>
                <a:ea typeface="Arial"/>
              </a:rPr>
              <a:t>Wrong Label</a:t>
            </a:r>
            <a:endParaRPr lang="en-US" sz="1100" b="0" u="none" strike="noStrike">
              <a:solidFill>
                <a:srgbClr val="000000"/>
              </a:solidFill>
              <a:effectLst/>
              <a:uFillTx/>
              <a:latin typeface="Arial"/>
            </a:endParaRPr>
          </a:p>
        </p:txBody>
      </p:sp>
      <p:cxnSp>
        <p:nvCxnSpPr>
          <p:cNvPr id="357" name="Straight Connector 19"/>
          <p:cNvCxnSpPr/>
          <p:nvPr/>
        </p:nvCxnSpPr>
        <p:spPr>
          <a:xfrm flipH="1">
            <a:off x="2789640" y="4248360"/>
            <a:ext cx="751680" cy="360"/>
          </a:xfrm>
          <a:prstGeom prst="straightConnector1">
            <a:avLst/>
          </a:prstGeom>
          <a:ln w="50800">
            <a:solidFill>
              <a:srgbClr val="FFFFFF"/>
            </a:solidFill>
            <a:round/>
          </a:ln>
        </p:spPr>
      </p:cxnSp>
      <p:cxnSp>
        <p:nvCxnSpPr>
          <p:cNvPr id="358" name="Straight Connector 20"/>
          <p:cNvCxnSpPr/>
          <p:nvPr/>
        </p:nvCxnSpPr>
        <p:spPr>
          <a:xfrm flipH="1">
            <a:off x="2789640" y="4248360"/>
            <a:ext cx="772920" cy="360"/>
          </a:xfrm>
          <a:prstGeom prst="straightConnector1">
            <a:avLst/>
          </a:prstGeom>
          <a:ln w="25400">
            <a:solidFill>
              <a:srgbClr val="9C6114"/>
            </a:solidFill>
            <a:prstDash val="sysDash"/>
            <a:round/>
          </a:ln>
        </p:spPr>
      </p:cxnSp>
      <p:cxnSp>
        <p:nvCxnSpPr>
          <p:cNvPr id="359" name="Connector: Curved 21"/>
          <p:cNvCxnSpPr>
            <a:stCxn id="350" idx="3"/>
            <a:endCxn id="351" idx="1"/>
          </p:cNvCxnSpPr>
          <p:nvPr/>
        </p:nvCxnSpPr>
        <p:spPr>
          <a:xfrm flipV="1">
            <a:off x="1909800" y="3012840"/>
            <a:ext cx="752760" cy="669240"/>
          </a:xfrm>
          <a:prstGeom prst="curvedConnector3">
            <a:avLst>
              <a:gd name="adj1" fmla="val 50047"/>
            </a:avLst>
          </a:prstGeom>
          <a:ln w="50800">
            <a:solidFill>
              <a:srgbClr val="9C6114"/>
            </a:solidFill>
            <a:round/>
            <a:tailEnd type="stealth" w="lg" len="lg"/>
          </a:ln>
        </p:spPr>
      </p:cxnSp>
      <p:cxnSp>
        <p:nvCxnSpPr>
          <p:cNvPr id="360" name="Connector: Curved 24"/>
          <p:cNvCxnSpPr>
            <a:stCxn id="350" idx="3"/>
            <a:endCxn id="355" idx="1"/>
          </p:cNvCxnSpPr>
          <p:nvPr/>
        </p:nvCxnSpPr>
        <p:spPr>
          <a:xfrm>
            <a:off x="1909800" y="3681720"/>
            <a:ext cx="752760" cy="982440"/>
          </a:xfrm>
          <a:prstGeom prst="curvedConnector3">
            <a:avLst>
              <a:gd name="adj1" fmla="val 50047"/>
            </a:avLst>
          </a:prstGeom>
          <a:ln w="50800">
            <a:solidFill>
              <a:srgbClr val="9C6114"/>
            </a:solidFill>
            <a:round/>
            <a:tailEnd type="stealth" w="lg" len="lg"/>
          </a:ln>
        </p:spPr>
      </p:cxnSp>
      <p:sp>
        <p:nvSpPr>
          <p:cNvPr id="361" name="Rectangle: Rounded Corners 28"/>
          <p:cNvSpPr/>
          <p:nvPr/>
        </p:nvSpPr>
        <p:spPr>
          <a:xfrm>
            <a:off x="4355280" y="3524040"/>
            <a:ext cx="1740240" cy="393120"/>
          </a:xfrm>
          <a:prstGeom prst="roundRect">
            <a:avLst>
              <a:gd name="adj" fmla="val 15522"/>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1"/>
                </a:solidFill>
                <a:effectLst/>
                <a:uFillTx/>
                <a:latin typeface="Arial"/>
                <a:ea typeface="Arial"/>
              </a:rPr>
              <a:t>FF Model</a:t>
            </a:r>
            <a:endParaRPr lang="en-US" sz="2400" b="0" u="none" strike="noStrike">
              <a:solidFill>
                <a:srgbClr val="FFFFFF"/>
              </a:solidFill>
              <a:effectLst/>
              <a:uFillTx/>
              <a:latin typeface="Arial"/>
            </a:endParaRPr>
          </a:p>
        </p:txBody>
      </p:sp>
      <p:cxnSp>
        <p:nvCxnSpPr>
          <p:cNvPr id="362" name="Connector: Curved 29"/>
          <p:cNvCxnSpPr>
            <a:stCxn id="351" idx="3"/>
            <a:endCxn id="361" idx="0"/>
          </p:cNvCxnSpPr>
          <p:nvPr/>
        </p:nvCxnSpPr>
        <p:spPr>
          <a:xfrm>
            <a:off x="3652920" y="3012840"/>
            <a:ext cx="1572840" cy="511560"/>
          </a:xfrm>
          <a:prstGeom prst="curvedConnector2">
            <a:avLst/>
          </a:prstGeom>
          <a:ln w="50800">
            <a:solidFill>
              <a:srgbClr val="9C6114"/>
            </a:solidFill>
            <a:round/>
            <a:tailEnd type="stealth" w="lg" len="lg"/>
          </a:ln>
        </p:spPr>
      </p:cxnSp>
      <p:cxnSp>
        <p:nvCxnSpPr>
          <p:cNvPr id="363" name="Connector: Curved 32"/>
          <p:cNvCxnSpPr>
            <a:stCxn id="355" idx="3"/>
            <a:endCxn id="361" idx="2"/>
          </p:cNvCxnSpPr>
          <p:nvPr/>
        </p:nvCxnSpPr>
        <p:spPr>
          <a:xfrm flipV="1">
            <a:off x="3652920" y="3917160"/>
            <a:ext cx="1572840" cy="747000"/>
          </a:xfrm>
          <a:prstGeom prst="curvedConnector2">
            <a:avLst/>
          </a:prstGeom>
          <a:ln w="50800">
            <a:solidFill>
              <a:srgbClr val="9C6114"/>
            </a:solidFill>
            <a:round/>
            <a:tailEnd type="stealth" w="lg" len="lg"/>
          </a:ln>
        </p:spPr>
      </p:cxnSp>
      <p:sp>
        <p:nvSpPr>
          <p:cNvPr id="364" name="Text Placeholder 1"/>
          <p:cNvSpPr/>
          <p:nvPr/>
        </p:nvSpPr>
        <p:spPr>
          <a:xfrm>
            <a:off x="3905280" y="2859840"/>
            <a:ext cx="1362240" cy="35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1200" b="1" u="none" strike="noStrike">
                <a:solidFill>
                  <a:schemeClr val="lt2"/>
                </a:solidFill>
                <a:effectLst/>
                <a:uFillTx/>
                <a:latin typeface="Arial"/>
                <a:ea typeface="Arial"/>
              </a:rPr>
              <a:t>positive</a:t>
            </a:r>
            <a:endParaRPr lang="en-US" sz="1200" b="0" u="none" strike="noStrike">
              <a:solidFill>
                <a:srgbClr val="000000"/>
              </a:solidFill>
              <a:effectLst/>
              <a:uFillTx/>
              <a:latin typeface="Arial"/>
            </a:endParaRPr>
          </a:p>
        </p:txBody>
      </p:sp>
      <p:sp>
        <p:nvSpPr>
          <p:cNvPr id="365" name="Text Placeholder 1"/>
          <p:cNvSpPr/>
          <p:nvPr/>
        </p:nvSpPr>
        <p:spPr>
          <a:xfrm>
            <a:off x="3905280" y="4130280"/>
            <a:ext cx="1362240" cy="35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1200" b="1" u="none" strike="noStrike">
                <a:solidFill>
                  <a:schemeClr val="lt2"/>
                </a:solidFill>
                <a:effectLst/>
                <a:uFillTx/>
                <a:latin typeface="Arial"/>
                <a:ea typeface="Arial"/>
              </a:rPr>
              <a:t>negative</a:t>
            </a:r>
            <a:endParaRPr lang="en-US" sz="1200" b="0" u="none" strike="noStrike">
              <a:solidFill>
                <a:srgbClr val="000000"/>
              </a:solidFill>
              <a:effectLst/>
              <a:uFillTx/>
              <a:latin typeface="Arial"/>
            </a:endParaRPr>
          </a:p>
        </p:txBody>
      </p:sp>
      <p:sp>
        <p:nvSpPr>
          <p:cNvPr id="366" name="Rectangle 80"/>
          <p:cNvSpPr/>
          <p:nvPr/>
        </p:nvSpPr>
        <p:spPr>
          <a:xfrm>
            <a:off x="7416360" y="2597400"/>
            <a:ext cx="1362240" cy="831240"/>
          </a:xfrm>
          <a:prstGeom prst="rect">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000" b="1" u="none" strike="noStrike">
                <a:solidFill>
                  <a:schemeClr val="lt2"/>
                </a:solidFill>
                <a:effectLst/>
                <a:uFillTx/>
                <a:latin typeface="Arial"/>
                <a:ea typeface="Arial"/>
              </a:rPr>
              <a:t>DATA</a:t>
            </a:r>
            <a:endParaRPr lang="en-US" sz="2000" b="0" u="none" strike="noStrike">
              <a:solidFill>
                <a:srgbClr val="000000"/>
              </a:solidFill>
              <a:effectLst/>
              <a:uFillTx/>
              <a:latin typeface="Arial"/>
            </a:endParaRPr>
          </a:p>
          <a:p>
            <a:pPr algn="ctr">
              <a:lnSpc>
                <a:spcPct val="100000"/>
              </a:lnSpc>
            </a:pPr>
            <a:r>
              <a:rPr lang="en-US" sz="2000" b="1" u="none" strike="noStrike">
                <a:solidFill>
                  <a:schemeClr val="lt2"/>
                </a:solidFill>
                <a:effectLst/>
                <a:uFillTx/>
                <a:latin typeface="Arial"/>
                <a:ea typeface="Arial"/>
              </a:rPr>
              <a:t>(label = 1)</a:t>
            </a:r>
            <a:endParaRPr lang="en-US" sz="2000" b="0" u="none" strike="noStrike">
              <a:solidFill>
                <a:srgbClr val="000000"/>
              </a:solidFill>
              <a:effectLst/>
              <a:uFillTx/>
              <a:latin typeface="Arial"/>
            </a:endParaRPr>
          </a:p>
        </p:txBody>
      </p:sp>
      <p:sp>
        <p:nvSpPr>
          <p:cNvPr id="367" name="Rectangle 84"/>
          <p:cNvSpPr/>
          <p:nvPr/>
        </p:nvSpPr>
        <p:spPr>
          <a:xfrm>
            <a:off x="7416360" y="4248360"/>
            <a:ext cx="1362240" cy="831240"/>
          </a:xfrm>
          <a:prstGeom prst="rect">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000" b="1" u="none" strike="noStrike">
                <a:solidFill>
                  <a:schemeClr val="lt2"/>
                </a:solidFill>
                <a:effectLst/>
                <a:uFillTx/>
                <a:latin typeface="Arial"/>
                <a:ea typeface="Arial"/>
              </a:rPr>
              <a:t>DATA</a:t>
            </a:r>
            <a:endParaRPr lang="en-US" sz="2000" b="0" u="none" strike="noStrike">
              <a:solidFill>
                <a:srgbClr val="000000"/>
              </a:solidFill>
              <a:effectLst/>
              <a:uFillTx/>
              <a:latin typeface="Arial"/>
            </a:endParaRPr>
          </a:p>
          <a:p>
            <a:pPr algn="ctr">
              <a:lnSpc>
                <a:spcPct val="100000"/>
              </a:lnSpc>
            </a:pPr>
            <a:r>
              <a:rPr lang="en-US" sz="2000" b="1" u="none" strike="noStrike">
                <a:solidFill>
                  <a:schemeClr val="lt2"/>
                </a:solidFill>
                <a:effectLst/>
                <a:uFillTx/>
                <a:latin typeface="Arial"/>
                <a:ea typeface="Arial"/>
              </a:rPr>
              <a:t>(label = 0)</a:t>
            </a:r>
            <a:endParaRPr lang="en-US" sz="2000" b="0" u="none" strike="noStrike">
              <a:solidFill>
                <a:srgbClr val="000000"/>
              </a:solidFill>
              <a:effectLst/>
              <a:uFillTx/>
              <a:latin typeface="Arial"/>
            </a:endParaRPr>
          </a:p>
        </p:txBody>
      </p:sp>
      <p:sp>
        <p:nvSpPr>
          <p:cNvPr id="368" name="Rectangle: Rounded Corners 90"/>
          <p:cNvSpPr/>
          <p:nvPr/>
        </p:nvSpPr>
        <p:spPr>
          <a:xfrm>
            <a:off x="9480960" y="3524040"/>
            <a:ext cx="1740240" cy="393120"/>
          </a:xfrm>
          <a:prstGeom prst="roundRect">
            <a:avLst>
              <a:gd name="adj" fmla="val 15522"/>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1"/>
                </a:solidFill>
                <a:effectLst/>
                <a:uFillTx/>
                <a:latin typeface="Arial"/>
                <a:ea typeface="Arial"/>
              </a:rPr>
              <a:t>FF Model</a:t>
            </a:r>
            <a:endParaRPr lang="en-US" sz="2400" b="0" u="none" strike="noStrike">
              <a:solidFill>
                <a:srgbClr val="FFFFFF"/>
              </a:solidFill>
              <a:effectLst/>
              <a:uFillTx/>
              <a:latin typeface="Arial"/>
            </a:endParaRPr>
          </a:p>
        </p:txBody>
      </p:sp>
      <p:cxnSp>
        <p:nvCxnSpPr>
          <p:cNvPr id="369" name="Connector: Curved 91"/>
          <p:cNvCxnSpPr>
            <a:stCxn id="366" idx="3"/>
            <a:endCxn id="368" idx="0"/>
          </p:cNvCxnSpPr>
          <p:nvPr/>
        </p:nvCxnSpPr>
        <p:spPr>
          <a:xfrm>
            <a:off x="8778600" y="3012840"/>
            <a:ext cx="1572840" cy="511560"/>
          </a:xfrm>
          <a:prstGeom prst="curvedConnector2">
            <a:avLst/>
          </a:prstGeom>
          <a:ln w="50800">
            <a:solidFill>
              <a:srgbClr val="9C6114"/>
            </a:solidFill>
            <a:round/>
            <a:tailEnd type="stealth" w="lg" len="lg"/>
          </a:ln>
        </p:spPr>
      </p:cxnSp>
      <p:cxnSp>
        <p:nvCxnSpPr>
          <p:cNvPr id="370" name="Connector: Curved 92"/>
          <p:cNvCxnSpPr>
            <a:stCxn id="367" idx="3"/>
            <a:endCxn id="368" idx="2"/>
          </p:cNvCxnSpPr>
          <p:nvPr/>
        </p:nvCxnSpPr>
        <p:spPr>
          <a:xfrm flipV="1">
            <a:off x="8778600" y="3917160"/>
            <a:ext cx="1572840" cy="747000"/>
          </a:xfrm>
          <a:prstGeom prst="curvedConnector2">
            <a:avLst/>
          </a:prstGeom>
          <a:ln w="50800">
            <a:solidFill>
              <a:srgbClr val="9C6114"/>
            </a:solidFill>
            <a:round/>
            <a:tailEnd type="stealth" w="lg" len="lg"/>
          </a:ln>
        </p:spPr>
      </p:cxnSp>
      <p:sp>
        <p:nvSpPr>
          <p:cNvPr id="371" name="Text Placeholder 1"/>
          <p:cNvSpPr/>
          <p:nvPr/>
        </p:nvSpPr>
        <p:spPr>
          <a:xfrm>
            <a:off x="9030960" y="2859840"/>
            <a:ext cx="1362240" cy="35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1200" b="1" u="none" strike="noStrike">
                <a:solidFill>
                  <a:schemeClr val="lt2"/>
                </a:solidFill>
                <a:effectLst/>
                <a:uFillTx/>
                <a:latin typeface="Arial"/>
                <a:ea typeface="Arial"/>
              </a:rPr>
              <a:t>positive</a:t>
            </a:r>
            <a:endParaRPr lang="en-US" sz="1200" b="0" u="none" strike="noStrike">
              <a:solidFill>
                <a:srgbClr val="000000"/>
              </a:solidFill>
              <a:effectLst/>
              <a:uFillTx/>
              <a:latin typeface="Arial"/>
            </a:endParaRPr>
          </a:p>
        </p:txBody>
      </p:sp>
      <p:sp>
        <p:nvSpPr>
          <p:cNvPr id="372" name="Text Placeholder 1"/>
          <p:cNvSpPr/>
          <p:nvPr/>
        </p:nvSpPr>
        <p:spPr>
          <a:xfrm>
            <a:off x="9030960" y="4130280"/>
            <a:ext cx="1362240" cy="35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1200" b="1" u="none" strike="noStrike">
                <a:solidFill>
                  <a:schemeClr val="lt2"/>
                </a:solidFill>
                <a:effectLst/>
                <a:uFillTx/>
                <a:latin typeface="Arial"/>
                <a:ea typeface="Arial"/>
              </a:rPr>
              <a:t>negative</a:t>
            </a:r>
            <a:endParaRPr lang="en-US" sz="1200" b="0" u="none" strike="noStrike">
              <a:solidFill>
                <a:srgbClr val="000000"/>
              </a:solidFill>
              <a:effectLst/>
              <a:uFillTx/>
              <a:latin typeface="Arial"/>
            </a:endParaRPr>
          </a:p>
        </p:txBody>
      </p:sp>
      <p:sp>
        <p:nvSpPr>
          <p:cNvPr id="373" name="Text Placeholder 1"/>
          <p:cNvSpPr/>
          <p:nvPr/>
        </p:nvSpPr>
        <p:spPr>
          <a:xfrm>
            <a:off x="826560" y="5698080"/>
            <a:ext cx="2735640" cy="303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nSpc>
                <a:spcPct val="100000"/>
              </a:lnSpc>
              <a:tabLst>
                <a:tab pos="0" algn="l"/>
              </a:tabLst>
            </a:pPr>
            <a:r>
              <a:rPr lang="en-US" sz="2000" b="1" u="none" strike="noStrike">
                <a:solidFill>
                  <a:schemeClr val="lt2"/>
                </a:solidFill>
                <a:effectLst/>
                <a:uFillTx/>
                <a:latin typeface="Arial"/>
                <a:ea typeface="Arial"/>
              </a:rPr>
              <a:t>Classical FF Model</a:t>
            </a:r>
            <a:endParaRPr lang="en-US" sz="2000" b="0" u="none" strike="noStrike">
              <a:solidFill>
                <a:srgbClr val="000000"/>
              </a:solidFill>
              <a:effectLst/>
              <a:uFillTx/>
              <a:latin typeface="Arial"/>
            </a:endParaRPr>
          </a:p>
        </p:txBody>
      </p:sp>
      <p:sp>
        <p:nvSpPr>
          <p:cNvPr id="374" name="Text Placeholder 1"/>
          <p:cNvSpPr/>
          <p:nvPr/>
        </p:nvSpPr>
        <p:spPr>
          <a:xfrm>
            <a:off x="7138440" y="5698080"/>
            <a:ext cx="2735640" cy="303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nSpc>
                <a:spcPct val="100000"/>
              </a:lnSpc>
              <a:tabLst>
                <a:tab pos="0" algn="l"/>
              </a:tabLst>
            </a:pPr>
            <a:r>
              <a:rPr lang="en-US" sz="2000" b="1" u="none" strike="noStrike">
                <a:solidFill>
                  <a:schemeClr val="lt2"/>
                </a:solidFill>
                <a:effectLst/>
                <a:uFillTx/>
                <a:latin typeface="Arial"/>
                <a:ea typeface="Arial"/>
              </a:rPr>
              <a:t>Binary FF Model</a:t>
            </a:r>
            <a:endParaRPr lang="en-US" sz="20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5" name="Picture 10"/>
          <p:cNvPicPr/>
          <p:nvPr/>
        </p:nvPicPr>
        <p:blipFill>
          <a:blip r:embed="rId2"/>
          <a:stretch/>
        </p:blipFill>
        <p:spPr>
          <a:xfrm>
            <a:off x="9179280" y="4471920"/>
            <a:ext cx="2694600" cy="2152800"/>
          </a:xfrm>
          <a:prstGeom prst="rect">
            <a:avLst/>
          </a:prstGeom>
          <a:noFill/>
          <a:ln w="0">
            <a:noFill/>
          </a:ln>
        </p:spPr>
      </p:pic>
      <p:sp>
        <p:nvSpPr>
          <p:cNvPr id="376"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buNone/>
            </a:pPr>
            <a:r>
              <a:rPr lang="en-US" sz="3500" b="0" u="none" strike="noStrike">
                <a:solidFill>
                  <a:schemeClr val="dk1"/>
                </a:solidFill>
                <a:effectLst/>
                <a:uFillTx/>
                <a:latin typeface="Anton"/>
                <a:ea typeface="Anton"/>
              </a:rPr>
              <a:t>Results</a:t>
            </a:r>
            <a:endParaRPr lang="en-US" sz="3500" b="0" u="none" strike="noStrike">
              <a:solidFill>
                <a:srgbClr val="000000"/>
              </a:solidFill>
              <a:effectLst/>
              <a:uFillTx/>
              <a:latin typeface="Arial"/>
            </a:endParaRPr>
          </a:p>
        </p:txBody>
      </p:sp>
      <p:sp>
        <p:nvSpPr>
          <p:cNvPr id="377" name="PlaceHolder 2"/>
          <p:cNvSpPr>
            <a:spLocks noGrp="1"/>
          </p:cNvSpPr>
          <p:nvPr>
            <p:ph type="sldNum" idx="44"/>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108DA3AF-B962-470B-9C9F-98AF9A900A51}" type="slidenum">
              <a:rPr lang="en" sz="1300" b="0" u="none" strike="noStrike">
                <a:solidFill>
                  <a:schemeClr val="dk1"/>
                </a:solidFill>
                <a:effectLst/>
                <a:uFillTx/>
                <a:latin typeface="Arial Narrow"/>
                <a:ea typeface="Arial Narrow"/>
              </a:rPr>
              <a:t>11</a:t>
            </a:fld>
            <a:endParaRPr lang="en-US" sz="1300" b="0" u="none" strike="noStrike">
              <a:solidFill>
                <a:srgbClr val="000000"/>
              </a:solidFill>
              <a:effectLst/>
              <a:uFillTx/>
              <a:latin typeface="Times New Roman"/>
            </a:endParaRPr>
          </a:p>
        </p:txBody>
      </p:sp>
      <p:pic>
        <p:nvPicPr>
          <p:cNvPr id="378" name="Picture 2"/>
          <p:cNvPicPr/>
          <p:nvPr/>
        </p:nvPicPr>
        <p:blipFill>
          <a:blip r:embed="rId3"/>
          <a:stretch/>
        </p:blipFill>
        <p:spPr>
          <a:xfrm>
            <a:off x="765360" y="1345320"/>
            <a:ext cx="4995360" cy="2929320"/>
          </a:xfrm>
          <a:prstGeom prst="rect">
            <a:avLst/>
          </a:prstGeom>
          <a:noFill/>
          <a:ln w="0">
            <a:noFill/>
          </a:ln>
        </p:spPr>
      </p:pic>
      <p:pic>
        <p:nvPicPr>
          <p:cNvPr id="379" name="Picture 4"/>
          <p:cNvPicPr/>
          <p:nvPr/>
        </p:nvPicPr>
        <p:blipFill>
          <a:blip r:embed="rId4"/>
          <a:stretch/>
        </p:blipFill>
        <p:spPr>
          <a:xfrm>
            <a:off x="6583320" y="1332360"/>
            <a:ext cx="4995360" cy="2942280"/>
          </a:xfrm>
          <a:prstGeom prst="rect">
            <a:avLst/>
          </a:prstGeom>
          <a:noFill/>
          <a:ln w="0">
            <a:noFill/>
          </a:ln>
        </p:spPr>
      </p:pic>
      <p:pic>
        <p:nvPicPr>
          <p:cNvPr id="380" name="Picture 6"/>
          <p:cNvPicPr/>
          <p:nvPr/>
        </p:nvPicPr>
        <p:blipFill>
          <a:blip r:embed="rId5"/>
          <a:stretch/>
        </p:blipFill>
        <p:spPr>
          <a:xfrm>
            <a:off x="6327360" y="4471920"/>
            <a:ext cx="2665440" cy="2203200"/>
          </a:xfrm>
          <a:prstGeom prst="rect">
            <a:avLst/>
          </a:prstGeom>
          <a:noFill/>
          <a:ln w="0">
            <a:noFill/>
          </a:ln>
        </p:spPr>
      </p:pic>
      <p:pic>
        <p:nvPicPr>
          <p:cNvPr id="381" name="Picture 8"/>
          <p:cNvPicPr/>
          <p:nvPr/>
        </p:nvPicPr>
        <p:blipFill>
          <a:blip r:embed="rId5"/>
          <a:stretch/>
        </p:blipFill>
        <p:spPr>
          <a:xfrm>
            <a:off x="335160" y="4407120"/>
            <a:ext cx="2665440" cy="2203200"/>
          </a:xfrm>
          <a:prstGeom prst="rect">
            <a:avLst/>
          </a:prstGeom>
          <a:noFill/>
          <a:ln w="0">
            <a:noFill/>
          </a:ln>
        </p:spPr>
      </p:pic>
      <p:pic>
        <p:nvPicPr>
          <p:cNvPr id="382" name="Picture 12"/>
          <p:cNvPicPr/>
          <p:nvPr/>
        </p:nvPicPr>
        <p:blipFill>
          <a:blip r:embed="rId6"/>
          <a:stretch/>
        </p:blipFill>
        <p:spPr>
          <a:xfrm>
            <a:off x="3060720" y="4430160"/>
            <a:ext cx="2700000" cy="2157120"/>
          </a:xfrm>
          <a:prstGeom prst="rect">
            <a:avLst/>
          </a:prstGeom>
          <a:noFill/>
          <a:ln w="0">
            <a:noFill/>
          </a:ln>
        </p:spPr>
      </p:pic>
      <p:sp>
        <p:nvSpPr>
          <p:cNvPr id="383" name="Text Placeholder 1"/>
          <p:cNvSpPr/>
          <p:nvPr/>
        </p:nvSpPr>
        <p:spPr>
          <a:xfrm>
            <a:off x="3360240" y="2651760"/>
            <a:ext cx="2735640" cy="303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nSpc>
                <a:spcPct val="100000"/>
              </a:lnSpc>
              <a:tabLst>
                <a:tab pos="0" algn="l"/>
              </a:tabLst>
            </a:pPr>
            <a:r>
              <a:rPr lang="en-US" sz="2000" b="1" u="none" strike="noStrike">
                <a:solidFill>
                  <a:schemeClr val="lt2"/>
                </a:solidFill>
                <a:effectLst/>
                <a:uFillTx/>
                <a:latin typeface="Arial"/>
                <a:ea typeface="Arial"/>
              </a:rPr>
              <a:t>Test acc: 0.8193</a:t>
            </a:r>
            <a:endParaRPr lang="en-US" sz="2000" b="0" u="none" strike="noStrike">
              <a:solidFill>
                <a:srgbClr val="000000"/>
              </a:solidFill>
              <a:effectLst/>
              <a:uFillTx/>
              <a:latin typeface="Arial"/>
            </a:endParaRPr>
          </a:p>
        </p:txBody>
      </p:sp>
      <p:sp>
        <p:nvSpPr>
          <p:cNvPr id="384" name="Text Placeholder 1"/>
          <p:cNvSpPr/>
          <p:nvPr/>
        </p:nvSpPr>
        <p:spPr>
          <a:xfrm>
            <a:off x="9179280" y="2723400"/>
            <a:ext cx="2735640" cy="303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nSpc>
                <a:spcPct val="100000"/>
              </a:lnSpc>
              <a:tabLst>
                <a:tab pos="0" algn="l"/>
              </a:tabLst>
            </a:pPr>
            <a:r>
              <a:rPr lang="en-US" sz="2000" b="1" u="none" strike="noStrike">
                <a:solidFill>
                  <a:schemeClr val="lt2"/>
                </a:solidFill>
                <a:effectLst/>
                <a:uFillTx/>
                <a:latin typeface="Arial"/>
                <a:ea typeface="Arial"/>
              </a:rPr>
              <a:t>Test acc: 0.7731</a:t>
            </a:r>
            <a:endParaRPr lang="en-US" sz="200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buNone/>
            </a:pPr>
            <a:r>
              <a:rPr lang="en-US" sz="3500" b="0" u="none" strike="noStrike">
                <a:solidFill>
                  <a:schemeClr val="dk1"/>
                </a:solidFill>
                <a:effectLst/>
                <a:uFillTx/>
                <a:latin typeface="Anton"/>
                <a:ea typeface="Anton"/>
              </a:rPr>
              <a:t>Results</a:t>
            </a:r>
            <a:endParaRPr lang="en-US" sz="3500" b="0" u="none" strike="noStrike">
              <a:solidFill>
                <a:srgbClr val="000000"/>
              </a:solidFill>
              <a:effectLst/>
              <a:uFillTx/>
              <a:latin typeface="Arial"/>
            </a:endParaRPr>
          </a:p>
        </p:txBody>
      </p:sp>
      <p:sp>
        <p:nvSpPr>
          <p:cNvPr id="386" name="PlaceHolder 2"/>
          <p:cNvSpPr>
            <a:spLocks noGrp="1"/>
          </p:cNvSpPr>
          <p:nvPr>
            <p:ph type="sldNum" idx="45"/>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7D5FD8F1-2B9E-4D7B-9411-3797AF235774}" type="slidenum">
              <a:rPr lang="en" sz="1300" b="0" u="none" strike="noStrike">
                <a:solidFill>
                  <a:schemeClr val="dk1"/>
                </a:solidFill>
                <a:effectLst/>
                <a:uFillTx/>
                <a:latin typeface="Arial Narrow"/>
                <a:ea typeface="Arial Narrow"/>
              </a:rPr>
              <a:t>12</a:t>
            </a:fld>
            <a:endParaRPr lang="en-US" sz="1300" b="0" u="none" strike="noStrike">
              <a:solidFill>
                <a:srgbClr val="000000"/>
              </a:solidFill>
              <a:effectLst/>
              <a:uFillTx/>
              <a:latin typeface="Times New Roman"/>
            </a:endParaRPr>
          </a:p>
        </p:txBody>
      </p:sp>
      <p:graphicFrame>
        <p:nvGraphicFramePr>
          <p:cNvPr id="387" name="Table 4"/>
          <p:cNvGraphicFramePr/>
          <p:nvPr>
            <p:extLst>
              <p:ext uri="{D42A27DB-BD31-4B8C-83A1-F6EECF244321}">
                <p14:modId xmlns:p14="http://schemas.microsoft.com/office/powerpoint/2010/main" val="3135965917"/>
              </p:ext>
            </p:extLst>
          </p:nvPr>
        </p:nvGraphicFramePr>
        <p:xfrm>
          <a:off x="658368" y="2029680"/>
          <a:ext cx="10414154" cy="3044160"/>
        </p:xfrm>
        <a:graphic>
          <a:graphicData uri="http://schemas.openxmlformats.org/drawingml/2006/table">
            <a:tbl>
              <a:tblPr/>
              <a:tblGrid>
                <a:gridCol w="1080144">
                  <a:extLst>
                    <a:ext uri="{9D8B030D-6E8A-4147-A177-3AD203B41FA5}">
                      <a16:colId xmlns:a16="http://schemas.microsoft.com/office/drawing/2014/main" val="20000"/>
                    </a:ext>
                  </a:extLst>
                </a:gridCol>
                <a:gridCol w="1523120">
                  <a:extLst>
                    <a:ext uri="{9D8B030D-6E8A-4147-A177-3AD203B41FA5}">
                      <a16:colId xmlns:a16="http://schemas.microsoft.com/office/drawing/2014/main" val="20001"/>
                    </a:ext>
                  </a:extLst>
                </a:gridCol>
                <a:gridCol w="1301815">
                  <a:extLst>
                    <a:ext uri="{9D8B030D-6E8A-4147-A177-3AD203B41FA5}">
                      <a16:colId xmlns:a16="http://schemas.microsoft.com/office/drawing/2014/main" val="20002"/>
                    </a:ext>
                  </a:extLst>
                </a:gridCol>
                <a:gridCol w="1301815">
                  <a:extLst>
                    <a:ext uri="{9D8B030D-6E8A-4147-A177-3AD203B41FA5}">
                      <a16:colId xmlns:a16="http://schemas.microsoft.com/office/drawing/2014/main" val="20003"/>
                    </a:ext>
                  </a:extLst>
                </a:gridCol>
                <a:gridCol w="1301815">
                  <a:extLst>
                    <a:ext uri="{9D8B030D-6E8A-4147-A177-3AD203B41FA5}">
                      <a16:colId xmlns:a16="http://schemas.microsoft.com/office/drawing/2014/main" val="20004"/>
                    </a:ext>
                  </a:extLst>
                </a:gridCol>
                <a:gridCol w="1301815">
                  <a:extLst>
                    <a:ext uri="{9D8B030D-6E8A-4147-A177-3AD203B41FA5}">
                      <a16:colId xmlns:a16="http://schemas.microsoft.com/office/drawing/2014/main" val="20005"/>
                    </a:ext>
                  </a:extLst>
                </a:gridCol>
                <a:gridCol w="1301815">
                  <a:extLst>
                    <a:ext uri="{9D8B030D-6E8A-4147-A177-3AD203B41FA5}">
                      <a16:colId xmlns:a16="http://schemas.microsoft.com/office/drawing/2014/main" val="20006"/>
                    </a:ext>
                  </a:extLst>
                </a:gridCol>
                <a:gridCol w="1301815">
                  <a:extLst>
                    <a:ext uri="{9D8B030D-6E8A-4147-A177-3AD203B41FA5}">
                      <a16:colId xmlns:a16="http://schemas.microsoft.com/office/drawing/2014/main" val="20007"/>
                    </a:ext>
                  </a:extLst>
                </a:gridCol>
              </a:tblGrid>
              <a:tr h="1069200">
                <a:tc>
                  <a:txBody>
                    <a:bodyPr/>
                    <a:lstStyle/>
                    <a:p>
                      <a:pPr algn="ctr">
                        <a:lnSpc>
                          <a:spcPts val="1709"/>
                        </a:lnSpc>
                        <a:spcBef>
                          <a:spcPts val="601"/>
                        </a:spcBef>
                      </a:pPr>
                      <a:r>
                        <a:rPr lang="en-US" sz="2400" b="1" u="none" strike="noStrike">
                          <a:solidFill>
                            <a:schemeClr val="lt2"/>
                          </a:solidFill>
                          <a:effectLst/>
                          <a:uFillTx/>
                          <a:latin typeface="Arial"/>
                          <a:ea typeface="Arial"/>
                        </a:rPr>
                        <a:t>Model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Accuracy</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F1</a:t>
                      </a:r>
                      <a:endParaRPr lang="en-US" sz="2400" b="0" u="none" strike="noStrike">
                        <a:solidFill>
                          <a:srgbClr val="000000"/>
                        </a:solidFill>
                        <a:effectLst/>
                        <a:uFillTx/>
                        <a:latin typeface="Arial"/>
                      </a:endParaRPr>
                    </a:p>
                    <a:p>
                      <a:pPr algn="ctr">
                        <a:lnSpc>
                          <a:spcPts val="1709"/>
                        </a:lnSpc>
                        <a:spcBef>
                          <a:spcPts val="601"/>
                        </a:spcBef>
                      </a:pPr>
                      <a:r>
                        <a:rPr lang="en-US" sz="2400" b="1" u="none" strike="noStrike">
                          <a:solidFill>
                            <a:schemeClr val="lt2"/>
                          </a:solidFill>
                          <a:effectLst/>
                          <a:uFillTx/>
                          <a:latin typeface="Arial"/>
                          <a:ea typeface="Arial"/>
                        </a:rPr>
                        <a:t> score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AUC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Flash</a:t>
                      </a:r>
                      <a:endParaRPr lang="en-US" sz="2400" b="0" u="none" strike="noStrike">
                        <a:solidFill>
                          <a:srgbClr val="000000"/>
                        </a:solidFill>
                        <a:effectLst/>
                        <a:uFillTx/>
                        <a:latin typeface="Arial"/>
                      </a:endParaRPr>
                    </a:p>
                    <a:p>
                      <a:pPr algn="ctr">
                        <a:lnSpc>
                          <a:spcPts val="1709"/>
                        </a:lnSpc>
                        <a:spcBef>
                          <a:spcPts val="601"/>
                        </a:spcBef>
                      </a:pPr>
                      <a:r>
                        <a:rPr lang="en-US" sz="2400" b="1" u="none" strike="noStrike">
                          <a:solidFill>
                            <a:schemeClr val="lt2"/>
                          </a:solidFill>
                          <a:effectLst/>
                          <a:uFillTx/>
                          <a:latin typeface="Arial"/>
                          <a:ea typeface="Arial"/>
                        </a:rPr>
                        <a:t> (Static)</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RAM </a:t>
                      </a:r>
                      <a:endParaRPr lang="en-US" sz="2400" b="0" u="none" strike="noStrike">
                        <a:solidFill>
                          <a:srgbClr val="000000"/>
                        </a:solidFill>
                        <a:effectLst/>
                        <a:uFillTx/>
                        <a:latin typeface="Arial"/>
                      </a:endParaRPr>
                    </a:p>
                    <a:p>
                      <a:pPr algn="ctr">
                        <a:lnSpc>
                          <a:spcPts val="1709"/>
                        </a:lnSpc>
                        <a:spcBef>
                          <a:spcPts val="601"/>
                        </a:spcBef>
                      </a:pPr>
                      <a:r>
                        <a:rPr lang="en-US" sz="2400" b="1" u="none" strike="noStrike">
                          <a:solidFill>
                            <a:schemeClr val="lt2"/>
                          </a:solidFill>
                          <a:effectLst/>
                          <a:uFillTx/>
                          <a:latin typeface="Arial"/>
                          <a:ea typeface="Arial"/>
                        </a:rPr>
                        <a:t>(Static)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RAM </a:t>
                      </a:r>
                      <a:endParaRPr lang="en-US" sz="2400" b="0" u="none" strike="noStrike">
                        <a:solidFill>
                          <a:srgbClr val="000000"/>
                        </a:solidFill>
                        <a:effectLst/>
                        <a:uFillTx/>
                        <a:latin typeface="Arial"/>
                      </a:endParaRPr>
                    </a:p>
                    <a:p>
                      <a:pPr algn="ctr">
                        <a:lnSpc>
                          <a:spcPts val="1709"/>
                        </a:lnSpc>
                        <a:spcBef>
                          <a:spcPts val="601"/>
                        </a:spcBef>
                      </a:pPr>
                      <a:r>
                        <a:rPr lang="en-US" sz="2400" b="1" u="none" strike="noStrike">
                          <a:solidFill>
                            <a:schemeClr val="lt2"/>
                          </a:solidFill>
                          <a:effectLst/>
                          <a:uFillTx/>
                          <a:latin typeface="Arial"/>
                          <a:ea typeface="Arial"/>
                        </a:rPr>
                        <a:t>(Fixed)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dirty="0">
                          <a:solidFill>
                            <a:schemeClr val="lt2"/>
                          </a:solidFill>
                          <a:effectLst/>
                          <a:uFillTx/>
                          <a:latin typeface="Arial"/>
                          <a:ea typeface="Arial"/>
                        </a:rPr>
                        <a:t>RAM </a:t>
                      </a:r>
                      <a:endParaRPr lang="en-US" sz="2400" b="0" u="none" strike="noStrike" dirty="0">
                        <a:solidFill>
                          <a:srgbClr val="000000"/>
                        </a:solidFill>
                        <a:effectLst/>
                        <a:uFillTx/>
                        <a:latin typeface="Arial"/>
                      </a:endParaRPr>
                    </a:p>
                    <a:p>
                      <a:pPr algn="ctr">
                        <a:lnSpc>
                          <a:spcPts val="1709"/>
                        </a:lnSpc>
                        <a:spcBef>
                          <a:spcPts val="601"/>
                        </a:spcBef>
                      </a:pPr>
                      <a:r>
                        <a:rPr lang="en-US" sz="2400" b="1" u="none" strike="noStrike" dirty="0">
                          <a:solidFill>
                            <a:schemeClr val="lt2"/>
                          </a:solidFill>
                          <a:effectLst/>
                          <a:uFillTx/>
                          <a:latin typeface="Arial"/>
                          <a:ea typeface="Arial"/>
                        </a:rPr>
                        <a:t>(Train)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extLst>
                  <a:ext uri="{0D108BD9-81ED-4DB2-BD59-A6C34878D82A}">
                    <a16:rowId xmlns:a16="http://schemas.microsoft.com/office/drawing/2014/main" val="10000"/>
                  </a:ext>
                </a:extLst>
              </a:tr>
              <a:tr h="1184400">
                <a:tc>
                  <a:txBody>
                    <a:bodyPr/>
                    <a:lstStyle/>
                    <a:p>
                      <a:pPr algn="ctr">
                        <a:lnSpc>
                          <a:spcPts val="1709"/>
                        </a:lnSpc>
                        <a:spcBef>
                          <a:spcPts val="601"/>
                        </a:spcBef>
                      </a:pPr>
                      <a:r>
                        <a:rPr lang="en-US" sz="2400" b="1" u="none" strike="noStrike">
                          <a:solidFill>
                            <a:schemeClr val="lt2"/>
                          </a:solidFill>
                          <a:effectLst/>
                          <a:uFillTx/>
                          <a:latin typeface="Arial"/>
                          <a:ea typeface="Arial"/>
                        </a:rPr>
                        <a:t>BP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0.82 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0.80 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0.91 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38.8KB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50.8KB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15.9KB</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0.5KB</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extLst>
                  <a:ext uri="{0D108BD9-81ED-4DB2-BD59-A6C34878D82A}">
                    <a16:rowId xmlns:a16="http://schemas.microsoft.com/office/drawing/2014/main" val="10001"/>
                  </a:ext>
                </a:extLst>
              </a:tr>
              <a:tr h="790560">
                <a:tc>
                  <a:txBody>
                    <a:bodyPr/>
                    <a:lstStyle/>
                    <a:p>
                      <a:pPr algn="ctr">
                        <a:lnSpc>
                          <a:spcPts val="1709"/>
                        </a:lnSpc>
                        <a:spcBef>
                          <a:spcPts val="601"/>
                        </a:spcBef>
                      </a:pPr>
                      <a:r>
                        <a:rPr lang="en-US" sz="2400" b="1" u="none" strike="noStrike">
                          <a:solidFill>
                            <a:schemeClr val="lt2"/>
                          </a:solidFill>
                          <a:effectLst/>
                          <a:uFillTx/>
                          <a:latin typeface="Arial"/>
                          <a:ea typeface="Arial"/>
                        </a:rPr>
                        <a:t>FF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0.77 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0.74 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0.88 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40.7KB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52.4KB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17.5KB</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US" sz="2400" b="0" u="none" strike="noStrike" dirty="0">
                          <a:solidFill>
                            <a:schemeClr val="lt2"/>
                          </a:solidFill>
                          <a:effectLst/>
                          <a:uFillTx/>
                          <a:latin typeface="Arial"/>
                          <a:ea typeface="Arial"/>
                        </a:rPr>
                        <a:t>0.8KB</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Rectangle: Rounded Corners 16"/>
          <p:cNvSpPr/>
          <p:nvPr/>
        </p:nvSpPr>
        <p:spPr>
          <a:xfrm>
            <a:off x="6095880" y="912960"/>
            <a:ext cx="4536360" cy="5038920"/>
          </a:xfrm>
          <a:prstGeom prst="roundRect">
            <a:avLst>
              <a:gd name="adj" fmla="val 7164"/>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89" name="PlaceHolder 1"/>
          <p:cNvSpPr>
            <a:spLocks noGrp="1"/>
          </p:cNvSpPr>
          <p:nvPr>
            <p:ph type="title"/>
          </p:nvPr>
        </p:nvSpPr>
        <p:spPr>
          <a:xfrm>
            <a:off x="1148040" y="3432600"/>
            <a:ext cx="10509120" cy="613080"/>
          </a:xfrm>
          <a:prstGeom prst="rect">
            <a:avLst/>
          </a:prstGeom>
          <a:noFill/>
          <a:ln w="0">
            <a:noFill/>
          </a:ln>
        </p:spPr>
        <p:txBody>
          <a:bodyPr lIns="91440" tIns="45720" rIns="91440" bIns="45720" anchor="t">
            <a:noAutofit/>
          </a:bodyPr>
          <a:lstStyle/>
          <a:p>
            <a:pPr indent="0">
              <a:lnSpc>
                <a:spcPct val="100000"/>
              </a:lnSpc>
              <a:buNone/>
              <a:tabLst>
                <a:tab pos="0" algn="l"/>
              </a:tabLst>
            </a:pPr>
            <a:r>
              <a:rPr lang="en-US" sz="3500" b="0" u="none" strike="noStrike">
                <a:solidFill>
                  <a:srgbClr val="000000"/>
                </a:solidFill>
                <a:effectLst/>
                <a:uFillTx/>
                <a:latin typeface="Anton"/>
                <a:ea typeface="Anton"/>
              </a:rPr>
              <a:t>Federated Learning</a:t>
            </a:r>
            <a:endParaRPr lang="en-US" sz="3500" b="0" u="none" strike="noStrike">
              <a:solidFill>
                <a:srgbClr val="000000"/>
              </a:solidFill>
              <a:effectLst/>
              <a:uFillTx/>
              <a:latin typeface="Arial"/>
            </a:endParaRPr>
          </a:p>
        </p:txBody>
      </p:sp>
      <p:sp>
        <p:nvSpPr>
          <p:cNvPr id="390" name="PlaceHolder 2"/>
          <p:cNvSpPr>
            <a:spLocks noGrp="1"/>
          </p:cNvSpPr>
          <p:nvPr>
            <p:ph type="sldNum" idx="46"/>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628128F6-0483-42FA-A71C-241BA15D20B7}" type="slidenum">
              <a:rPr lang="en" sz="1300" b="0" u="none" strike="noStrike">
                <a:solidFill>
                  <a:schemeClr val="dk1"/>
                </a:solidFill>
                <a:effectLst/>
                <a:uFillTx/>
                <a:latin typeface="Arial Narrow"/>
                <a:ea typeface="Arial Narrow"/>
              </a:rPr>
              <a:t>13</a:t>
            </a:fld>
            <a:endParaRPr lang="en-US" sz="1300" b="0" u="none" strike="noStrike">
              <a:solidFill>
                <a:srgbClr val="000000"/>
              </a:solidFill>
              <a:effectLst/>
              <a:uFillTx/>
              <a:latin typeface="Times New Roman"/>
            </a:endParaRPr>
          </a:p>
        </p:txBody>
      </p:sp>
      <p:sp>
        <p:nvSpPr>
          <p:cNvPr id="391" name="Rectangle: Rounded Corners 1"/>
          <p:cNvSpPr/>
          <p:nvPr/>
        </p:nvSpPr>
        <p:spPr>
          <a:xfrm>
            <a:off x="6614280" y="2319840"/>
            <a:ext cx="3474360" cy="89568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Data Collection</a:t>
            </a:r>
            <a:endParaRPr lang="en-US" sz="2400" b="0" u="none" strike="noStrike">
              <a:solidFill>
                <a:srgbClr val="000000"/>
              </a:solidFill>
              <a:effectLst/>
              <a:uFillTx/>
              <a:latin typeface="Arial"/>
            </a:endParaRPr>
          </a:p>
        </p:txBody>
      </p:sp>
      <p:sp>
        <p:nvSpPr>
          <p:cNvPr id="392" name="Rectangle: Rounded Corners 3"/>
          <p:cNvSpPr/>
          <p:nvPr/>
        </p:nvSpPr>
        <p:spPr>
          <a:xfrm>
            <a:off x="6614280" y="4582080"/>
            <a:ext cx="3474360" cy="89568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1"/>
                </a:solidFill>
                <a:effectLst/>
                <a:uFillTx/>
                <a:latin typeface="Arial"/>
                <a:ea typeface="Arial"/>
              </a:rPr>
              <a:t>Federated Learning</a:t>
            </a:r>
            <a:endParaRPr lang="en-US" sz="2400" b="0" u="none" strike="noStrike">
              <a:solidFill>
                <a:srgbClr val="FFFFFF"/>
              </a:solidFill>
              <a:effectLst/>
              <a:uFillTx/>
              <a:latin typeface="Arial"/>
            </a:endParaRPr>
          </a:p>
        </p:txBody>
      </p:sp>
      <p:cxnSp>
        <p:nvCxnSpPr>
          <p:cNvPr id="393" name="Straight Connector 5"/>
          <p:cNvCxnSpPr>
            <a:stCxn id="391" idx="2"/>
            <a:endCxn id="394" idx="0"/>
          </p:cNvCxnSpPr>
          <p:nvPr/>
        </p:nvCxnSpPr>
        <p:spPr>
          <a:xfrm>
            <a:off x="8351280" y="3215520"/>
            <a:ext cx="360" cy="235800"/>
          </a:xfrm>
          <a:prstGeom prst="straightConnector1">
            <a:avLst/>
          </a:prstGeom>
          <a:ln w="50800">
            <a:solidFill>
              <a:srgbClr val="9C6114"/>
            </a:solidFill>
            <a:round/>
          </a:ln>
        </p:spPr>
      </p:cxnSp>
      <p:cxnSp>
        <p:nvCxnSpPr>
          <p:cNvPr id="395" name="Straight Connector 6"/>
          <p:cNvCxnSpPr>
            <a:stCxn id="394" idx="2"/>
            <a:endCxn id="392" idx="0"/>
          </p:cNvCxnSpPr>
          <p:nvPr/>
        </p:nvCxnSpPr>
        <p:spPr>
          <a:xfrm>
            <a:off x="8351280" y="4346640"/>
            <a:ext cx="360" cy="235800"/>
          </a:xfrm>
          <a:prstGeom prst="straightConnector1">
            <a:avLst/>
          </a:prstGeom>
          <a:ln w="50800">
            <a:solidFill>
              <a:srgbClr val="9C6114"/>
            </a:solidFill>
            <a:round/>
          </a:ln>
        </p:spPr>
      </p:cxnSp>
      <p:sp>
        <p:nvSpPr>
          <p:cNvPr id="396" name="Rectangle: Rounded Corners 17"/>
          <p:cNvSpPr/>
          <p:nvPr/>
        </p:nvSpPr>
        <p:spPr>
          <a:xfrm>
            <a:off x="6626880" y="1238760"/>
            <a:ext cx="3474360" cy="714240"/>
          </a:xfrm>
          <a:prstGeom prst="roundRect">
            <a:avLst>
              <a:gd name="adj" fmla="val 50000"/>
            </a:avLst>
          </a:prstGeom>
          <a:solidFill>
            <a:schemeClr val="lt1"/>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1" u="none" strike="noStrike">
                <a:solidFill>
                  <a:schemeClr val="lt2"/>
                </a:solidFill>
                <a:effectLst/>
                <a:uFillTx/>
                <a:latin typeface="Arial"/>
                <a:ea typeface="Arial"/>
              </a:rPr>
              <a:t>CONTENTS</a:t>
            </a:r>
            <a:endParaRPr lang="en-US" sz="2400" b="0" u="none" strike="noStrike">
              <a:solidFill>
                <a:srgbClr val="000000"/>
              </a:solidFill>
              <a:effectLst/>
              <a:uFillTx/>
              <a:latin typeface="Arial"/>
            </a:endParaRPr>
          </a:p>
        </p:txBody>
      </p:sp>
      <p:sp>
        <p:nvSpPr>
          <p:cNvPr id="394" name="Rectangle: Rounded Corners 2"/>
          <p:cNvSpPr/>
          <p:nvPr/>
        </p:nvSpPr>
        <p:spPr>
          <a:xfrm>
            <a:off x="6614280" y="3450960"/>
            <a:ext cx="3474360" cy="89568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On-device Training</a:t>
            </a:r>
            <a:endParaRPr lang="en-US" sz="24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buNone/>
            </a:pPr>
            <a:r>
              <a:rPr lang="en-US" sz="3500" b="0" u="none" strike="noStrike" dirty="0">
                <a:solidFill>
                  <a:schemeClr val="dk1"/>
                </a:solidFill>
                <a:effectLst/>
                <a:uFillTx/>
                <a:latin typeface="Anton"/>
                <a:ea typeface="Anton"/>
              </a:rPr>
              <a:t>Federated Averaging</a:t>
            </a:r>
            <a:endParaRPr lang="en-US" sz="3500" b="0" u="none" strike="noStrike" dirty="0">
              <a:solidFill>
                <a:srgbClr val="000000"/>
              </a:solidFill>
              <a:effectLst/>
              <a:uFillTx/>
              <a:latin typeface="Arial"/>
            </a:endParaRPr>
          </a:p>
        </p:txBody>
      </p:sp>
      <p:sp>
        <p:nvSpPr>
          <p:cNvPr id="398" name="PlaceHolder 2"/>
          <p:cNvSpPr>
            <a:spLocks noGrp="1"/>
          </p:cNvSpPr>
          <p:nvPr>
            <p:ph type="sldNum" idx="47"/>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B6FBC84F-BC0E-46BC-93EB-DEE68E281B1F}" type="slidenum">
              <a:rPr lang="en" sz="1300" b="0" u="none" strike="noStrike">
                <a:solidFill>
                  <a:schemeClr val="dk1"/>
                </a:solidFill>
                <a:effectLst/>
                <a:uFillTx/>
                <a:latin typeface="Arial Narrow"/>
                <a:ea typeface="Arial Narrow"/>
              </a:rPr>
              <a:t>14</a:t>
            </a:fld>
            <a:endParaRPr lang="en-US" sz="1300" b="0" u="none" strike="noStrike">
              <a:solidFill>
                <a:srgbClr val="000000"/>
              </a:solidFill>
              <a:effectLst/>
              <a:uFillTx/>
              <a:latin typeface="Times New Roman"/>
            </a:endParaRPr>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59D08D9F-4E34-8321-3B06-E2612AB64DA9}"/>
                  </a:ext>
                </a:extLst>
              </p:cNvPr>
              <p:cNvSpPr txBox="1"/>
              <p:nvPr/>
            </p:nvSpPr>
            <p:spPr>
              <a:xfrm>
                <a:off x="2195765" y="1540764"/>
                <a:ext cx="7800469" cy="111812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𝑤</m:t>
                          </m:r>
                        </m:e>
                        <m:sub>
                          <m:r>
                            <a:rPr lang="en-US" sz="4000" b="0" i="1" smtClean="0">
                              <a:latin typeface="Cambria Math" panose="02040503050406030204" pitchFamily="18" charset="0"/>
                            </a:rPr>
                            <m:t>𝑛𝑒𝑤</m:t>
                          </m:r>
                        </m:sub>
                      </m:sSub>
                      <m:r>
                        <a:rPr lang="en-US" sz="4000" b="0" i="1" smtClean="0">
                          <a:latin typeface="Cambria Math" panose="02040503050406030204" pitchFamily="18" charset="0"/>
                        </a:rPr>
                        <m:t>=</m:t>
                      </m:r>
                      <m:sSubSup>
                        <m:sSubSupPr>
                          <m:ctrlPr>
                            <a:rPr lang="en-US" sz="4000" b="0" i="1" smtClean="0">
                              <a:latin typeface="Cambria Math" panose="02040503050406030204" pitchFamily="18" charset="0"/>
                            </a:rPr>
                          </m:ctrlPr>
                        </m:sSubSupPr>
                        <m:e>
                          <m:r>
                            <m:rPr>
                              <m:sty m:val="p"/>
                            </m:rPr>
                            <a:rPr lang="en-US" sz="4000" b="0" i="0" smtClean="0">
                              <a:latin typeface="Cambria Math" panose="02040503050406030204" pitchFamily="18" charset="0"/>
                            </a:rPr>
                            <m:t>Σ</m:t>
                          </m:r>
                        </m:e>
                        <m:sub>
                          <m:r>
                            <a:rPr lang="en-US" sz="4000" b="0" i="1" smtClean="0">
                              <a:latin typeface="Cambria Math" panose="02040503050406030204" pitchFamily="18" charset="0"/>
                            </a:rPr>
                            <m:t>𝑖</m:t>
                          </m:r>
                          <m:r>
                            <a:rPr lang="en-US" sz="4000" b="0" i="1" smtClean="0">
                              <a:latin typeface="Cambria Math" panose="02040503050406030204" pitchFamily="18" charset="0"/>
                            </a:rPr>
                            <m:t>=1</m:t>
                          </m:r>
                        </m:sub>
                        <m:sup>
                          <m:r>
                            <a:rPr lang="en-US" sz="4000" b="0" i="1" smtClean="0">
                              <a:latin typeface="Cambria Math" panose="02040503050406030204" pitchFamily="18" charset="0"/>
                            </a:rPr>
                            <m:t>𝑛</m:t>
                          </m:r>
                        </m:sup>
                      </m:sSubSup>
                      <m:f>
                        <m:fPr>
                          <m:ctrlPr>
                            <a:rPr lang="en-US" sz="4000" b="0" i="1" smtClean="0">
                              <a:latin typeface="Cambria Math" panose="02040503050406030204" pitchFamily="18" charset="0"/>
                            </a:rPr>
                          </m:ctrlPr>
                        </m:fPr>
                        <m:num>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𝑤</m:t>
                              </m:r>
                            </m:e>
                            <m:sub>
                              <m:r>
                                <a:rPr lang="en-US" sz="4000" b="0" i="1" smtClean="0">
                                  <a:latin typeface="Cambria Math" panose="02040503050406030204" pitchFamily="18" charset="0"/>
                                </a:rPr>
                                <m:t>𝑖</m:t>
                              </m:r>
                            </m:sub>
                          </m:sSub>
                        </m:num>
                        <m:den>
                          <m:r>
                            <a:rPr lang="en-US" sz="4000" b="0" i="1" smtClean="0">
                              <a:latin typeface="Cambria Math" panose="02040503050406030204" pitchFamily="18" charset="0"/>
                            </a:rPr>
                            <m:t>𝑛</m:t>
                          </m:r>
                        </m:den>
                      </m:f>
                      <m:r>
                        <a:rPr lang="en-US" sz="4000" b="0" i="1" smtClean="0">
                          <a:latin typeface="Cambria Math" panose="02040503050406030204" pitchFamily="18" charset="0"/>
                        </a:rPr>
                        <m:t>=</m:t>
                      </m:r>
                      <m:f>
                        <m:fPr>
                          <m:ctrlPr>
                            <a:rPr lang="en-US" sz="4000" b="0" i="1" smtClean="0">
                              <a:latin typeface="Cambria Math" panose="02040503050406030204" pitchFamily="18" charset="0"/>
                            </a:rPr>
                          </m:ctrlPr>
                        </m:fPr>
                        <m:num>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𝑤</m:t>
                              </m:r>
                            </m:e>
                            <m:sub>
                              <m:r>
                                <a:rPr lang="en-US" sz="4000" b="0" i="1" smtClean="0">
                                  <a:latin typeface="Cambria Math" panose="02040503050406030204" pitchFamily="18" charset="0"/>
                                </a:rPr>
                                <m:t>𝑐𝑙𝑖𝑒𝑛𝑡</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𝑤</m:t>
                              </m:r>
                            </m:e>
                            <m:sub>
                              <m:r>
                                <a:rPr lang="en-US" sz="4000" b="0" i="1" smtClean="0">
                                  <a:latin typeface="Cambria Math" panose="02040503050406030204" pitchFamily="18" charset="0"/>
                                </a:rPr>
                                <m:t>𝑠𝑒𝑟𝑣𝑒𝑟</m:t>
                              </m:r>
                            </m:sub>
                          </m:sSub>
                        </m:num>
                        <m:den>
                          <m:r>
                            <a:rPr lang="en-US" sz="4000" b="0" i="1" smtClean="0">
                              <a:latin typeface="Cambria Math" panose="02040503050406030204" pitchFamily="18" charset="0"/>
                            </a:rPr>
                            <m:t>2</m:t>
                          </m:r>
                        </m:den>
                      </m:f>
                    </m:oMath>
                  </m:oMathPara>
                </a14:m>
                <a:endParaRPr lang="en-SE" sz="4000" dirty="0"/>
              </a:p>
            </p:txBody>
          </p:sp>
        </mc:Choice>
        <mc:Fallback>
          <p:sp>
            <p:nvSpPr>
              <p:cNvPr id="2" name="TextBox 1">
                <a:extLst>
                  <a:ext uri="{FF2B5EF4-FFF2-40B4-BE49-F238E27FC236}">
                    <a16:creationId xmlns:a16="http://schemas.microsoft.com/office/drawing/2014/main" id="{59D08D9F-4E34-8321-3B06-E2612AB64DA9}"/>
                  </a:ext>
                </a:extLst>
              </p:cNvPr>
              <p:cNvSpPr txBox="1">
                <a:spLocks noRot="1" noChangeAspect="1" noMove="1" noResize="1" noEditPoints="1" noAdjustHandles="1" noChangeArrowheads="1" noChangeShapeType="1" noTextEdit="1"/>
              </p:cNvSpPr>
              <p:nvPr/>
            </p:nvSpPr>
            <p:spPr>
              <a:xfrm>
                <a:off x="2195765" y="1540764"/>
                <a:ext cx="7800469" cy="1118127"/>
              </a:xfrm>
              <a:prstGeom prst="rect">
                <a:avLst/>
              </a:prstGeom>
              <a:blipFill>
                <a:blip r:embed="rId2"/>
                <a:stretch>
                  <a:fillRect/>
                </a:stretch>
              </a:blipFill>
            </p:spPr>
            <p:txBody>
              <a:bodyPr/>
              <a:lstStyle/>
              <a:p>
                <a:r>
                  <a:rPr lang="en-SE">
                    <a:noFill/>
                  </a:rPr>
                  <a:t> </a:t>
                </a:r>
              </a:p>
            </p:txBody>
          </p:sp>
        </mc:Fallback>
      </mc:AlternateContent>
      <p:sp>
        <p:nvSpPr>
          <p:cNvPr id="3" name="TextBox 2">
            <a:extLst>
              <a:ext uri="{FF2B5EF4-FFF2-40B4-BE49-F238E27FC236}">
                <a16:creationId xmlns:a16="http://schemas.microsoft.com/office/drawing/2014/main" id="{ACB14AEE-9D47-46FD-9CC6-8B53AF0AFE92}"/>
              </a:ext>
            </a:extLst>
          </p:cNvPr>
          <p:cNvSpPr txBox="1"/>
          <p:nvPr/>
        </p:nvSpPr>
        <p:spPr>
          <a:xfrm>
            <a:off x="914400" y="3063240"/>
            <a:ext cx="1036320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Implementation of </a:t>
            </a:r>
            <a:r>
              <a:rPr lang="en-US" sz="2800" dirty="0" err="1"/>
              <a:t>FedAvg</a:t>
            </a:r>
            <a:r>
              <a:rPr lang="en-US" sz="2800" dirty="0"/>
              <a:t> with two weights</a:t>
            </a:r>
          </a:p>
          <a:p>
            <a:pPr marL="285750" indent="-285750">
              <a:buFont typeface="Arial" panose="020B0604020202020204" pitchFamily="34" charset="0"/>
              <a:buChar char="•"/>
            </a:pPr>
            <a:r>
              <a:rPr lang="en-US" sz="2800" dirty="0"/>
              <a:t>Calculated on STM32 server module</a:t>
            </a:r>
          </a:p>
          <a:p>
            <a:pPr marL="285750" indent="-285750">
              <a:buFont typeface="Arial" panose="020B0604020202020204" pitchFamily="34" charset="0"/>
              <a:buChar char="•"/>
            </a:pPr>
            <a:r>
              <a:rPr lang="en-US" sz="2800" dirty="0"/>
              <a:t>After 2 epochs (i.e. 1 round), the weights are averaged and sent back to each board. For a total of 6 rounds</a:t>
            </a:r>
            <a:endParaRPr lang="en-SE"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0B62E-D353-3859-BD2E-6D5F07B1F222}"/>
            </a:ext>
          </a:extLst>
        </p:cNvPr>
        <p:cNvGrpSpPr/>
        <p:nvPr/>
      </p:nvGrpSpPr>
      <p:grpSpPr>
        <a:xfrm>
          <a:off x="0" y="0"/>
          <a:ext cx="0" cy="0"/>
          <a:chOff x="0" y="0"/>
          <a:chExt cx="0" cy="0"/>
        </a:xfrm>
      </p:grpSpPr>
      <p:sp>
        <p:nvSpPr>
          <p:cNvPr id="245" name="PlaceHolder 1">
            <a:extLst>
              <a:ext uri="{FF2B5EF4-FFF2-40B4-BE49-F238E27FC236}">
                <a16:creationId xmlns:a16="http://schemas.microsoft.com/office/drawing/2014/main" id="{7C8050EA-BFA8-DA78-E3FC-65F64560168C}"/>
              </a:ext>
            </a:extLst>
          </p:cNvPr>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spcAft>
                <a:spcPts val="1599"/>
              </a:spcAft>
              <a:buNone/>
            </a:pPr>
            <a:r>
              <a:rPr lang="en" sz="3500" b="0" u="none" strike="noStrike" dirty="0">
                <a:solidFill>
                  <a:schemeClr val="dk1"/>
                </a:solidFill>
                <a:effectLst/>
                <a:uFillTx/>
                <a:latin typeface="Anton"/>
                <a:ea typeface="Anton"/>
              </a:rPr>
              <a:t>Data</a:t>
            </a:r>
            <a:r>
              <a:rPr lang="en-US" sz="3500" b="0" u="none" strike="noStrike" dirty="0">
                <a:solidFill>
                  <a:schemeClr val="dk1"/>
                </a:solidFill>
                <a:effectLst/>
                <a:uFillTx/>
                <a:latin typeface="Anton"/>
                <a:ea typeface="Anton"/>
              </a:rPr>
              <a:t>set – FL Split</a:t>
            </a:r>
            <a:endParaRPr lang="en-US" sz="3500" b="0" u="none" strike="noStrike" dirty="0">
              <a:solidFill>
                <a:srgbClr val="000000"/>
              </a:solidFill>
              <a:effectLst/>
              <a:uFillTx/>
              <a:latin typeface="Arial"/>
            </a:endParaRPr>
          </a:p>
        </p:txBody>
      </p:sp>
      <p:sp>
        <p:nvSpPr>
          <p:cNvPr id="246" name="PlaceHolder 2">
            <a:extLst>
              <a:ext uri="{FF2B5EF4-FFF2-40B4-BE49-F238E27FC236}">
                <a16:creationId xmlns:a16="http://schemas.microsoft.com/office/drawing/2014/main" id="{41CF96CD-DABD-D101-368C-36BFC62217C0}"/>
              </a:ext>
            </a:extLst>
          </p:cNvPr>
          <p:cNvSpPr>
            <a:spLocks noGrp="1"/>
          </p:cNvSpPr>
          <p:nvPr>
            <p:ph type="sldNum" idx="38"/>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D9BB1C6D-17A7-4F28-9F5B-E446195838DE}" type="slidenum">
              <a:rPr lang="en" sz="1300" b="0" u="none" strike="noStrike">
                <a:solidFill>
                  <a:schemeClr val="dk1"/>
                </a:solidFill>
                <a:effectLst/>
                <a:uFillTx/>
                <a:latin typeface="Arial Narrow"/>
                <a:ea typeface="Arial Narrow"/>
              </a:rPr>
              <a:t>15</a:t>
            </a:fld>
            <a:endParaRPr lang="en-US" sz="1300" b="0" u="none" strike="noStrike">
              <a:solidFill>
                <a:srgbClr val="000000"/>
              </a:solidFill>
              <a:effectLst/>
              <a:uFillTx/>
              <a:latin typeface="Times New Roman"/>
            </a:endParaRPr>
          </a:p>
        </p:txBody>
      </p:sp>
      <p:graphicFrame>
        <p:nvGraphicFramePr>
          <p:cNvPr id="247" name="Table 1">
            <a:extLst>
              <a:ext uri="{FF2B5EF4-FFF2-40B4-BE49-F238E27FC236}">
                <a16:creationId xmlns:a16="http://schemas.microsoft.com/office/drawing/2014/main" id="{C5DE1461-9546-C528-730C-9E2E96121F1D}"/>
              </a:ext>
            </a:extLst>
          </p:cNvPr>
          <p:cNvGraphicFramePr/>
          <p:nvPr>
            <p:extLst>
              <p:ext uri="{D42A27DB-BD31-4B8C-83A1-F6EECF244321}">
                <p14:modId xmlns:p14="http://schemas.microsoft.com/office/powerpoint/2010/main" val="2670813078"/>
              </p:ext>
            </p:extLst>
          </p:nvPr>
        </p:nvGraphicFramePr>
        <p:xfrm>
          <a:off x="1875960" y="2629800"/>
          <a:ext cx="8439840" cy="2734560"/>
        </p:xfrm>
        <a:graphic>
          <a:graphicData uri="http://schemas.openxmlformats.org/drawingml/2006/table">
            <a:tbl>
              <a:tblPr/>
              <a:tblGrid>
                <a:gridCol w="2109960">
                  <a:extLst>
                    <a:ext uri="{9D8B030D-6E8A-4147-A177-3AD203B41FA5}">
                      <a16:colId xmlns:a16="http://schemas.microsoft.com/office/drawing/2014/main" val="20000"/>
                    </a:ext>
                  </a:extLst>
                </a:gridCol>
                <a:gridCol w="2109960">
                  <a:extLst>
                    <a:ext uri="{9D8B030D-6E8A-4147-A177-3AD203B41FA5}">
                      <a16:colId xmlns:a16="http://schemas.microsoft.com/office/drawing/2014/main" val="20001"/>
                    </a:ext>
                  </a:extLst>
                </a:gridCol>
                <a:gridCol w="2109960">
                  <a:extLst>
                    <a:ext uri="{9D8B030D-6E8A-4147-A177-3AD203B41FA5}">
                      <a16:colId xmlns:a16="http://schemas.microsoft.com/office/drawing/2014/main" val="20002"/>
                    </a:ext>
                  </a:extLst>
                </a:gridCol>
                <a:gridCol w="2109960">
                  <a:extLst>
                    <a:ext uri="{9D8B030D-6E8A-4147-A177-3AD203B41FA5}">
                      <a16:colId xmlns:a16="http://schemas.microsoft.com/office/drawing/2014/main" val="20003"/>
                    </a:ext>
                  </a:extLst>
                </a:gridCol>
              </a:tblGrid>
              <a:tr h="491040">
                <a:tc>
                  <a:txBody>
                    <a:bodyPr/>
                    <a:lstStyle/>
                    <a:p>
                      <a:pPr algn="ctr">
                        <a:lnSpc>
                          <a:spcPts val="1891"/>
                        </a:lnSpc>
                        <a:spcBef>
                          <a:spcPts val="601"/>
                        </a:spcBef>
                      </a:pPr>
                      <a:r>
                        <a:rPr lang="en-US" sz="2400" b="1" u="none" strike="noStrike" dirty="0">
                          <a:solidFill>
                            <a:schemeClr val="lt2"/>
                          </a:solidFill>
                          <a:effectLst/>
                          <a:uFillTx/>
                          <a:latin typeface="Arial"/>
                          <a:ea typeface="Arial"/>
                        </a:rPr>
                        <a:t>Board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891"/>
                        </a:lnSpc>
                        <a:spcBef>
                          <a:spcPts val="601"/>
                        </a:spcBef>
                      </a:pPr>
                      <a:r>
                        <a:rPr lang="en-US" sz="2400" b="1" u="none" strike="noStrike" dirty="0">
                          <a:solidFill>
                            <a:schemeClr val="lt2"/>
                          </a:solidFill>
                          <a:effectLst/>
                          <a:uFillTx/>
                          <a:latin typeface="Arial"/>
                          <a:ea typeface="Arial"/>
                        </a:rPr>
                        <a:t>Train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891"/>
                        </a:lnSpc>
                        <a:spcBef>
                          <a:spcPts val="601"/>
                        </a:spcBef>
                      </a:pPr>
                      <a:r>
                        <a:rPr lang="en-US" sz="2400" b="1" u="none" strike="noStrike">
                          <a:solidFill>
                            <a:schemeClr val="lt2"/>
                          </a:solidFill>
                          <a:effectLst/>
                          <a:uFillTx/>
                          <a:latin typeface="Arial"/>
                          <a:ea typeface="Arial"/>
                        </a:rPr>
                        <a:t>Validation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891"/>
                        </a:lnSpc>
                        <a:spcBef>
                          <a:spcPts val="601"/>
                        </a:spcBef>
                      </a:pPr>
                      <a:r>
                        <a:rPr lang="en-US" sz="2400" b="1" u="none" strike="noStrike">
                          <a:solidFill>
                            <a:schemeClr val="lt2"/>
                          </a:solidFill>
                          <a:effectLst/>
                          <a:uFillTx/>
                          <a:latin typeface="Arial"/>
                          <a:ea typeface="Arial"/>
                        </a:rPr>
                        <a:t>Test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extLst>
                  <a:ext uri="{0D108BD9-81ED-4DB2-BD59-A6C34878D82A}">
                    <a16:rowId xmlns:a16="http://schemas.microsoft.com/office/drawing/2014/main" val="10000"/>
                  </a:ext>
                </a:extLst>
              </a:tr>
              <a:tr h="876240">
                <a:tc>
                  <a:txBody>
                    <a:bodyPr/>
                    <a:lstStyle/>
                    <a:p>
                      <a:pPr algn="ctr">
                        <a:lnSpc>
                          <a:spcPts val="1891"/>
                        </a:lnSpc>
                        <a:spcBef>
                          <a:spcPts val="601"/>
                        </a:spcBef>
                      </a:pPr>
                      <a:r>
                        <a:rPr lang="en" sz="2400" b="0" u="none" strike="noStrike" dirty="0">
                          <a:solidFill>
                            <a:schemeClr val="lt2"/>
                          </a:solidFill>
                          <a:effectLst/>
                          <a:uFillTx/>
                          <a:latin typeface="Arial"/>
                          <a:ea typeface="Arial"/>
                        </a:rPr>
                        <a:t>COM16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250</a:t>
                      </a:r>
                      <a:endParaRPr lang="en-US" sz="2400" b="0" u="none" strike="noStrike" dirty="0">
                        <a:solidFill>
                          <a:srgbClr val="000000"/>
                        </a:solidFill>
                        <a:effectLst/>
                        <a:uFillTx/>
                        <a:latin typeface="Arial"/>
                      </a:endParaRPr>
                    </a:p>
                    <a:p>
                      <a:pPr algn="ctr">
                        <a:lnSpc>
                          <a:spcPts val="1891"/>
                        </a:lnSpc>
                        <a:spcBef>
                          <a:spcPts val="601"/>
                        </a:spcBef>
                      </a:pPr>
                      <a:r>
                        <a:rPr lang="en" sz="2400" b="0" u="none" strike="noStrike" dirty="0">
                          <a:solidFill>
                            <a:schemeClr val="lt2"/>
                          </a:solidFill>
                          <a:effectLst/>
                          <a:uFillTx/>
                          <a:latin typeface="Arial"/>
                          <a:ea typeface="Arial"/>
                        </a:rPr>
                        <a:t> (55.55%</a:t>
                      </a:r>
                      <a:r>
                        <a:rPr lang="en" sz="2400" b="0" u="none" strike="noStrike" dirty="0">
                          <a:solidFill>
                            <a:schemeClr val="lt2"/>
                          </a:solidFill>
                          <a:effectLst/>
                          <a:uFillTx/>
                          <a:latin typeface="Arial"/>
                          <a:ea typeface="Open Sans"/>
                        </a:rPr>
                        <a:t>)</a:t>
                      </a:r>
                      <a:r>
                        <a:rPr lang="en" sz="2400" b="0" u="none" strike="noStrike" dirty="0">
                          <a:solidFill>
                            <a:schemeClr val="lt2"/>
                          </a:solidFill>
                          <a:effectLst/>
                          <a:uFillTx/>
                          <a:latin typeface="Arial"/>
                          <a:ea typeface="Arial"/>
                        </a:rPr>
                        <a:t>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100</a:t>
                      </a:r>
                      <a:endParaRPr lang="en-US" sz="2400" b="0" u="none" strike="noStrike" dirty="0">
                        <a:solidFill>
                          <a:srgbClr val="000000"/>
                        </a:solidFill>
                        <a:effectLst/>
                        <a:uFillTx/>
                        <a:latin typeface="Arial"/>
                      </a:endParaRPr>
                    </a:p>
                    <a:p>
                      <a:pPr algn="ctr">
                        <a:lnSpc>
                          <a:spcPts val="1891"/>
                        </a:lnSpc>
                        <a:spcBef>
                          <a:spcPts val="601"/>
                        </a:spcBef>
                      </a:pPr>
                      <a:r>
                        <a:rPr lang="en" sz="2400" b="0" u="none" strike="noStrike" dirty="0">
                          <a:solidFill>
                            <a:schemeClr val="lt2"/>
                          </a:solidFill>
                          <a:effectLst/>
                          <a:uFillTx/>
                          <a:latin typeface="Arial"/>
                          <a:ea typeface="Arial"/>
                        </a:rPr>
                        <a:t> (22.22%)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100 </a:t>
                      </a:r>
                      <a:endParaRPr lang="en-US" sz="2400" b="0" u="none" strike="noStrike" dirty="0">
                        <a:solidFill>
                          <a:srgbClr val="000000"/>
                        </a:solidFill>
                        <a:effectLst/>
                        <a:uFillTx/>
                        <a:latin typeface="Arial"/>
                      </a:endParaRPr>
                    </a:p>
                    <a:p>
                      <a:pPr algn="ctr">
                        <a:lnSpc>
                          <a:spcPts val="1891"/>
                        </a:lnSpc>
                        <a:spcBef>
                          <a:spcPts val="601"/>
                        </a:spcBef>
                      </a:pPr>
                      <a:r>
                        <a:rPr lang="en" sz="2400" b="0" u="none" strike="noStrike" dirty="0">
                          <a:solidFill>
                            <a:schemeClr val="lt2"/>
                          </a:solidFill>
                          <a:effectLst/>
                          <a:uFillTx/>
                          <a:latin typeface="Arial"/>
                          <a:ea typeface="Arial"/>
                        </a:rPr>
                        <a:t>(22.22%)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extLst>
                  <a:ext uri="{0D108BD9-81ED-4DB2-BD59-A6C34878D82A}">
                    <a16:rowId xmlns:a16="http://schemas.microsoft.com/office/drawing/2014/main" val="10001"/>
                  </a:ext>
                </a:extLst>
              </a:tr>
              <a:tr h="876240">
                <a:tc>
                  <a:txBody>
                    <a:bodyPr/>
                    <a:lstStyle/>
                    <a:p>
                      <a:pPr algn="ctr">
                        <a:lnSpc>
                          <a:spcPts val="1891"/>
                        </a:lnSpc>
                        <a:spcBef>
                          <a:spcPts val="601"/>
                        </a:spcBef>
                      </a:pPr>
                      <a:r>
                        <a:rPr lang="en" sz="2400" b="0" u="none" strike="noStrike" dirty="0">
                          <a:solidFill>
                            <a:schemeClr val="lt2"/>
                          </a:solidFill>
                          <a:effectLst/>
                          <a:uFillTx/>
                          <a:latin typeface="Arial"/>
                          <a:ea typeface="Arial"/>
                        </a:rPr>
                        <a:t>COM21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250</a:t>
                      </a:r>
                      <a:endParaRPr lang="en-US" sz="2400" b="0" u="none" strike="noStrike" dirty="0">
                        <a:solidFill>
                          <a:srgbClr val="000000"/>
                        </a:solidFill>
                        <a:effectLst/>
                        <a:uFillTx/>
                        <a:latin typeface="Arial"/>
                      </a:endParaRPr>
                    </a:p>
                    <a:p>
                      <a:pPr algn="ctr">
                        <a:lnSpc>
                          <a:spcPts val="1891"/>
                        </a:lnSpc>
                        <a:spcBef>
                          <a:spcPts val="601"/>
                        </a:spcBef>
                      </a:pPr>
                      <a:r>
                        <a:rPr lang="en" sz="2400" b="0" u="none" strike="noStrike" dirty="0">
                          <a:solidFill>
                            <a:schemeClr val="lt2"/>
                          </a:solidFill>
                          <a:effectLst/>
                          <a:uFillTx/>
                          <a:latin typeface="Arial"/>
                          <a:ea typeface="Arial"/>
                        </a:rPr>
                        <a:t> (55.55%)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100</a:t>
                      </a:r>
                      <a:endParaRPr lang="en-US" sz="2400" b="0" u="none" strike="noStrike" dirty="0">
                        <a:solidFill>
                          <a:srgbClr val="000000"/>
                        </a:solidFill>
                        <a:effectLst/>
                        <a:uFillTx/>
                        <a:latin typeface="Arial"/>
                      </a:endParaRPr>
                    </a:p>
                    <a:p>
                      <a:pPr algn="ctr">
                        <a:lnSpc>
                          <a:spcPts val="1891"/>
                        </a:lnSpc>
                        <a:spcBef>
                          <a:spcPts val="601"/>
                        </a:spcBef>
                      </a:pPr>
                      <a:r>
                        <a:rPr lang="en" sz="2400" b="0" u="none" strike="noStrike" dirty="0">
                          <a:solidFill>
                            <a:schemeClr val="lt2"/>
                          </a:solidFill>
                          <a:effectLst/>
                          <a:uFillTx/>
                          <a:latin typeface="Arial"/>
                          <a:ea typeface="Arial"/>
                        </a:rPr>
                        <a:t> (22.22%)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100</a:t>
                      </a:r>
                      <a:endParaRPr lang="en-US" sz="2400" b="0" u="none" strike="noStrike" dirty="0">
                        <a:solidFill>
                          <a:srgbClr val="000000"/>
                        </a:solidFill>
                        <a:effectLst/>
                        <a:uFillTx/>
                        <a:latin typeface="Arial"/>
                      </a:endParaRPr>
                    </a:p>
                    <a:p>
                      <a:pPr algn="ctr">
                        <a:lnSpc>
                          <a:spcPts val="1891"/>
                        </a:lnSpc>
                        <a:spcBef>
                          <a:spcPts val="601"/>
                        </a:spcBef>
                      </a:pPr>
                      <a:r>
                        <a:rPr lang="en" sz="2400" b="0" u="none" strike="noStrike" dirty="0">
                          <a:solidFill>
                            <a:schemeClr val="lt2"/>
                          </a:solidFill>
                          <a:effectLst/>
                          <a:uFillTx/>
                          <a:latin typeface="Arial"/>
                          <a:ea typeface="Arial"/>
                        </a:rPr>
                        <a:t> (22.22%)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extLst>
                  <a:ext uri="{0D108BD9-81ED-4DB2-BD59-A6C34878D82A}">
                    <a16:rowId xmlns:a16="http://schemas.microsoft.com/office/drawing/2014/main" val="10002"/>
                  </a:ext>
                </a:extLst>
              </a:tr>
              <a:tr h="491040">
                <a:tc>
                  <a:txBody>
                    <a:bodyPr/>
                    <a:lstStyle/>
                    <a:p>
                      <a:pPr algn="ctr">
                        <a:lnSpc>
                          <a:spcPts val="1891"/>
                        </a:lnSpc>
                        <a:spcBef>
                          <a:spcPts val="601"/>
                        </a:spcBef>
                      </a:pPr>
                      <a:r>
                        <a:rPr lang="en-US" sz="2400" b="0" u="none" strike="noStrike">
                          <a:solidFill>
                            <a:schemeClr val="lt2"/>
                          </a:solidFill>
                          <a:effectLst/>
                          <a:uFillTx/>
                          <a:latin typeface="Arial"/>
                          <a:ea typeface="Arial"/>
                        </a:rPr>
                        <a:t>total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1000 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400 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891"/>
                        </a:lnSpc>
                        <a:spcBef>
                          <a:spcPts val="601"/>
                        </a:spcBef>
                      </a:pPr>
                      <a:r>
                        <a:rPr lang="en" sz="2400" b="0" u="none" strike="noStrike" dirty="0">
                          <a:solidFill>
                            <a:srgbClr val="FF0000"/>
                          </a:solidFill>
                          <a:effectLst/>
                          <a:uFillTx/>
                          <a:latin typeface="Arial"/>
                          <a:ea typeface="Arial"/>
                        </a:rPr>
                        <a:t>200</a:t>
                      </a:r>
                      <a:r>
                        <a:rPr lang="en" sz="2400" b="0" u="none" strike="noStrike" dirty="0">
                          <a:solidFill>
                            <a:schemeClr val="lt2"/>
                          </a:solidFill>
                          <a:effectLst/>
                          <a:uFillTx/>
                          <a:latin typeface="Arial"/>
                          <a:ea typeface="Arial"/>
                        </a:rPr>
                        <a:t>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extLst>
                  <a:ext uri="{0D108BD9-81ED-4DB2-BD59-A6C34878D82A}">
                    <a16:rowId xmlns:a16="http://schemas.microsoft.com/office/drawing/2014/main" val="10003"/>
                  </a:ext>
                </a:extLst>
              </a:tr>
            </a:tbl>
          </a:graphicData>
        </a:graphic>
      </p:graphicFrame>
      <p:sp>
        <p:nvSpPr>
          <p:cNvPr id="248" name="TextBox 2">
            <a:extLst>
              <a:ext uri="{FF2B5EF4-FFF2-40B4-BE49-F238E27FC236}">
                <a16:creationId xmlns:a16="http://schemas.microsoft.com/office/drawing/2014/main" id="{3E652828-5151-D7C5-B264-A9EF80366F29}"/>
              </a:ext>
            </a:extLst>
          </p:cNvPr>
          <p:cNvSpPr/>
          <p:nvPr/>
        </p:nvSpPr>
        <p:spPr>
          <a:xfrm>
            <a:off x="4638240" y="1937520"/>
            <a:ext cx="3609648" cy="46021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US" sz="2400" b="1" u="none" strike="noStrike" dirty="0">
                <a:solidFill>
                  <a:schemeClr val="lt2"/>
                </a:solidFill>
                <a:effectLst/>
                <a:uFillTx/>
                <a:latin typeface="Arial"/>
                <a:ea typeface="Arial"/>
              </a:rPr>
              <a:t>Samples Per Device</a:t>
            </a:r>
            <a:endParaRPr lang="en-US" sz="2400" b="0" u="none" strike="noStrike" dirty="0">
              <a:solidFill>
                <a:srgbClr val="000000"/>
              </a:solidFill>
              <a:effectLst/>
              <a:uFillTx/>
              <a:latin typeface="Arial"/>
            </a:endParaRPr>
          </a:p>
        </p:txBody>
      </p:sp>
      <p:sp>
        <p:nvSpPr>
          <p:cNvPr id="2" name="TextBox 1">
            <a:extLst>
              <a:ext uri="{FF2B5EF4-FFF2-40B4-BE49-F238E27FC236}">
                <a16:creationId xmlns:a16="http://schemas.microsoft.com/office/drawing/2014/main" id="{388448C5-F29C-147F-6D5E-56C1178C3597}"/>
              </a:ext>
            </a:extLst>
          </p:cNvPr>
          <p:cNvSpPr txBox="1"/>
          <p:nvPr/>
        </p:nvSpPr>
        <p:spPr>
          <a:xfrm>
            <a:off x="8477856" y="5513832"/>
            <a:ext cx="1837944" cy="646331"/>
          </a:xfrm>
          <a:prstGeom prst="rect">
            <a:avLst/>
          </a:prstGeom>
          <a:noFill/>
        </p:spPr>
        <p:txBody>
          <a:bodyPr wrap="square" rtlCol="0">
            <a:spAutoFit/>
          </a:bodyPr>
          <a:lstStyle/>
          <a:p>
            <a:r>
              <a:rPr lang="en-US" dirty="0"/>
              <a:t>Shared global test set</a:t>
            </a:r>
            <a:endParaRPr lang="en-SE" dirty="0"/>
          </a:p>
        </p:txBody>
      </p:sp>
    </p:spTree>
    <p:extLst>
      <p:ext uri="{BB962C8B-B14F-4D97-AF65-F5344CB8AC3E}">
        <p14:creationId xmlns:p14="http://schemas.microsoft.com/office/powerpoint/2010/main" val="21393530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9E2DA-B4F8-7173-0984-27C42F56026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D9D1FA2-27B1-E0F6-1929-259FEA327BA9}"/>
              </a:ext>
            </a:extLst>
          </p:cNvPr>
          <p:cNvSpPr>
            <a:spLocks noGrp="1"/>
          </p:cNvSpPr>
          <p:nvPr>
            <p:ph type="title"/>
          </p:nvPr>
        </p:nvSpPr>
        <p:spPr>
          <a:xfrm>
            <a:off x="336816" y="200448"/>
            <a:ext cx="11265120" cy="549360"/>
          </a:xfrm>
        </p:spPr>
        <p:txBody>
          <a:bodyPr/>
          <a:lstStyle/>
          <a:p>
            <a:pPr marL="0" indent="0">
              <a:buNone/>
            </a:pPr>
            <a:r>
              <a:rPr lang="en-US" sz="4000" dirty="0"/>
              <a:t>BP Results - Epochs</a:t>
            </a:r>
            <a:endParaRPr lang="en-SE" sz="4000" dirty="0"/>
          </a:p>
        </p:txBody>
      </p:sp>
      <p:pic>
        <p:nvPicPr>
          <p:cNvPr id="4" name="Picture 3">
            <a:extLst>
              <a:ext uri="{FF2B5EF4-FFF2-40B4-BE49-F238E27FC236}">
                <a16:creationId xmlns:a16="http://schemas.microsoft.com/office/drawing/2014/main" id="{575B5639-F531-B623-A888-43F17FFC58B1}"/>
              </a:ext>
            </a:extLst>
          </p:cNvPr>
          <p:cNvPicPr>
            <a:picLocks noChangeAspect="1"/>
          </p:cNvPicPr>
          <p:nvPr/>
        </p:nvPicPr>
        <p:blipFill>
          <a:blip r:embed="rId2"/>
          <a:stretch>
            <a:fillRect/>
          </a:stretch>
        </p:blipFill>
        <p:spPr>
          <a:xfrm>
            <a:off x="91439" y="1983686"/>
            <a:ext cx="5774959" cy="3720275"/>
          </a:xfrm>
          <a:prstGeom prst="rect">
            <a:avLst/>
          </a:prstGeom>
        </p:spPr>
      </p:pic>
      <p:pic>
        <p:nvPicPr>
          <p:cNvPr id="8" name="Picture 7">
            <a:extLst>
              <a:ext uri="{FF2B5EF4-FFF2-40B4-BE49-F238E27FC236}">
                <a16:creationId xmlns:a16="http://schemas.microsoft.com/office/drawing/2014/main" id="{9181A30E-2660-C1DE-75AA-5D3047C7582B}"/>
              </a:ext>
            </a:extLst>
          </p:cNvPr>
          <p:cNvPicPr>
            <a:picLocks noChangeAspect="1"/>
          </p:cNvPicPr>
          <p:nvPr/>
        </p:nvPicPr>
        <p:blipFill>
          <a:blip r:embed="rId3"/>
          <a:stretch>
            <a:fillRect/>
          </a:stretch>
        </p:blipFill>
        <p:spPr>
          <a:xfrm>
            <a:off x="6245352" y="1983688"/>
            <a:ext cx="5774957" cy="3720274"/>
          </a:xfrm>
          <a:prstGeom prst="rect">
            <a:avLst/>
          </a:prstGeom>
        </p:spPr>
      </p:pic>
    </p:spTree>
    <p:extLst>
      <p:ext uri="{BB962C8B-B14F-4D97-AF65-F5344CB8AC3E}">
        <p14:creationId xmlns:p14="http://schemas.microsoft.com/office/powerpoint/2010/main" val="29726129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656D5-B213-FF62-8B3C-F749A0062A61}"/>
            </a:ext>
          </a:extLst>
        </p:cNvPr>
        <p:cNvGrpSpPr/>
        <p:nvPr/>
      </p:nvGrpSpPr>
      <p:grpSpPr>
        <a:xfrm>
          <a:off x="0" y="0"/>
          <a:ext cx="0" cy="0"/>
          <a:chOff x="0" y="0"/>
          <a:chExt cx="0" cy="0"/>
        </a:xfrm>
      </p:grpSpPr>
      <p:sp>
        <p:nvSpPr>
          <p:cNvPr id="4" name="Title 2">
            <a:extLst>
              <a:ext uri="{FF2B5EF4-FFF2-40B4-BE49-F238E27FC236}">
                <a16:creationId xmlns:a16="http://schemas.microsoft.com/office/drawing/2014/main" id="{4AD6C425-CBA9-6404-FA48-2A6769838E49}"/>
              </a:ext>
            </a:extLst>
          </p:cNvPr>
          <p:cNvSpPr>
            <a:spLocks noGrp="1"/>
          </p:cNvSpPr>
          <p:nvPr>
            <p:ph type="title"/>
          </p:nvPr>
        </p:nvSpPr>
        <p:spPr>
          <a:xfrm>
            <a:off x="533160" y="182520"/>
            <a:ext cx="10324800" cy="831240"/>
          </a:xfrm>
        </p:spPr>
        <p:txBody>
          <a:bodyPr/>
          <a:lstStyle/>
          <a:p>
            <a:pPr marL="0" indent="0">
              <a:buNone/>
            </a:pPr>
            <a:r>
              <a:rPr lang="en-US" sz="4800" dirty="0"/>
              <a:t>BP Results - Rounds</a:t>
            </a:r>
            <a:endParaRPr lang="en-SE" sz="4800" dirty="0"/>
          </a:p>
        </p:txBody>
      </p:sp>
      <p:pic>
        <p:nvPicPr>
          <p:cNvPr id="3" name="Picture 2">
            <a:extLst>
              <a:ext uri="{FF2B5EF4-FFF2-40B4-BE49-F238E27FC236}">
                <a16:creationId xmlns:a16="http://schemas.microsoft.com/office/drawing/2014/main" id="{85318FE2-52C6-E722-6530-2249DAEF0747}"/>
              </a:ext>
            </a:extLst>
          </p:cNvPr>
          <p:cNvPicPr>
            <a:picLocks noChangeAspect="1"/>
          </p:cNvPicPr>
          <p:nvPr/>
        </p:nvPicPr>
        <p:blipFill>
          <a:blip r:embed="rId2"/>
          <a:stretch>
            <a:fillRect/>
          </a:stretch>
        </p:blipFill>
        <p:spPr>
          <a:xfrm>
            <a:off x="4953449" y="1650354"/>
            <a:ext cx="7052922" cy="4543549"/>
          </a:xfrm>
          <a:prstGeom prst="rect">
            <a:avLst/>
          </a:prstGeom>
        </p:spPr>
      </p:pic>
      <p:pic>
        <p:nvPicPr>
          <p:cNvPr id="6" name="Picture 5">
            <a:extLst>
              <a:ext uri="{FF2B5EF4-FFF2-40B4-BE49-F238E27FC236}">
                <a16:creationId xmlns:a16="http://schemas.microsoft.com/office/drawing/2014/main" id="{B302905A-F585-515C-6B5A-F1A687825C24}"/>
              </a:ext>
            </a:extLst>
          </p:cNvPr>
          <p:cNvPicPr>
            <a:picLocks noChangeAspect="1"/>
          </p:cNvPicPr>
          <p:nvPr/>
        </p:nvPicPr>
        <p:blipFill>
          <a:blip r:embed="rId3"/>
          <a:stretch>
            <a:fillRect/>
          </a:stretch>
        </p:blipFill>
        <p:spPr>
          <a:xfrm>
            <a:off x="697504" y="3922128"/>
            <a:ext cx="3545121" cy="2832345"/>
          </a:xfrm>
          <a:prstGeom prst="rect">
            <a:avLst/>
          </a:prstGeom>
        </p:spPr>
      </p:pic>
      <p:pic>
        <p:nvPicPr>
          <p:cNvPr id="8" name="Picture 7">
            <a:extLst>
              <a:ext uri="{FF2B5EF4-FFF2-40B4-BE49-F238E27FC236}">
                <a16:creationId xmlns:a16="http://schemas.microsoft.com/office/drawing/2014/main" id="{E38470E1-8091-6B24-84B1-BB5985B505A2}"/>
              </a:ext>
            </a:extLst>
          </p:cNvPr>
          <p:cNvPicPr>
            <a:picLocks noChangeAspect="1"/>
          </p:cNvPicPr>
          <p:nvPr/>
        </p:nvPicPr>
        <p:blipFill>
          <a:blip r:embed="rId4"/>
          <a:stretch>
            <a:fillRect/>
          </a:stretch>
        </p:blipFill>
        <p:spPr>
          <a:xfrm>
            <a:off x="992390" y="1142674"/>
            <a:ext cx="3101073" cy="2650540"/>
          </a:xfrm>
          <a:prstGeom prst="rect">
            <a:avLst/>
          </a:prstGeom>
        </p:spPr>
      </p:pic>
    </p:spTree>
    <p:extLst>
      <p:ext uri="{BB962C8B-B14F-4D97-AF65-F5344CB8AC3E}">
        <p14:creationId xmlns:p14="http://schemas.microsoft.com/office/powerpoint/2010/main" val="17527993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A58F555-891A-8B58-58C2-ECF01F2D6CE4}"/>
              </a:ext>
            </a:extLst>
          </p:cNvPr>
          <p:cNvSpPr>
            <a:spLocks noGrp="1"/>
          </p:cNvSpPr>
          <p:nvPr>
            <p:ph type="title"/>
          </p:nvPr>
        </p:nvSpPr>
        <p:spPr/>
        <p:txBody>
          <a:bodyPr/>
          <a:lstStyle/>
          <a:p>
            <a:r>
              <a:rPr lang="en-US" dirty="0"/>
              <a:t>FF Results - Epochs</a:t>
            </a:r>
            <a:endParaRPr lang="en-SE" dirty="0"/>
          </a:p>
        </p:txBody>
      </p:sp>
      <p:pic>
        <p:nvPicPr>
          <p:cNvPr id="5" name="Picture 4">
            <a:extLst>
              <a:ext uri="{FF2B5EF4-FFF2-40B4-BE49-F238E27FC236}">
                <a16:creationId xmlns:a16="http://schemas.microsoft.com/office/drawing/2014/main" id="{55925FED-D036-36BF-AA95-906907298283}"/>
              </a:ext>
            </a:extLst>
          </p:cNvPr>
          <p:cNvPicPr>
            <a:picLocks noChangeAspect="1"/>
          </p:cNvPicPr>
          <p:nvPr/>
        </p:nvPicPr>
        <p:blipFill>
          <a:blip r:embed="rId2"/>
          <a:stretch>
            <a:fillRect/>
          </a:stretch>
        </p:blipFill>
        <p:spPr>
          <a:xfrm>
            <a:off x="272808" y="1621542"/>
            <a:ext cx="5938143" cy="3825399"/>
          </a:xfrm>
          <a:prstGeom prst="rect">
            <a:avLst/>
          </a:prstGeom>
        </p:spPr>
      </p:pic>
      <p:pic>
        <p:nvPicPr>
          <p:cNvPr id="7" name="Picture 6">
            <a:extLst>
              <a:ext uri="{FF2B5EF4-FFF2-40B4-BE49-F238E27FC236}">
                <a16:creationId xmlns:a16="http://schemas.microsoft.com/office/drawing/2014/main" id="{52F30F56-191D-9821-BD18-AAEA5F40C7EC}"/>
              </a:ext>
            </a:extLst>
          </p:cNvPr>
          <p:cNvPicPr>
            <a:picLocks noChangeAspect="1"/>
          </p:cNvPicPr>
          <p:nvPr/>
        </p:nvPicPr>
        <p:blipFill>
          <a:blip r:embed="rId3"/>
          <a:stretch>
            <a:fillRect/>
          </a:stretch>
        </p:blipFill>
        <p:spPr>
          <a:xfrm>
            <a:off x="6096000" y="1621543"/>
            <a:ext cx="5910067" cy="3825400"/>
          </a:xfrm>
          <a:prstGeom prst="rect">
            <a:avLst/>
          </a:prstGeom>
        </p:spPr>
      </p:pic>
    </p:spTree>
    <p:extLst>
      <p:ext uri="{BB962C8B-B14F-4D97-AF65-F5344CB8AC3E}">
        <p14:creationId xmlns:p14="http://schemas.microsoft.com/office/powerpoint/2010/main" val="1941362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AFC71-FF99-C8DD-B986-F51AA21AAF7E}"/>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C1FA0F7B-DA4E-ED97-F955-A2174A746892}"/>
              </a:ext>
            </a:extLst>
          </p:cNvPr>
          <p:cNvPicPr>
            <a:picLocks noChangeAspect="1"/>
          </p:cNvPicPr>
          <p:nvPr/>
        </p:nvPicPr>
        <p:blipFill>
          <a:blip r:embed="rId2"/>
          <a:stretch>
            <a:fillRect/>
          </a:stretch>
        </p:blipFill>
        <p:spPr>
          <a:xfrm>
            <a:off x="1034190" y="1089784"/>
            <a:ext cx="3313782" cy="2832345"/>
          </a:xfrm>
          <a:prstGeom prst="rect">
            <a:avLst/>
          </a:prstGeom>
        </p:spPr>
      </p:pic>
      <p:pic>
        <p:nvPicPr>
          <p:cNvPr id="11" name="Picture 10">
            <a:extLst>
              <a:ext uri="{FF2B5EF4-FFF2-40B4-BE49-F238E27FC236}">
                <a16:creationId xmlns:a16="http://schemas.microsoft.com/office/drawing/2014/main" id="{10AF9C2D-BDC1-5503-1030-4F807AB5A614}"/>
              </a:ext>
            </a:extLst>
          </p:cNvPr>
          <p:cNvPicPr>
            <a:picLocks noChangeAspect="1"/>
          </p:cNvPicPr>
          <p:nvPr/>
        </p:nvPicPr>
        <p:blipFill>
          <a:blip r:embed="rId3"/>
          <a:stretch>
            <a:fillRect/>
          </a:stretch>
        </p:blipFill>
        <p:spPr>
          <a:xfrm>
            <a:off x="5235010" y="1805295"/>
            <a:ext cx="6571894" cy="4233667"/>
          </a:xfrm>
          <a:prstGeom prst="rect">
            <a:avLst/>
          </a:prstGeom>
        </p:spPr>
      </p:pic>
      <p:sp>
        <p:nvSpPr>
          <p:cNvPr id="4" name="Title 2">
            <a:extLst>
              <a:ext uri="{FF2B5EF4-FFF2-40B4-BE49-F238E27FC236}">
                <a16:creationId xmlns:a16="http://schemas.microsoft.com/office/drawing/2014/main" id="{391E0C33-24B0-4FAD-AB8C-9A55E249B2E1}"/>
              </a:ext>
            </a:extLst>
          </p:cNvPr>
          <p:cNvSpPr>
            <a:spLocks noGrp="1"/>
          </p:cNvSpPr>
          <p:nvPr>
            <p:ph type="title"/>
          </p:nvPr>
        </p:nvSpPr>
        <p:spPr>
          <a:xfrm>
            <a:off x="533160" y="182520"/>
            <a:ext cx="10324800" cy="831240"/>
          </a:xfrm>
        </p:spPr>
        <p:txBody>
          <a:bodyPr/>
          <a:lstStyle/>
          <a:p>
            <a:pPr marL="0" indent="0">
              <a:buNone/>
            </a:pPr>
            <a:r>
              <a:rPr lang="en-US" sz="4800" dirty="0"/>
              <a:t>FF Results - Rounds</a:t>
            </a:r>
            <a:endParaRPr lang="en-SE" sz="4800" dirty="0"/>
          </a:p>
        </p:txBody>
      </p:sp>
      <p:pic>
        <p:nvPicPr>
          <p:cNvPr id="12" name="Picture 11">
            <a:extLst>
              <a:ext uri="{FF2B5EF4-FFF2-40B4-BE49-F238E27FC236}">
                <a16:creationId xmlns:a16="http://schemas.microsoft.com/office/drawing/2014/main" id="{673C310D-DFD1-063B-9ABB-52CF28DE13BA}"/>
              </a:ext>
            </a:extLst>
          </p:cNvPr>
          <p:cNvPicPr>
            <a:picLocks noChangeAspect="1"/>
          </p:cNvPicPr>
          <p:nvPr/>
        </p:nvPicPr>
        <p:blipFill>
          <a:blip r:embed="rId4"/>
          <a:stretch>
            <a:fillRect/>
          </a:stretch>
        </p:blipFill>
        <p:spPr>
          <a:xfrm>
            <a:off x="965611" y="3984125"/>
            <a:ext cx="3450941" cy="2757101"/>
          </a:xfrm>
          <a:prstGeom prst="rect">
            <a:avLst/>
          </a:prstGeom>
        </p:spPr>
      </p:pic>
    </p:spTree>
    <p:extLst>
      <p:ext uri="{BB962C8B-B14F-4D97-AF65-F5344CB8AC3E}">
        <p14:creationId xmlns:p14="http://schemas.microsoft.com/office/powerpoint/2010/main" val="25497635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175BFD2-C6E3-5121-4DB2-C6BD2940073E}"/>
              </a:ext>
            </a:extLst>
          </p:cNvPr>
          <p:cNvSpPr>
            <a:spLocks noGrp="1"/>
          </p:cNvSpPr>
          <p:nvPr>
            <p:ph type="body"/>
          </p:nvPr>
        </p:nvSpPr>
        <p:spPr>
          <a:xfrm>
            <a:off x="1955304" y="1584000"/>
            <a:ext cx="3128760" cy="604224"/>
          </a:xfrm>
        </p:spPr>
        <p:txBody>
          <a:bodyPr/>
          <a:lstStyle/>
          <a:p>
            <a:pPr marL="0" indent="0">
              <a:buNone/>
            </a:pPr>
            <a:r>
              <a:rPr lang="en-US" dirty="0"/>
              <a:t>On-device training</a:t>
            </a:r>
            <a:endParaRPr lang="en-SE" dirty="0"/>
          </a:p>
        </p:txBody>
      </p:sp>
      <p:sp>
        <p:nvSpPr>
          <p:cNvPr id="3" name="Title 2">
            <a:extLst>
              <a:ext uri="{FF2B5EF4-FFF2-40B4-BE49-F238E27FC236}">
                <a16:creationId xmlns:a16="http://schemas.microsoft.com/office/drawing/2014/main" id="{C319D644-E68E-0808-53E3-59F2FCB3BF60}"/>
              </a:ext>
            </a:extLst>
          </p:cNvPr>
          <p:cNvSpPr>
            <a:spLocks noGrp="1"/>
          </p:cNvSpPr>
          <p:nvPr>
            <p:ph type="title"/>
          </p:nvPr>
        </p:nvSpPr>
        <p:spPr/>
        <p:txBody>
          <a:bodyPr/>
          <a:lstStyle/>
          <a:p>
            <a:r>
              <a:rPr lang="en-US" dirty="0"/>
              <a:t>Results</a:t>
            </a:r>
            <a:endParaRPr lang="en-SE" dirty="0"/>
          </a:p>
        </p:txBody>
      </p:sp>
      <p:graphicFrame>
        <p:nvGraphicFramePr>
          <p:cNvPr id="4" name="Table 4">
            <a:extLst>
              <a:ext uri="{FF2B5EF4-FFF2-40B4-BE49-F238E27FC236}">
                <a16:creationId xmlns:a16="http://schemas.microsoft.com/office/drawing/2014/main" id="{D63C16D0-492E-FFF2-B985-C233E299E120}"/>
              </a:ext>
            </a:extLst>
          </p:cNvPr>
          <p:cNvGraphicFramePr/>
          <p:nvPr>
            <p:extLst>
              <p:ext uri="{D42A27DB-BD31-4B8C-83A1-F6EECF244321}">
                <p14:modId xmlns:p14="http://schemas.microsoft.com/office/powerpoint/2010/main" val="1673878254"/>
              </p:ext>
            </p:extLst>
          </p:nvPr>
        </p:nvGraphicFramePr>
        <p:xfrm>
          <a:off x="391680" y="2229840"/>
          <a:ext cx="5326193" cy="3044160"/>
        </p:xfrm>
        <a:graphic>
          <a:graphicData uri="http://schemas.openxmlformats.org/drawingml/2006/table">
            <a:tbl>
              <a:tblPr/>
              <a:tblGrid>
                <a:gridCol w="1104892">
                  <a:extLst>
                    <a:ext uri="{9D8B030D-6E8A-4147-A177-3AD203B41FA5}">
                      <a16:colId xmlns:a16="http://schemas.microsoft.com/office/drawing/2014/main" val="20000"/>
                    </a:ext>
                  </a:extLst>
                </a:gridCol>
                <a:gridCol w="1558017">
                  <a:extLst>
                    <a:ext uri="{9D8B030D-6E8A-4147-A177-3AD203B41FA5}">
                      <a16:colId xmlns:a16="http://schemas.microsoft.com/office/drawing/2014/main" val="20001"/>
                    </a:ext>
                  </a:extLst>
                </a:gridCol>
                <a:gridCol w="1331642">
                  <a:extLst>
                    <a:ext uri="{9D8B030D-6E8A-4147-A177-3AD203B41FA5}">
                      <a16:colId xmlns:a16="http://schemas.microsoft.com/office/drawing/2014/main" val="20002"/>
                    </a:ext>
                  </a:extLst>
                </a:gridCol>
                <a:gridCol w="1331642">
                  <a:extLst>
                    <a:ext uri="{9D8B030D-6E8A-4147-A177-3AD203B41FA5}">
                      <a16:colId xmlns:a16="http://schemas.microsoft.com/office/drawing/2014/main" val="20003"/>
                    </a:ext>
                  </a:extLst>
                </a:gridCol>
              </a:tblGrid>
              <a:tr h="1069200">
                <a:tc>
                  <a:txBody>
                    <a:bodyPr/>
                    <a:lstStyle/>
                    <a:p>
                      <a:pPr algn="ctr">
                        <a:lnSpc>
                          <a:spcPts val="1709"/>
                        </a:lnSpc>
                        <a:spcBef>
                          <a:spcPts val="601"/>
                        </a:spcBef>
                      </a:pPr>
                      <a:r>
                        <a:rPr lang="en-US" sz="2400" b="1" u="none" strike="noStrike">
                          <a:solidFill>
                            <a:schemeClr val="lt2"/>
                          </a:solidFill>
                          <a:effectLst/>
                          <a:uFillTx/>
                          <a:latin typeface="Arial"/>
                          <a:ea typeface="Arial"/>
                        </a:rPr>
                        <a:t>Model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dirty="0">
                          <a:solidFill>
                            <a:schemeClr val="lt2"/>
                          </a:solidFill>
                          <a:effectLst/>
                          <a:uFillTx/>
                          <a:latin typeface="Arial"/>
                          <a:ea typeface="Arial"/>
                        </a:rPr>
                        <a:t>Accuracy</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F1</a:t>
                      </a:r>
                      <a:endParaRPr lang="en-US" sz="2400" b="0" u="none" strike="noStrike">
                        <a:solidFill>
                          <a:srgbClr val="000000"/>
                        </a:solidFill>
                        <a:effectLst/>
                        <a:uFillTx/>
                        <a:latin typeface="Arial"/>
                      </a:endParaRPr>
                    </a:p>
                    <a:p>
                      <a:pPr algn="ctr">
                        <a:lnSpc>
                          <a:spcPts val="1709"/>
                        </a:lnSpc>
                        <a:spcBef>
                          <a:spcPts val="601"/>
                        </a:spcBef>
                      </a:pPr>
                      <a:r>
                        <a:rPr lang="en-US" sz="2400" b="1" u="none" strike="noStrike">
                          <a:solidFill>
                            <a:schemeClr val="lt2"/>
                          </a:solidFill>
                          <a:effectLst/>
                          <a:uFillTx/>
                          <a:latin typeface="Arial"/>
                          <a:ea typeface="Arial"/>
                        </a:rPr>
                        <a:t> score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AUC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extLst>
                  <a:ext uri="{0D108BD9-81ED-4DB2-BD59-A6C34878D82A}">
                    <a16:rowId xmlns:a16="http://schemas.microsoft.com/office/drawing/2014/main" val="10000"/>
                  </a:ext>
                </a:extLst>
              </a:tr>
              <a:tr h="1184400">
                <a:tc>
                  <a:txBody>
                    <a:bodyPr/>
                    <a:lstStyle/>
                    <a:p>
                      <a:pPr algn="ctr">
                        <a:lnSpc>
                          <a:spcPts val="1709"/>
                        </a:lnSpc>
                        <a:spcBef>
                          <a:spcPts val="601"/>
                        </a:spcBef>
                      </a:pPr>
                      <a:r>
                        <a:rPr lang="en-US" sz="2400" b="1" u="none" strike="noStrike">
                          <a:solidFill>
                            <a:schemeClr val="lt2"/>
                          </a:solidFill>
                          <a:effectLst/>
                          <a:uFillTx/>
                          <a:latin typeface="Arial"/>
                          <a:ea typeface="Arial"/>
                        </a:rPr>
                        <a:t>BP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0.82 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0.80 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0.91 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extLst>
                  <a:ext uri="{0D108BD9-81ED-4DB2-BD59-A6C34878D82A}">
                    <a16:rowId xmlns:a16="http://schemas.microsoft.com/office/drawing/2014/main" val="10001"/>
                  </a:ext>
                </a:extLst>
              </a:tr>
              <a:tr h="790560">
                <a:tc>
                  <a:txBody>
                    <a:bodyPr/>
                    <a:lstStyle/>
                    <a:p>
                      <a:pPr algn="ctr">
                        <a:lnSpc>
                          <a:spcPts val="1709"/>
                        </a:lnSpc>
                        <a:spcBef>
                          <a:spcPts val="601"/>
                        </a:spcBef>
                      </a:pPr>
                      <a:r>
                        <a:rPr lang="en-US" sz="2400" b="1" u="none" strike="noStrike">
                          <a:solidFill>
                            <a:schemeClr val="lt2"/>
                          </a:solidFill>
                          <a:effectLst/>
                          <a:uFillTx/>
                          <a:latin typeface="Arial"/>
                          <a:ea typeface="Arial"/>
                        </a:rPr>
                        <a:t>FF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0.77 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0.74 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dirty="0">
                          <a:solidFill>
                            <a:schemeClr val="lt2"/>
                          </a:solidFill>
                          <a:effectLst/>
                          <a:uFillTx/>
                          <a:latin typeface="Arial"/>
                          <a:ea typeface="Arial"/>
                        </a:rPr>
                        <a:t>0.88 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extLst>
                  <a:ext uri="{0D108BD9-81ED-4DB2-BD59-A6C34878D82A}">
                    <a16:rowId xmlns:a16="http://schemas.microsoft.com/office/drawing/2014/main" val="10002"/>
                  </a:ext>
                </a:extLst>
              </a:tr>
            </a:tbl>
          </a:graphicData>
        </a:graphic>
      </p:graphicFrame>
      <p:graphicFrame>
        <p:nvGraphicFramePr>
          <p:cNvPr id="6" name="Table 4">
            <a:extLst>
              <a:ext uri="{FF2B5EF4-FFF2-40B4-BE49-F238E27FC236}">
                <a16:creationId xmlns:a16="http://schemas.microsoft.com/office/drawing/2014/main" id="{BEBBD789-5162-E21F-5355-E6C3207B2443}"/>
              </a:ext>
            </a:extLst>
          </p:cNvPr>
          <p:cNvGraphicFramePr/>
          <p:nvPr>
            <p:extLst>
              <p:ext uri="{D42A27DB-BD31-4B8C-83A1-F6EECF244321}">
                <p14:modId xmlns:p14="http://schemas.microsoft.com/office/powerpoint/2010/main" val="3497328736"/>
              </p:ext>
            </p:extLst>
          </p:nvPr>
        </p:nvGraphicFramePr>
        <p:xfrm>
          <a:off x="6204216" y="2229840"/>
          <a:ext cx="5326193" cy="3044160"/>
        </p:xfrm>
        <a:graphic>
          <a:graphicData uri="http://schemas.openxmlformats.org/drawingml/2006/table">
            <a:tbl>
              <a:tblPr/>
              <a:tblGrid>
                <a:gridCol w="1104892">
                  <a:extLst>
                    <a:ext uri="{9D8B030D-6E8A-4147-A177-3AD203B41FA5}">
                      <a16:colId xmlns:a16="http://schemas.microsoft.com/office/drawing/2014/main" val="20000"/>
                    </a:ext>
                  </a:extLst>
                </a:gridCol>
                <a:gridCol w="1558017">
                  <a:extLst>
                    <a:ext uri="{9D8B030D-6E8A-4147-A177-3AD203B41FA5}">
                      <a16:colId xmlns:a16="http://schemas.microsoft.com/office/drawing/2014/main" val="20001"/>
                    </a:ext>
                  </a:extLst>
                </a:gridCol>
                <a:gridCol w="1331642">
                  <a:extLst>
                    <a:ext uri="{9D8B030D-6E8A-4147-A177-3AD203B41FA5}">
                      <a16:colId xmlns:a16="http://schemas.microsoft.com/office/drawing/2014/main" val="20002"/>
                    </a:ext>
                  </a:extLst>
                </a:gridCol>
                <a:gridCol w="1331642">
                  <a:extLst>
                    <a:ext uri="{9D8B030D-6E8A-4147-A177-3AD203B41FA5}">
                      <a16:colId xmlns:a16="http://schemas.microsoft.com/office/drawing/2014/main" val="20003"/>
                    </a:ext>
                  </a:extLst>
                </a:gridCol>
              </a:tblGrid>
              <a:tr h="1069200">
                <a:tc>
                  <a:txBody>
                    <a:bodyPr/>
                    <a:lstStyle/>
                    <a:p>
                      <a:pPr algn="ctr">
                        <a:lnSpc>
                          <a:spcPts val="1709"/>
                        </a:lnSpc>
                        <a:spcBef>
                          <a:spcPts val="601"/>
                        </a:spcBef>
                      </a:pPr>
                      <a:r>
                        <a:rPr lang="en-US" sz="2400" b="1" u="none" strike="noStrike">
                          <a:solidFill>
                            <a:schemeClr val="lt2"/>
                          </a:solidFill>
                          <a:effectLst/>
                          <a:uFillTx/>
                          <a:latin typeface="Arial"/>
                          <a:ea typeface="Arial"/>
                        </a:rPr>
                        <a:t>Model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dirty="0">
                          <a:solidFill>
                            <a:schemeClr val="lt2"/>
                          </a:solidFill>
                          <a:effectLst/>
                          <a:uFillTx/>
                          <a:latin typeface="Arial"/>
                          <a:ea typeface="Arial"/>
                        </a:rPr>
                        <a:t>Accuracy</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F1</a:t>
                      </a:r>
                      <a:endParaRPr lang="en-US" sz="2400" b="0" u="none" strike="noStrike">
                        <a:solidFill>
                          <a:srgbClr val="000000"/>
                        </a:solidFill>
                        <a:effectLst/>
                        <a:uFillTx/>
                        <a:latin typeface="Arial"/>
                      </a:endParaRPr>
                    </a:p>
                    <a:p>
                      <a:pPr algn="ctr">
                        <a:lnSpc>
                          <a:spcPts val="1709"/>
                        </a:lnSpc>
                        <a:spcBef>
                          <a:spcPts val="601"/>
                        </a:spcBef>
                      </a:pPr>
                      <a:r>
                        <a:rPr lang="en-US" sz="2400" b="1" u="none" strike="noStrike">
                          <a:solidFill>
                            <a:schemeClr val="lt2"/>
                          </a:solidFill>
                          <a:effectLst/>
                          <a:uFillTx/>
                          <a:latin typeface="Arial"/>
                          <a:ea typeface="Arial"/>
                        </a:rPr>
                        <a:t> score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AUC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extLst>
                  <a:ext uri="{0D108BD9-81ED-4DB2-BD59-A6C34878D82A}">
                    <a16:rowId xmlns:a16="http://schemas.microsoft.com/office/drawing/2014/main" val="10000"/>
                  </a:ext>
                </a:extLst>
              </a:tr>
              <a:tr h="1184400">
                <a:tc>
                  <a:txBody>
                    <a:bodyPr/>
                    <a:lstStyle/>
                    <a:p>
                      <a:pPr algn="ctr">
                        <a:lnSpc>
                          <a:spcPts val="1709"/>
                        </a:lnSpc>
                        <a:spcBef>
                          <a:spcPts val="601"/>
                        </a:spcBef>
                      </a:pPr>
                      <a:r>
                        <a:rPr lang="en-US" sz="2400" b="1" u="none" strike="noStrike">
                          <a:solidFill>
                            <a:schemeClr val="lt2"/>
                          </a:solidFill>
                          <a:effectLst/>
                          <a:uFillTx/>
                          <a:latin typeface="Arial"/>
                          <a:ea typeface="Arial"/>
                        </a:rPr>
                        <a:t>BP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US" sz="2400" b="0" u="none" strike="noStrike" kern="1200" dirty="0">
                          <a:solidFill>
                            <a:schemeClr val="lt2"/>
                          </a:solidFill>
                          <a:effectLst/>
                          <a:uFillTx/>
                          <a:latin typeface="Arial"/>
                          <a:cs typeface="+mn-cs"/>
                        </a:rPr>
                        <a:t>0.72</a:t>
                      </a: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kern="1200" dirty="0">
                          <a:solidFill>
                            <a:schemeClr val="lt2"/>
                          </a:solidFill>
                          <a:effectLst/>
                          <a:uFillTx/>
                          <a:latin typeface="Arial"/>
                          <a:ea typeface="Arial"/>
                          <a:cs typeface="+mn-cs"/>
                        </a:rPr>
                        <a:t>0.64 </a:t>
                      </a:r>
                      <a:endParaRPr lang="en-US" sz="2400" b="0" u="none" strike="noStrike" kern="1200" dirty="0">
                        <a:solidFill>
                          <a:schemeClr val="lt2"/>
                        </a:solidFill>
                        <a:effectLst/>
                        <a:uFillTx/>
                        <a:latin typeface="Arial"/>
                        <a:cs typeface="+mn-cs"/>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US" sz="2400" b="0" u="none" strike="noStrike" kern="1200" dirty="0">
                          <a:solidFill>
                            <a:schemeClr val="lt2"/>
                          </a:solidFill>
                          <a:effectLst/>
                          <a:uFillTx/>
                          <a:latin typeface="Arial"/>
                          <a:cs typeface="+mn-cs"/>
                        </a:rPr>
                        <a:t>0.83</a:t>
                      </a:r>
                    </a:p>
                  </a:txBody>
                  <a:tcPr anchor="ctr">
                    <a:lnL w="12240">
                      <a:noFill/>
                      <a:prstDash val="solid"/>
                    </a:lnL>
                    <a:lnR w="12240">
                      <a:noFill/>
                      <a:prstDash val="solid"/>
                    </a:lnR>
                    <a:lnT w="38160">
                      <a:solidFill>
                        <a:srgbClr val="9C6114"/>
                      </a:solidFill>
                      <a:prstDash val="solid"/>
                    </a:lnT>
                    <a:lnB w="38160">
                      <a:noFill/>
                      <a:prstDash val="solid"/>
                    </a:lnB>
                    <a:noFill/>
                  </a:tcPr>
                </a:tc>
                <a:extLst>
                  <a:ext uri="{0D108BD9-81ED-4DB2-BD59-A6C34878D82A}">
                    <a16:rowId xmlns:a16="http://schemas.microsoft.com/office/drawing/2014/main" val="10001"/>
                  </a:ext>
                </a:extLst>
              </a:tr>
              <a:tr h="790560">
                <a:tc>
                  <a:txBody>
                    <a:bodyPr/>
                    <a:lstStyle/>
                    <a:p>
                      <a:pPr algn="ctr">
                        <a:lnSpc>
                          <a:spcPts val="1709"/>
                        </a:lnSpc>
                        <a:spcBef>
                          <a:spcPts val="601"/>
                        </a:spcBef>
                      </a:pPr>
                      <a:r>
                        <a:rPr lang="en-US" sz="2400" b="1" u="none" strike="noStrike">
                          <a:solidFill>
                            <a:schemeClr val="lt2"/>
                          </a:solidFill>
                          <a:effectLst/>
                          <a:uFillTx/>
                          <a:latin typeface="Arial"/>
                          <a:ea typeface="Arial"/>
                        </a:rPr>
                        <a:t>FF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US" sz="2400" b="0" u="none" strike="noStrike" kern="1200" dirty="0">
                          <a:solidFill>
                            <a:schemeClr val="lt2"/>
                          </a:solidFill>
                          <a:effectLst/>
                          <a:uFillTx/>
                          <a:latin typeface="Arial"/>
                          <a:cs typeface="+mn-cs"/>
                        </a:rPr>
                        <a:t>0.54</a:t>
                      </a: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US" sz="2400" b="0" u="none" strike="noStrike" kern="1200" dirty="0">
                          <a:solidFill>
                            <a:schemeClr val="lt2"/>
                          </a:solidFill>
                          <a:effectLst/>
                          <a:uFillTx/>
                          <a:latin typeface="Arial"/>
                          <a:cs typeface="+mn-cs"/>
                        </a:rPr>
                        <a:t>0.32</a:t>
                      </a: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kern="1200" dirty="0">
                          <a:solidFill>
                            <a:schemeClr val="lt2"/>
                          </a:solidFill>
                          <a:effectLst/>
                          <a:uFillTx/>
                          <a:latin typeface="Arial"/>
                          <a:ea typeface="Arial"/>
                          <a:cs typeface="+mn-cs"/>
                        </a:rPr>
                        <a:t>0.36 </a:t>
                      </a:r>
                      <a:endParaRPr lang="en-US" sz="2400" b="0" u="none" strike="noStrike" kern="1200" dirty="0">
                        <a:solidFill>
                          <a:schemeClr val="lt2"/>
                        </a:solidFill>
                        <a:effectLst/>
                        <a:uFillTx/>
                        <a:latin typeface="Arial"/>
                        <a:cs typeface="+mn-cs"/>
                      </a:endParaRPr>
                    </a:p>
                  </a:txBody>
                  <a:tcPr anchor="ctr">
                    <a:lnL w="12240">
                      <a:noFill/>
                      <a:prstDash val="solid"/>
                    </a:lnL>
                    <a:lnR w="12240">
                      <a:noFill/>
                      <a:prstDash val="solid"/>
                    </a:lnR>
                    <a:lnT w="12240">
                      <a:noFill/>
                      <a:prstDash val="solid"/>
                    </a:lnT>
                    <a:lnB w="38160">
                      <a:solidFill>
                        <a:srgbClr val="9C6114"/>
                      </a:solidFill>
                      <a:prstDash val="solid"/>
                    </a:lnB>
                    <a:noFill/>
                  </a:tcPr>
                </a:tc>
                <a:extLst>
                  <a:ext uri="{0D108BD9-81ED-4DB2-BD59-A6C34878D82A}">
                    <a16:rowId xmlns:a16="http://schemas.microsoft.com/office/drawing/2014/main" val="10002"/>
                  </a:ext>
                </a:extLst>
              </a:tr>
            </a:tbl>
          </a:graphicData>
        </a:graphic>
      </p:graphicFrame>
      <p:sp>
        <p:nvSpPr>
          <p:cNvPr id="7" name="Text Placeholder 1">
            <a:extLst>
              <a:ext uri="{FF2B5EF4-FFF2-40B4-BE49-F238E27FC236}">
                <a16:creationId xmlns:a16="http://schemas.microsoft.com/office/drawing/2014/main" id="{C04EE06D-051E-5E80-1008-3A1770010DEE}"/>
              </a:ext>
            </a:extLst>
          </p:cNvPr>
          <p:cNvSpPr txBox="1">
            <a:spLocks/>
          </p:cNvSpPr>
          <p:nvPr/>
        </p:nvSpPr>
        <p:spPr>
          <a:xfrm>
            <a:off x="7528560" y="1625616"/>
            <a:ext cx="3197352" cy="604224"/>
          </a:xfrm>
          <a:prstGeom prst="rect">
            <a:avLst/>
          </a:prstGeom>
          <a:noFill/>
          <a:ln w="0">
            <a:noFill/>
          </a:ln>
        </p:spPr>
        <p:txBody>
          <a:bodyPr lIns="0" tIns="0" rIns="0" bIns="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Federated learning*</a:t>
            </a:r>
            <a:endParaRPr lang="en-SE" dirty="0"/>
          </a:p>
        </p:txBody>
      </p:sp>
      <p:sp>
        <p:nvSpPr>
          <p:cNvPr id="8" name="TextBox 7">
            <a:extLst>
              <a:ext uri="{FF2B5EF4-FFF2-40B4-BE49-F238E27FC236}">
                <a16:creationId xmlns:a16="http://schemas.microsoft.com/office/drawing/2014/main" id="{6771805D-62DF-7B2E-E33E-FC71A7D4EF3F}"/>
              </a:ext>
            </a:extLst>
          </p:cNvPr>
          <p:cNvSpPr txBox="1"/>
          <p:nvPr/>
        </p:nvSpPr>
        <p:spPr>
          <a:xfrm>
            <a:off x="2157984" y="6305414"/>
            <a:ext cx="7690104" cy="369332"/>
          </a:xfrm>
          <a:prstGeom prst="rect">
            <a:avLst/>
          </a:prstGeom>
          <a:noFill/>
        </p:spPr>
        <p:txBody>
          <a:bodyPr wrap="square" rtlCol="0">
            <a:spAutoFit/>
          </a:bodyPr>
          <a:lstStyle/>
          <a:p>
            <a:r>
              <a:rPr lang="en-US" dirty="0"/>
              <a:t>* Subset of whole dataset used for federated learning due to time limits</a:t>
            </a:r>
            <a:endParaRPr lang="en-SE" dirty="0"/>
          </a:p>
        </p:txBody>
      </p:sp>
    </p:spTree>
    <p:extLst>
      <p:ext uri="{BB962C8B-B14F-4D97-AF65-F5344CB8AC3E}">
        <p14:creationId xmlns:p14="http://schemas.microsoft.com/office/powerpoint/2010/main" val="16607055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4242F4B-9DE5-ACEA-DB8D-8561F6C0AD4F}"/>
              </a:ext>
            </a:extLst>
          </p:cNvPr>
          <p:cNvSpPr>
            <a:spLocks noGrp="1"/>
          </p:cNvSpPr>
          <p:nvPr>
            <p:ph type="body"/>
          </p:nvPr>
        </p:nvSpPr>
        <p:spPr/>
        <p:txBody>
          <a:bodyPr/>
          <a:lstStyle/>
          <a:p>
            <a:r>
              <a:rPr lang="en-US" dirty="0"/>
              <a:t>On-device learning on the STM32 is possible, although slow (&gt;1 day training)</a:t>
            </a:r>
          </a:p>
          <a:p>
            <a:r>
              <a:rPr lang="en-US" dirty="0"/>
              <a:t>A “simple” </a:t>
            </a:r>
            <a:r>
              <a:rPr lang="en-US" dirty="0" err="1"/>
              <a:t>downsampling</a:t>
            </a:r>
            <a:r>
              <a:rPr lang="en-US" dirty="0"/>
              <a:t> process can be used in lieu of FFT-based feature extraction</a:t>
            </a:r>
          </a:p>
          <a:p>
            <a:r>
              <a:rPr lang="en-US" dirty="0"/>
              <a:t>After 12 epochs, we can get 82% (BP) and 77% (FF) accuracy</a:t>
            </a:r>
          </a:p>
          <a:p>
            <a:r>
              <a:rPr lang="en-US" dirty="0"/>
              <a:t>After 6 rounds of 2 epochs, we can get reasonable accuracy of XX% and YY% via federated learning</a:t>
            </a:r>
          </a:p>
          <a:p>
            <a:r>
              <a:rPr lang="en-US" dirty="0"/>
              <a:t>Setting up BLE on the STM32 remains a challenge, instead, weights are sent via UART</a:t>
            </a:r>
          </a:p>
          <a:p>
            <a:r>
              <a:rPr lang="en-US" dirty="0"/>
              <a:t>Increasing dataset should improve FF federated learning metrics</a:t>
            </a:r>
          </a:p>
          <a:p>
            <a:endParaRPr lang="en-US" dirty="0"/>
          </a:p>
          <a:p>
            <a:endParaRPr lang="en-US" dirty="0"/>
          </a:p>
          <a:p>
            <a:endParaRPr lang="en-SE" dirty="0"/>
          </a:p>
        </p:txBody>
      </p:sp>
      <p:sp>
        <p:nvSpPr>
          <p:cNvPr id="3" name="Title 2">
            <a:extLst>
              <a:ext uri="{FF2B5EF4-FFF2-40B4-BE49-F238E27FC236}">
                <a16:creationId xmlns:a16="http://schemas.microsoft.com/office/drawing/2014/main" id="{CB3F36CB-5808-C7B1-A436-F0E060CEA368}"/>
              </a:ext>
            </a:extLst>
          </p:cNvPr>
          <p:cNvSpPr>
            <a:spLocks noGrp="1"/>
          </p:cNvSpPr>
          <p:nvPr>
            <p:ph type="title"/>
          </p:nvPr>
        </p:nvSpPr>
        <p:spPr/>
        <p:txBody>
          <a:bodyPr/>
          <a:lstStyle/>
          <a:p>
            <a:r>
              <a:rPr lang="en-US" dirty="0"/>
              <a:t>Conclusion</a:t>
            </a:r>
            <a:endParaRPr lang="en-SE" dirty="0"/>
          </a:p>
        </p:txBody>
      </p:sp>
    </p:spTree>
    <p:extLst>
      <p:ext uri="{BB962C8B-B14F-4D97-AF65-F5344CB8AC3E}">
        <p14:creationId xmlns:p14="http://schemas.microsoft.com/office/powerpoint/2010/main" val="34395457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400" name="PlaceHolder 1"/>
          <p:cNvSpPr>
            <a:spLocks noGrp="1"/>
          </p:cNvSpPr>
          <p:nvPr>
            <p:ph type="title"/>
          </p:nvPr>
        </p:nvSpPr>
        <p:spPr>
          <a:xfrm>
            <a:off x="533160" y="182520"/>
            <a:ext cx="10324800" cy="831240"/>
          </a:xfrm>
          <a:prstGeom prst="rect">
            <a:avLst/>
          </a:prstGeom>
          <a:noFill/>
          <a:ln w="0">
            <a:noFill/>
          </a:ln>
          <a:effectLst>
            <a:outerShdw blurRad="57240" dist="19080" dir="5400000" rotWithShape="0">
              <a:srgbClr val="000000">
                <a:alpha val="50000"/>
              </a:srgbClr>
            </a:outerShdw>
          </a:effectLst>
        </p:spPr>
        <p:txBody>
          <a:bodyPr lIns="216000" tIns="108000" rIns="216000" bIns="108000" anchor="t">
            <a:noAutofit/>
          </a:bodyPr>
          <a:lstStyle/>
          <a:p>
            <a:pPr indent="0">
              <a:lnSpc>
                <a:spcPct val="100000"/>
              </a:lnSpc>
              <a:spcAft>
                <a:spcPts val="1599"/>
              </a:spcAft>
              <a:buNone/>
              <a:tabLst>
                <a:tab pos="0" algn="l"/>
              </a:tabLst>
            </a:pPr>
            <a:r>
              <a:rPr lang="en" sz="3440" b="0" u="none" strike="noStrike">
                <a:solidFill>
                  <a:schemeClr val="lt1"/>
                </a:solidFill>
                <a:effectLst/>
                <a:uFillTx/>
                <a:latin typeface="Anton"/>
                <a:ea typeface="Anton"/>
              </a:rPr>
              <a:t>Questions?</a:t>
            </a:r>
            <a:endParaRPr lang="en-US" sz="3440" b="0" u="none" strike="noStrike">
              <a:solidFill>
                <a:srgbClr val="000000"/>
              </a:solidFill>
              <a:effectLst/>
              <a:uFillTx/>
              <a:latin typeface="Arial"/>
            </a:endParaRPr>
          </a:p>
        </p:txBody>
      </p:sp>
      <p:sp>
        <p:nvSpPr>
          <p:cNvPr id="401" name="Google Shape;257;p41"/>
          <p:cNvSpPr/>
          <p:nvPr/>
        </p:nvSpPr>
        <p:spPr>
          <a:xfrm>
            <a:off x="0" y="5115240"/>
            <a:ext cx="12191760" cy="1010520"/>
          </a:xfrm>
          <a:prstGeom prst="rect">
            <a:avLst/>
          </a:prstGeom>
          <a:solidFill>
            <a:srgbClr val="000000">
              <a:alpha val="65000"/>
            </a:srgbClr>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6000" b="0" u="none" strike="noStrike">
                <a:solidFill>
                  <a:srgbClr val="FFFFFF"/>
                </a:solidFill>
                <a:effectLst/>
                <a:uFillTx/>
                <a:latin typeface="Anton"/>
                <a:ea typeface="Anton"/>
              </a:rPr>
              <a:t>Thank you!</a:t>
            </a:r>
            <a:endParaRPr lang="en-US" sz="6000" b="0" u="none" strike="noStrike">
              <a:solidFill>
                <a:srgbClr val="FFFFFF"/>
              </a:solidFill>
              <a:effectLst/>
              <a:uFillTx/>
              <a:latin typeface="Arial"/>
            </a:endParaRPr>
          </a:p>
        </p:txBody>
      </p:sp>
      <p:sp>
        <p:nvSpPr>
          <p:cNvPr id="402" name="PlaceHolder 2"/>
          <p:cNvSpPr>
            <a:spLocks noGrp="1"/>
          </p:cNvSpPr>
          <p:nvPr>
            <p:ph type="sldNum" idx="48"/>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496BA6B2-04E9-4873-819F-2AB122CA59E1}" type="slidenum">
              <a:rPr lang="en" sz="1300" b="0" u="none" strike="noStrike">
                <a:solidFill>
                  <a:schemeClr val="dk1"/>
                </a:solidFill>
                <a:effectLst/>
                <a:uFillTx/>
                <a:latin typeface="Arial"/>
                <a:ea typeface="Arial"/>
              </a:rPr>
              <a:t>22</a:t>
            </a:fld>
            <a:endParaRPr lang="en-US" sz="1300" b="0" u="none" strike="noStrike">
              <a:solidFill>
                <a:srgbClr val="FFFFFF"/>
              </a:solidFill>
              <a:effectLst/>
              <a:uFillTx/>
              <a:latin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CE10469-8047-0BF6-170B-8A19018B43FC}"/>
              </a:ext>
            </a:extLst>
          </p:cNvPr>
          <p:cNvSpPr>
            <a:spLocks noGrp="1"/>
          </p:cNvSpPr>
          <p:nvPr>
            <p:ph type="body"/>
          </p:nvPr>
        </p:nvSpPr>
        <p:spPr/>
        <p:txBody>
          <a:bodyPr/>
          <a:lstStyle/>
          <a:p>
            <a:endParaRPr lang="en-SE"/>
          </a:p>
        </p:txBody>
      </p:sp>
      <p:sp>
        <p:nvSpPr>
          <p:cNvPr id="3" name="Title 2">
            <a:extLst>
              <a:ext uri="{FF2B5EF4-FFF2-40B4-BE49-F238E27FC236}">
                <a16:creationId xmlns:a16="http://schemas.microsoft.com/office/drawing/2014/main" id="{617A8004-BD53-E1B5-EEA8-778DA165EA70}"/>
              </a:ext>
            </a:extLst>
          </p:cNvPr>
          <p:cNvSpPr>
            <a:spLocks noGrp="1"/>
          </p:cNvSpPr>
          <p:nvPr>
            <p:ph type="title"/>
          </p:nvPr>
        </p:nvSpPr>
        <p:spPr/>
        <p:txBody>
          <a:bodyPr/>
          <a:lstStyle/>
          <a:p>
            <a:endParaRPr lang="en-SE"/>
          </a:p>
        </p:txBody>
      </p:sp>
      <p:pic>
        <p:nvPicPr>
          <p:cNvPr id="5" name="Picture 4">
            <a:extLst>
              <a:ext uri="{FF2B5EF4-FFF2-40B4-BE49-F238E27FC236}">
                <a16:creationId xmlns:a16="http://schemas.microsoft.com/office/drawing/2014/main" id="{23BA660F-FD35-75B0-780E-60C6978AC298}"/>
              </a:ext>
            </a:extLst>
          </p:cNvPr>
          <p:cNvPicPr>
            <a:picLocks noChangeAspect="1"/>
          </p:cNvPicPr>
          <p:nvPr/>
        </p:nvPicPr>
        <p:blipFill>
          <a:blip r:embed="rId2"/>
          <a:stretch>
            <a:fillRect/>
          </a:stretch>
        </p:blipFill>
        <p:spPr>
          <a:xfrm>
            <a:off x="250488" y="0"/>
            <a:ext cx="11691024" cy="6858000"/>
          </a:xfrm>
          <a:prstGeom prst="rect">
            <a:avLst/>
          </a:prstGeom>
        </p:spPr>
      </p:pic>
    </p:spTree>
    <p:extLst>
      <p:ext uri="{BB962C8B-B14F-4D97-AF65-F5344CB8AC3E}">
        <p14:creationId xmlns:p14="http://schemas.microsoft.com/office/powerpoint/2010/main" val="3014430685"/>
      </p:ext>
    </p:extLst>
  </p:cSld>
  <p:clrMapOvr>
    <a:masterClrMapping/>
  </p:clrMapOvr>
</p:sld>
</file>

<file path=ppt/theme/theme1.xml><?xml version="1.0" encoding="utf-8"?>
<a:theme xmlns:a="http://schemas.openxmlformats.org/drawingml/2006/main" name="Thème Office">
  <a:themeElements>
    <a:clrScheme name="Bureau">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1_Thème Office">
  <a:themeElements>
    <a:clrScheme name="Bureau">
      <a:dk1>
        <a:srgbClr val="000000"/>
      </a:dk1>
      <a:lt1>
        <a:srgbClr val="FFFFFF"/>
      </a:lt1>
      <a:dk2>
        <a:srgbClr val="000080"/>
      </a:dk2>
      <a:lt2>
        <a:srgbClr val="9C6114"/>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Thème Office">
  <a:themeElements>
    <a:clrScheme name="Bureau">
      <a:dk1>
        <a:srgbClr val="000000"/>
      </a:dk1>
      <a:lt1>
        <a:srgbClr val="FFFFFF"/>
      </a:lt1>
      <a:dk2>
        <a:srgbClr val="1F497D"/>
      </a:dk2>
      <a:lt2>
        <a:srgbClr val="D9EAD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Thème Office">
  <a:themeElements>
    <a:clrScheme name="Bureau">
      <a:dk1>
        <a:srgbClr val="000000"/>
      </a:dk1>
      <a:lt1>
        <a:srgbClr val="FFFFFF"/>
      </a:lt1>
      <a:dk2>
        <a:srgbClr val="1F497D"/>
      </a:dk2>
      <a:lt2>
        <a:srgbClr val="9C6114"/>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1374</TotalTime>
  <Words>762</Words>
  <Application>Microsoft Office PowerPoint</Application>
  <PresentationFormat>Widescreen</PresentationFormat>
  <Paragraphs>281</Paragraphs>
  <Slides>23</Slides>
  <Notes>10</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23</vt:i4>
      </vt:variant>
    </vt:vector>
  </HeadingPairs>
  <TitlesOfParts>
    <vt:vector size="34" baseType="lpstr">
      <vt:lpstr>Anton</vt:lpstr>
      <vt:lpstr>Arial</vt:lpstr>
      <vt:lpstr>Arial Narrow</vt:lpstr>
      <vt:lpstr>Cambria Math</vt:lpstr>
      <vt:lpstr>Symbol</vt:lpstr>
      <vt:lpstr>Times New Roman</vt:lpstr>
      <vt:lpstr>Wingdings</vt:lpstr>
      <vt:lpstr>Thème Office</vt:lpstr>
      <vt:lpstr>1_Thème Office</vt:lpstr>
      <vt:lpstr>Thème Office</vt:lpstr>
      <vt:lpstr>Thème Office</vt:lpstr>
      <vt:lpstr>On-Device Binary Classification with Federated Learning using the STM32 </vt:lpstr>
      <vt:lpstr>Data Collection</vt:lpstr>
      <vt:lpstr>Dataset - acoustic dataset of brushless DC motors</vt:lpstr>
      <vt:lpstr>Fourier Transform</vt:lpstr>
      <vt:lpstr>Dataset - Overview</vt:lpstr>
      <vt:lpstr>On-device Training</vt:lpstr>
      <vt:lpstr>UART Communication</vt:lpstr>
      <vt:lpstr>UART Protocal</vt:lpstr>
      <vt:lpstr>Process and Flash</vt:lpstr>
      <vt:lpstr>Model – Binary Forward-Forward</vt:lpstr>
      <vt:lpstr>Results</vt:lpstr>
      <vt:lpstr>Results</vt:lpstr>
      <vt:lpstr>Federated Learning</vt:lpstr>
      <vt:lpstr>Federated Averaging</vt:lpstr>
      <vt:lpstr>Dataset – FL Split</vt:lpstr>
      <vt:lpstr>BP Results - Epochs</vt:lpstr>
      <vt:lpstr>BP Results - Rounds</vt:lpstr>
      <vt:lpstr>FF Results - Epochs</vt:lpstr>
      <vt:lpstr>FF Results - Rounds</vt:lpstr>
      <vt:lpstr>Results</vt:lpstr>
      <vt:lpstr>Conclusion</vt:lpstr>
      <vt:lpstr>Questions?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Ali Jahangiri</cp:lastModifiedBy>
  <cp:revision>23</cp:revision>
  <dcterms:modified xsi:type="dcterms:W3CDTF">2026-03-31T12:46:46Z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1</vt:i4>
  </property>
  <property fmtid="{D5CDD505-2E9C-101B-9397-08002B2CF9AE}" pid="3" name="Notes">
    <vt:i4>10</vt:i4>
  </property>
  <property fmtid="{D5CDD505-2E9C-101B-9397-08002B2CF9AE}" pid="4" name="PresentationFormat">
    <vt:lpwstr>Widescreen</vt:lpwstr>
  </property>
  <property fmtid="{D5CDD505-2E9C-101B-9397-08002B2CF9AE}" pid="5" name="Slides">
    <vt:i4>14</vt:i4>
  </property>
</Properties>
</file>