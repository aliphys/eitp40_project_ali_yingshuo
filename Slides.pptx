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3.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9" r:id="rId2"/>
    <p:sldMasterId id="2147483661" r:id="rId3"/>
    <p:sldMasterId id="2147483672" r:id="rId4"/>
  </p:sldMasterIdLst>
  <p:notesMasterIdLst>
    <p:notesMasterId r:id="rId28"/>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1" r:id="rId19"/>
    <p:sldId id="278" r:id="rId20"/>
    <p:sldId id="277" r:id="rId21"/>
    <p:sldId id="272" r:id="rId22"/>
    <p:sldId id="276" r:id="rId23"/>
    <p:sldId id="273" r:id="rId24"/>
    <p:sldId id="275" r:id="rId25"/>
    <p:sldId id="270" r:id="rId26"/>
    <p:sldId id="274" r:id="rId27"/>
  </p:sldIdLst>
  <p:sldSz cx="12192000" cy="6858000"/>
  <p:notesSz cx="6858000" cy="9144000"/>
  <p:defaultTextStyle>
    <a:defPPr>
      <a:defRPr lang="en-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slideMaster" Target="slideMasters/slideMaster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9"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r>
              <a:rPr lang="en-US" sz="1400" b="0" u="none" strike="noStrike">
                <a:solidFill>
                  <a:srgbClr val="000000"/>
                </a:solidFill>
                <a:effectLst/>
                <a:uFillTx/>
                <a:latin typeface="Arial"/>
              </a:rPr>
              <a:t>Click to move the slide</a:t>
            </a:r>
          </a:p>
        </p:txBody>
      </p:sp>
      <p:sp>
        <p:nvSpPr>
          <p:cNvPr id="140"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buNone/>
            </a:pPr>
            <a:r>
              <a:rPr lang="en-US" sz="2000" b="0" u="none" strike="noStrike">
                <a:solidFill>
                  <a:srgbClr val="000000"/>
                </a:solidFill>
                <a:effectLst/>
                <a:uFillTx/>
                <a:latin typeface="Arial"/>
              </a:rPr>
              <a:t>Click to edit the notes format</a:t>
            </a:r>
          </a:p>
        </p:txBody>
      </p:sp>
      <p:sp>
        <p:nvSpPr>
          <p:cNvPr id="141"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u="none" strike="noStrike">
                <a:solidFill>
                  <a:srgbClr val="000000"/>
                </a:solidFill>
                <a:effectLst/>
                <a:uFillTx/>
                <a:latin typeface="Times New Roman"/>
              </a:rPr>
              <a:t>&lt;header&gt;</a:t>
            </a:r>
          </a:p>
        </p:txBody>
      </p:sp>
      <p:sp>
        <p:nvSpPr>
          <p:cNvPr id="142" name="PlaceHolder 4"/>
          <p:cNvSpPr>
            <a:spLocks noGrp="1"/>
          </p:cNvSpPr>
          <p:nvPr>
            <p:ph type="dt" idx="31"/>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143" name="PlaceHolder 5"/>
          <p:cNvSpPr>
            <a:spLocks noGrp="1"/>
          </p:cNvSpPr>
          <p:nvPr>
            <p:ph type="ftr" idx="32"/>
          </p:nvPr>
        </p:nvSpPr>
        <p:spPr>
          <a:xfrm>
            <a:off x="0" y="10157400"/>
            <a:ext cx="3280680" cy="534240"/>
          </a:xfrm>
          <a:prstGeom prst="rect">
            <a:avLst/>
          </a:prstGeom>
          <a:noFill/>
          <a:ln w="0">
            <a:noFill/>
          </a:ln>
        </p:spPr>
        <p:txBody>
          <a:bodyPr lIns="0" tIns="0" rIns="0" bIns="0" anchor="b">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&lt;footer&gt;</a:t>
            </a:r>
          </a:p>
        </p:txBody>
      </p:sp>
      <p:sp>
        <p:nvSpPr>
          <p:cNvPr id="144" name="PlaceHolder 6"/>
          <p:cNvSpPr>
            <a:spLocks noGrp="1"/>
          </p:cNvSpPr>
          <p:nvPr>
            <p:ph type="sldNum" idx="33"/>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EF9FB171-EC1B-41CA-A3DB-C68528453E1D}"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 name="PlaceHolder 1"/>
          <p:cNvSpPr>
            <a:spLocks noGrp="1" noRot="1" noChangeAspect="1"/>
          </p:cNvSpPr>
          <p:nvPr>
            <p:ph type="sldImg"/>
          </p:nvPr>
        </p:nvSpPr>
        <p:spPr>
          <a:xfrm>
            <a:off x="380880" y="685800"/>
            <a:ext cx="6095520" cy="3428640"/>
          </a:xfrm>
          <a:prstGeom prst="rect">
            <a:avLst/>
          </a:prstGeom>
          <a:ln w="0">
            <a:noFill/>
          </a:ln>
        </p:spPr>
      </p:sp>
      <p:sp>
        <p:nvSpPr>
          <p:cNvPr id="404"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lstStyle/>
          <a:p>
            <a:pPr indent="0">
              <a:buNone/>
            </a:pPr>
            <a:endParaRPr lang="en-US" sz="1200" b="0" u="none" strike="noStrike">
              <a:solidFill>
                <a:schemeClr val="dk1"/>
              </a:solidFill>
              <a:effectLst/>
              <a:uFillTx/>
              <a:latin typeface="Arial"/>
              <a:ea typeface="Arial"/>
            </a:endParaRPr>
          </a:p>
        </p:txBody>
      </p:sp>
      <p:sp>
        <p:nvSpPr>
          <p:cNvPr id="405" name="PlaceHolder 3"/>
          <p:cNvSpPr>
            <a:spLocks noGrp="1"/>
          </p:cNvSpPr>
          <p:nvPr>
            <p:ph type="sldNum" idx="49"/>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tabLst>
                <a:tab pos="0" algn="l"/>
              </a:tabLst>
              <a:defRPr lang="en" sz="1800" b="0" u="none" strike="noStrike">
                <a:solidFill>
                  <a:srgbClr val="000000"/>
                </a:solidFill>
                <a:effectLst/>
                <a:uFillTx/>
                <a:latin typeface="Times New Roman"/>
              </a:defRPr>
            </a:lvl1pPr>
          </a:lstStyle>
          <a:p>
            <a:pPr indent="0" algn="r">
              <a:lnSpc>
                <a:spcPct val="100000"/>
              </a:lnSpc>
              <a:buNone/>
              <a:tabLst>
                <a:tab pos="0" algn="l"/>
              </a:tabLst>
            </a:pPr>
            <a:fld id="{5253DADB-5F1F-4019-B558-BA38203817DB}" type="slidenum">
              <a:rPr lang="en" sz="1800" b="0" u="none" strike="noStrike">
                <a:solidFill>
                  <a:srgbClr val="000000"/>
                </a:solidFill>
                <a:effectLst/>
                <a:uFillTx/>
                <a:latin typeface="Times New Roman"/>
              </a:rPr>
              <a:t>2</a:t>
            </a:fld>
            <a:endParaRPr lang="en-US" sz="1800" b="0" u="none" strike="noStrike">
              <a:solidFill>
                <a:srgbClr val="000000"/>
              </a:solidFill>
              <a:effectLst/>
              <a:uFillTx/>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6" name="PlaceHolder 1"/>
          <p:cNvSpPr>
            <a:spLocks noGrp="1" noRot="1" noChangeAspect="1"/>
          </p:cNvSpPr>
          <p:nvPr>
            <p:ph type="sldImg"/>
          </p:nvPr>
        </p:nvSpPr>
        <p:spPr>
          <a:xfrm>
            <a:off x="380880" y="685800"/>
            <a:ext cx="6095520" cy="3428640"/>
          </a:xfrm>
          <a:prstGeom prst="rect">
            <a:avLst/>
          </a:prstGeom>
          <a:ln w="0">
            <a:noFill/>
          </a:ln>
        </p:spPr>
      </p:sp>
      <p:sp>
        <p:nvSpPr>
          <p:cNvPr id="407"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lstStyle/>
          <a:p>
            <a:pPr indent="0">
              <a:buNone/>
            </a:pPr>
            <a:endParaRPr lang="en-US" sz="1200" b="0" u="none" strike="noStrike">
              <a:solidFill>
                <a:schemeClr val="dk1"/>
              </a:solidFill>
              <a:effectLst/>
              <a:uFillTx/>
              <a:latin typeface="Arial"/>
              <a:ea typeface="Arial"/>
            </a:endParaRPr>
          </a:p>
        </p:txBody>
      </p:sp>
      <p:sp>
        <p:nvSpPr>
          <p:cNvPr id="408" name="PlaceHolder 3"/>
          <p:cNvSpPr>
            <a:spLocks noGrp="1"/>
          </p:cNvSpPr>
          <p:nvPr>
            <p:ph type="sldNum" idx="50"/>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tabLst>
                <a:tab pos="0" algn="l"/>
              </a:tabLst>
              <a:defRPr lang="en" sz="1800" b="0" u="none" strike="noStrike">
                <a:solidFill>
                  <a:srgbClr val="000000"/>
                </a:solidFill>
                <a:effectLst/>
                <a:uFillTx/>
                <a:latin typeface="Times New Roman"/>
              </a:defRPr>
            </a:lvl1pPr>
          </a:lstStyle>
          <a:p>
            <a:pPr indent="0" algn="r">
              <a:lnSpc>
                <a:spcPct val="100000"/>
              </a:lnSpc>
              <a:buNone/>
              <a:tabLst>
                <a:tab pos="0" algn="l"/>
              </a:tabLst>
            </a:pPr>
            <a:fld id="{DDEF9C75-64FF-42EB-8470-48E893374C5E}" type="slidenum">
              <a:rPr lang="en" sz="1800" b="0" u="none" strike="noStrike">
                <a:solidFill>
                  <a:srgbClr val="000000"/>
                </a:solidFill>
                <a:effectLst/>
                <a:uFillTx/>
                <a:latin typeface="Times New Roman"/>
              </a:rPr>
              <a:t>3</a:t>
            </a:fld>
            <a:endParaRPr lang="en-US" sz="1800" b="0" u="none" strike="noStrike">
              <a:solidFill>
                <a:srgbClr val="000000"/>
              </a:solidFill>
              <a:effectLst/>
              <a:uFillTx/>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 name="PlaceHolder 1"/>
          <p:cNvSpPr>
            <a:spLocks noGrp="1" noRot="1" noChangeAspect="1"/>
          </p:cNvSpPr>
          <p:nvPr>
            <p:ph type="sldImg"/>
          </p:nvPr>
        </p:nvSpPr>
        <p:spPr>
          <a:xfrm>
            <a:off x="380880" y="685800"/>
            <a:ext cx="6095520" cy="3428640"/>
          </a:xfrm>
          <a:prstGeom prst="rect">
            <a:avLst/>
          </a:prstGeom>
          <a:ln w="0">
            <a:noFill/>
          </a:ln>
        </p:spPr>
      </p:sp>
      <p:sp>
        <p:nvSpPr>
          <p:cNvPr id="410"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lstStyle/>
          <a:p>
            <a:pPr indent="0">
              <a:buNone/>
            </a:pPr>
            <a:endParaRPr lang="en-US" sz="1200" b="0" u="none" strike="noStrike">
              <a:solidFill>
                <a:schemeClr val="dk1"/>
              </a:solidFill>
              <a:effectLst/>
              <a:uFillTx/>
              <a:latin typeface="Arial"/>
              <a:ea typeface="Arial"/>
            </a:endParaRPr>
          </a:p>
        </p:txBody>
      </p:sp>
      <p:sp>
        <p:nvSpPr>
          <p:cNvPr id="411" name="PlaceHolder 3"/>
          <p:cNvSpPr>
            <a:spLocks noGrp="1"/>
          </p:cNvSpPr>
          <p:nvPr>
            <p:ph type="sldNum" idx="51"/>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tabLst>
                <a:tab pos="0" algn="l"/>
              </a:tabLst>
              <a:defRPr lang="en" sz="1800" b="0" u="none" strike="noStrike">
                <a:solidFill>
                  <a:srgbClr val="000000"/>
                </a:solidFill>
                <a:effectLst/>
                <a:uFillTx/>
                <a:latin typeface="Times New Roman"/>
              </a:defRPr>
            </a:lvl1pPr>
          </a:lstStyle>
          <a:p>
            <a:pPr indent="0" algn="r">
              <a:lnSpc>
                <a:spcPct val="100000"/>
              </a:lnSpc>
              <a:buNone/>
              <a:tabLst>
                <a:tab pos="0" algn="l"/>
              </a:tabLst>
            </a:pPr>
            <a:fld id="{3854EBB7-2887-4931-9EE3-E0347CF79A1E}" type="slidenum">
              <a:rPr lang="en" sz="1800" b="0" u="none" strike="noStrike">
                <a:solidFill>
                  <a:srgbClr val="000000"/>
                </a:solidFill>
                <a:effectLst/>
                <a:uFillTx/>
                <a:latin typeface="Times New Roman"/>
              </a:rPr>
              <a:t>4</a:t>
            </a:fld>
            <a:endParaRPr lang="en-US" sz="1800" b="0" u="none" strike="noStrike">
              <a:solidFill>
                <a:srgbClr val="000000"/>
              </a:solidFill>
              <a:effectLst/>
              <a:uFillTx/>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2" name="PlaceHolder 1"/>
          <p:cNvSpPr>
            <a:spLocks noGrp="1" noRot="1" noChangeAspect="1"/>
          </p:cNvSpPr>
          <p:nvPr>
            <p:ph type="sldImg"/>
          </p:nvPr>
        </p:nvSpPr>
        <p:spPr>
          <a:xfrm>
            <a:off x="381000" y="685800"/>
            <a:ext cx="6096000" cy="3429000"/>
          </a:xfrm>
          <a:prstGeom prst="rect">
            <a:avLst/>
          </a:prstGeom>
          <a:ln w="0">
            <a:noFill/>
          </a:ln>
        </p:spPr>
      </p:sp>
      <p:sp>
        <p:nvSpPr>
          <p:cNvPr id="413"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lstStyle/>
          <a:p>
            <a:pPr indent="0">
              <a:buNone/>
            </a:pPr>
            <a:endParaRPr lang="en-US" sz="1200" b="0" u="none" strike="noStrike">
              <a:solidFill>
                <a:schemeClr val="dk1"/>
              </a:solidFill>
              <a:effectLst/>
              <a:uFillTx/>
              <a:latin typeface="Arial"/>
              <a:ea typeface="Arial"/>
            </a:endParaRPr>
          </a:p>
        </p:txBody>
      </p:sp>
      <p:sp>
        <p:nvSpPr>
          <p:cNvPr id="414" name="PlaceHolder 3"/>
          <p:cNvSpPr>
            <a:spLocks noGrp="1"/>
          </p:cNvSpPr>
          <p:nvPr>
            <p:ph type="sldNum" idx="52"/>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tabLst>
                <a:tab pos="0" algn="l"/>
              </a:tabLst>
              <a:defRPr lang="en" sz="1800" b="0" u="none" strike="noStrike">
                <a:solidFill>
                  <a:srgbClr val="000000"/>
                </a:solidFill>
                <a:effectLst/>
                <a:uFillTx/>
                <a:latin typeface="Times New Roman"/>
              </a:defRPr>
            </a:lvl1pPr>
          </a:lstStyle>
          <a:p>
            <a:pPr indent="0" algn="r">
              <a:lnSpc>
                <a:spcPct val="100000"/>
              </a:lnSpc>
              <a:buNone/>
              <a:tabLst>
                <a:tab pos="0" algn="l"/>
              </a:tabLst>
            </a:pPr>
            <a:fld id="{A7270B08-9878-4C08-8C87-0975A2642560}" type="slidenum">
              <a:rPr lang="en" sz="1800" b="0" u="none" strike="noStrike">
                <a:solidFill>
                  <a:srgbClr val="000000"/>
                </a:solidFill>
                <a:effectLst/>
                <a:uFillTx/>
                <a:latin typeface="Times New Roman"/>
              </a:rPr>
              <a:t>5</a:t>
            </a:fld>
            <a:endParaRPr lang="en-US" sz="1800" b="0" u="none" strike="noStrike">
              <a:solidFill>
                <a:srgbClr val="000000"/>
              </a:solidFill>
              <a:effectLst/>
              <a:uFillTx/>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5" name="PlaceHolder 1"/>
          <p:cNvSpPr>
            <a:spLocks noGrp="1" noRot="1" noChangeAspect="1"/>
          </p:cNvSpPr>
          <p:nvPr>
            <p:ph type="sldImg"/>
          </p:nvPr>
        </p:nvSpPr>
        <p:spPr>
          <a:xfrm>
            <a:off x="380880" y="685800"/>
            <a:ext cx="6095520" cy="3428640"/>
          </a:xfrm>
          <a:prstGeom prst="rect">
            <a:avLst/>
          </a:prstGeom>
          <a:ln w="0">
            <a:noFill/>
          </a:ln>
        </p:spPr>
      </p:sp>
      <p:sp>
        <p:nvSpPr>
          <p:cNvPr id="416"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lstStyle/>
          <a:p>
            <a:pPr indent="0">
              <a:buNone/>
            </a:pPr>
            <a:endParaRPr lang="en-US" sz="1200" b="0" u="none" strike="noStrike">
              <a:solidFill>
                <a:schemeClr val="dk1"/>
              </a:solidFill>
              <a:effectLst/>
              <a:uFillTx/>
              <a:latin typeface="Arial"/>
              <a:ea typeface="Arial"/>
            </a:endParaRPr>
          </a:p>
        </p:txBody>
      </p:sp>
      <p:sp>
        <p:nvSpPr>
          <p:cNvPr id="417" name="PlaceHolder 3"/>
          <p:cNvSpPr>
            <a:spLocks noGrp="1"/>
          </p:cNvSpPr>
          <p:nvPr>
            <p:ph type="sldNum" idx="53"/>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tabLst>
                <a:tab pos="0" algn="l"/>
              </a:tabLst>
              <a:defRPr lang="en" sz="1800" b="0" u="none" strike="noStrike">
                <a:solidFill>
                  <a:srgbClr val="000000"/>
                </a:solidFill>
                <a:effectLst/>
                <a:uFillTx/>
                <a:latin typeface="Times New Roman"/>
              </a:defRPr>
            </a:lvl1pPr>
          </a:lstStyle>
          <a:p>
            <a:pPr indent="0" algn="r">
              <a:lnSpc>
                <a:spcPct val="100000"/>
              </a:lnSpc>
              <a:buNone/>
              <a:tabLst>
                <a:tab pos="0" algn="l"/>
              </a:tabLst>
            </a:pPr>
            <a:fld id="{411ED591-A7C4-47F4-A7D2-30ABA949E983}" type="slidenum">
              <a:rPr lang="en" sz="1800" b="0" u="none" strike="noStrike">
                <a:solidFill>
                  <a:srgbClr val="000000"/>
                </a:solidFill>
                <a:effectLst/>
                <a:uFillTx/>
                <a:latin typeface="Times New Roman"/>
              </a:rPr>
              <a:t>6</a:t>
            </a:fld>
            <a:endParaRPr lang="en-US" sz="1800" b="0" u="none" strike="noStrike">
              <a:solidFill>
                <a:srgbClr val="000000"/>
              </a:solidFill>
              <a:effectLst/>
              <a:uFillTx/>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8" name="PlaceHolder 1"/>
          <p:cNvSpPr>
            <a:spLocks noGrp="1" noRot="1" noChangeAspect="1"/>
          </p:cNvSpPr>
          <p:nvPr>
            <p:ph type="sldImg"/>
          </p:nvPr>
        </p:nvSpPr>
        <p:spPr>
          <a:xfrm>
            <a:off x="380880" y="685800"/>
            <a:ext cx="6095520" cy="3428640"/>
          </a:xfrm>
          <a:prstGeom prst="rect">
            <a:avLst/>
          </a:prstGeom>
          <a:ln w="0">
            <a:noFill/>
          </a:ln>
        </p:spPr>
      </p:sp>
      <p:sp>
        <p:nvSpPr>
          <p:cNvPr id="419"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lstStyle/>
          <a:p>
            <a:pPr indent="0">
              <a:buNone/>
            </a:pPr>
            <a:endParaRPr lang="en-US" sz="1200" b="0" u="none" strike="noStrike">
              <a:solidFill>
                <a:schemeClr val="dk1"/>
              </a:solidFill>
              <a:effectLst/>
              <a:uFillTx/>
              <a:latin typeface="Arial"/>
              <a:ea typeface="Arial"/>
            </a:endParaRPr>
          </a:p>
        </p:txBody>
      </p:sp>
      <p:sp>
        <p:nvSpPr>
          <p:cNvPr id="420" name="PlaceHolder 3"/>
          <p:cNvSpPr>
            <a:spLocks noGrp="1"/>
          </p:cNvSpPr>
          <p:nvPr>
            <p:ph type="sldNum" idx="54"/>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tabLst>
                <a:tab pos="0" algn="l"/>
              </a:tabLst>
              <a:defRPr lang="en" sz="1800" b="0" u="none" strike="noStrike">
                <a:solidFill>
                  <a:srgbClr val="000000"/>
                </a:solidFill>
                <a:effectLst/>
                <a:uFillTx/>
                <a:latin typeface="Times New Roman"/>
              </a:defRPr>
            </a:lvl1pPr>
          </a:lstStyle>
          <a:p>
            <a:pPr indent="0" algn="r">
              <a:lnSpc>
                <a:spcPct val="100000"/>
              </a:lnSpc>
              <a:buNone/>
              <a:tabLst>
                <a:tab pos="0" algn="l"/>
              </a:tabLst>
            </a:pPr>
            <a:fld id="{4C003607-AD2C-4F6D-A24D-87E1E21BFEB3}" type="slidenum">
              <a:rPr lang="en" sz="1800" b="0" u="none" strike="noStrike">
                <a:solidFill>
                  <a:srgbClr val="000000"/>
                </a:solidFill>
                <a:effectLst/>
                <a:uFillTx/>
                <a:latin typeface="Times New Roman"/>
              </a:rPr>
              <a:t>7</a:t>
            </a:fld>
            <a:endParaRPr lang="en-US" sz="1800" b="0" u="none" strike="noStrike">
              <a:solidFill>
                <a:srgbClr val="000000"/>
              </a:solidFill>
              <a:effectLst/>
              <a:uFillTx/>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 name="PlaceHolder 1"/>
          <p:cNvSpPr>
            <a:spLocks noGrp="1" noRot="1" noChangeAspect="1"/>
          </p:cNvSpPr>
          <p:nvPr>
            <p:ph type="sldImg"/>
          </p:nvPr>
        </p:nvSpPr>
        <p:spPr>
          <a:xfrm>
            <a:off x="381000" y="685800"/>
            <a:ext cx="6096000" cy="3429000"/>
          </a:xfrm>
          <a:prstGeom prst="rect">
            <a:avLst/>
          </a:prstGeom>
          <a:ln w="0">
            <a:noFill/>
          </a:ln>
        </p:spPr>
      </p:sp>
      <p:sp>
        <p:nvSpPr>
          <p:cNvPr id="422"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lstStyle/>
          <a:p>
            <a:pPr indent="0">
              <a:buNone/>
            </a:pPr>
            <a:endParaRPr lang="en-US" sz="1200" b="0" u="none" strike="noStrike">
              <a:solidFill>
                <a:schemeClr val="dk1"/>
              </a:solidFill>
              <a:effectLst/>
              <a:uFillTx/>
              <a:latin typeface="Arial"/>
              <a:ea typeface="Arial"/>
            </a:endParaRPr>
          </a:p>
        </p:txBody>
      </p:sp>
      <p:sp>
        <p:nvSpPr>
          <p:cNvPr id="423" name="PlaceHolder 3"/>
          <p:cNvSpPr>
            <a:spLocks noGrp="1"/>
          </p:cNvSpPr>
          <p:nvPr>
            <p:ph type="sldNum" idx="55"/>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tabLst>
                <a:tab pos="0" algn="l"/>
              </a:tabLst>
              <a:defRPr lang="en" sz="1800" b="0" u="none" strike="noStrike">
                <a:solidFill>
                  <a:srgbClr val="000000"/>
                </a:solidFill>
                <a:effectLst/>
                <a:uFillTx/>
                <a:latin typeface="Times New Roman"/>
              </a:defRPr>
            </a:lvl1pPr>
          </a:lstStyle>
          <a:p>
            <a:pPr indent="0" algn="r">
              <a:lnSpc>
                <a:spcPct val="100000"/>
              </a:lnSpc>
              <a:buNone/>
              <a:tabLst>
                <a:tab pos="0" algn="l"/>
              </a:tabLst>
            </a:pPr>
            <a:fld id="{E3F8B2FA-DEFE-4CD5-AAD3-A9BE23747C39}" type="slidenum">
              <a:rPr lang="en" sz="1800" b="0" u="none" strike="noStrike">
                <a:solidFill>
                  <a:srgbClr val="000000"/>
                </a:solidFill>
                <a:effectLst/>
                <a:uFillTx/>
                <a:latin typeface="Times New Roman"/>
              </a:rPr>
              <a:t>8</a:t>
            </a:fld>
            <a:endParaRPr lang="en-US" sz="1800" b="0" u="none" strike="noStrike">
              <a:solidFill>
                <a:srgbClr val="000000"/>
              </a:solidFill>
              <a:effectLst/>
              <a:uFillTx/>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4" name="PlaceHolder 1"/>
          <p:cNvSpPr>
            <a:spLocks noGrp="1" noRot="1" noChangeAspect="1"/>
          </p:cNvSpPr>
          <p:nvPr>
            <p:ph type="sldImg"/>
          </p:nvPr>
        </p:nvSpPr>
        <p:spPr>
          <a:xfrm>
            <a:off x="380880" y="685800"/>
            <a:ext cx="6095520" cy="3428640"/>
          </a:xfrm>
          <a:prstGeom prst="rect">
            <a:avLst/>
          </a:prstGeom>
          <a:ln w="0">
            <a:noFill/>
          </a:ln>
        </p:spPr>
      </p:sp>
      <p:sp>
        <p:nvSpPr>
          <p:cNvPr id="425"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lstStyle/>
          <a:p>
            <a:pPr indent="0">
              <a:buNone/>
            </a:pPr>
            <a:endParaRPr lang="en-US" sz="1200" b="0" u="none" strike="noStrike">
              <a:solidFill>
                <a:schemeClr val="dk1"/>
              </a:solidFill>
              <a:effectLst/>
              <a:uFillTx/>
              <a:latin typeface="Arial"/>
              <a:ea typeface="Arial"/>
            </a:endParaRPr>
          </a:p>
        </p:txBody>
      </p:sp>
      <p:sp>
        <p:nvSpPr>
          <p:cNvPr id="426" name="PlaceHolder 3"/>
          <p:cNvSpPr>
            <a:spLocks noGrp="1"/>
          </p:cNvSpPr>
          <p:nvPr>
            <p:ph type="sldNum" idx="56"/>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tabLst>
                <a:tab pos="0" algn="l"/>
              </a:tabLst>
              <a:defRPr lang="en" sz="1800" b="0" u="none" strike="noStrike">
                <a:solidFill>
                  <a:srgbClr val="000000"/>
                </a:solidFill>
                <a:effectLst/>
                <a:uFillTx/>
                <a:latin typeface="Times New Roman"/>
              </a:defRPr>
            </a:lvl1pPr>
          </a:lstStyle>
          <a:p>
            <a:pPr indent="0" algn="r">
              <a:lnSpc>
                <a:spcPct val="100000"/>
              </a:lnSpc>
              <a:buNone/>
              <a:tabLst>
                <a:tab pos="0" algn="l"/>
              </a:tabLst>
            </a:pPr>
            <a:fld id="{570B70E1-E1AC-4F00-8ECD-44E8FD6301AD}" type="slidenum">
              <a:rPr lang="en" sz="1800" b="0" u="none" strike="noStrike">
                <a:solidFill>
                  <a:srgbClr val="000000"/>
                </a:solidFill>
                <a:effectLst/>
                <a:uFillTx/>
                <a:latin typeface="Times New Roman"/>
              </a:rPr>
              <a:t>13</a:t>
            </a:fld>
            <a:endParaRPr lang="en-US" sz="1800" b="0" u="none" strike="noStrike">
              <a:solidFill>
                <a:srgbClr val="000000"/>
              </a:solidFill>
              <a:effectLst/>
              <a:uFillTx/>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344011-E91D-4F4A-0890-1595DEB0F55F}"/>
            </a:ext>
          </a:extLst>
        </p:cNvPr>
        <p:cNvGrpSpPr/>
        <p:nvPr/>
      </p:nvGrpSpPr>
      <p:grpSpPr>
        <a:xfrm>
          <a:off x="0" y="0"/>
          <a:ext cx="0" cy="0"/>
          <a:chOff x="0" y="0"/>
          <a:chExt cx="0" cy="0"/>
        </a:xfrm>
      </p:grpSpPr>
      <p:sp>
        <p:nvSpPr>
          <p:cNvPr id="412" name="PlaceHolder 1">
            <a:extLst>
              <a:ext uri="{FF2B5EF4-FFF2-40B4-BE49-F238E27FC236}">
                <a16:creationId xmlns:a16="http://schemas.microsoft.com/office/drawing/2014/main" id="{55A8AA4C-EE8A-718F-BCF0-B8EDF7C67FC9}"/>
              </a:ext>
            </a:extLst>
          </p:cNvPr>
          <p:cNvSpPr>
            <a:spLocks noGrp="1" noRot="1" noChangeAspect="1"/>
          </p:cNvSpPr>
          <p:nvPr>
            <p:ph type="sldImg"/>
          </p:nvPr>
        </p:nvSpPr>
        <p:spPr>
          <a:xfrm>
            <a:off x="381000" y="685800"/>
            <a:ext cx="6096000" cy="3429000"/>
          </a:xfrm>
          <a:prstGeom prst="rect">
            <a:avLst/>
          </a:prstGeom>
          <a:ln w="0">
            <a:noFill/>
          </a:ln>
        </p:spPr>
      </p:sp>
      <p:sp>
        <p:nvSpPr>
          <p:cNvPr id="413" name="PlaceHolder 2">
            <a:extLst>
              <a:ext uri="{FF2B5EF4-FFF2-40B4-BE49-F238E27FC236}">
                <a16:creationId xmlns:a16="http://schemas.microsoft.com/office/drawing/2014/main" id="{B06EB1AA-20B1-228E-3C9A-7F1FC29F2506}"/>
              </a:ext>
            </a:extLst>
          </p:cNvPr>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lstStyle/>
          <a:p>
            <a:pPr indent="0">
              <a:buNone/>
            </a:pPr>
            <a:endParaRPr lang="en-US" sz="1200" b="0" u="none" strike="noStrike">
              <a:solidFill>
                <a:schemeClr val="dk1"/>
              </a:solidFill>
              <a:effectLst/>
              <a:uFillTx/>
              <a:latin typeface="Arial"/>
              <a:ea typeface="Arial"/>
            </a:endParaRPr>
          </a:p>
        </p:txBody>
      </p:sp>
      <p:sp>
        <p:nvSpPr>
          <p:cNvPr id="414" name="PlaceHolder 3">
            <a:extLst>
              <a:ext uri="{FF2B5EF4-FFF2-40B4-BE49-F238E27FC236}">
                <a16:creationId xmlns:a16="http://schemas.microsoft.com/office/drawing/2014/main" id="{532643E2-33D6-ABA0-00EC-BBC1ABD16F31}"/>
              </a:ext>
            </a:extLst>
          </p:cNvPr>
          <p:cNvSpPr>
            <a:spLocks noGrp="1"/>
          </p:cNvSpPr>
          <p:nvPr>
            <p:ph type="sldNum" idx="52"/>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tabLst>
                <a:tab pos="0" algn="l"/>
              </a:tabLst>
              <a:defRPr lang="en" sz="1800" b="0" u="none" strike="noStrike">
                <a:solidFill>
                  <a:srgbClr val="000000"/>
                </a:solidFill>
                <a:effectLst/>
                <a:uFillTx/>
                <a:latin typeface="Times New Roman"/>
              </a:defRPr>
            </a:lvl1pPr>
          </a:lstStyle>
          <a:p>
            <a:pPr indent="0" algn="r">
              <a:lnSpc>
                <a:spcPct val="100000"/>
              </a:lnSpc>
              <a:buNone/>
              <a:tabLst>
                <a:tab pos="0" algn="l"/>
              </a:tabLst>
            </a:pPr>
            <a:fld id="{A7270B08-9878-4C08-8C87-0975A2642560}" type="slidenum">
              <a:rPr lang="en" sz="1800" b="0" u="none" strike="noStrike">
                <a:solidFill>
                  <a:srgbClr val="000000"/>
                </a:solidFill>
                <a:effectLst/>
                <a:uFillTx/>
                <a:latin typeface="Times New Roman"/>
              </a:rPr>
              <a:t>15</a:t>
            </a:fld>
            <a:endParaRPr lang="en-US" sz="1800" b="0" u="none" strike="noStrike">
              <a:solidFill>
                <a:srgbClr val="000000"/>
              </a:solidFill>
              <a:effectLst/>
              <a:uFillTx/>
              <a:latin typeface="Times New Roman"/>
            </a:endParaRPr>
          </a:p>
        </p:txBody>
      </p:sp>
    </p:spTree>
    <p:extLst>
      <p:ext uri="{BB962C8B-B14F-4D97-AF65-F5344CB8AC3E}">
        <p14:creationId xmlns:p14="http://schemas.microsoft.com/office/powerpoint/2010/main" val="37278099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7" name="PlaceHolder 1"/>
          <p:cNvSpPr>
            <a:spLocks noGrp="1" noRot="1" noChangeAspect="1"/>
          </p:cNvSpPr>
          <p:nvPr>
            <p:ph type="sldImg"/>
          </p:nvPr>
        </p:nvSpPr>
        <p:spPr>
          <a:xfrm>
            <a:off x="381000" y="685800"/>
            <a:ext cx="6096000" cy="3429000"/>
          </a:xfrm>
          <a:prstGeom prst="rect">
            <a:avLst/>
          </a:prstGeom>
          <a:ln w="0">
            <a:noFill/>
          </a:ln>
        </p:spPr>
      </p:sp>
      <p:sp>
        <p:nvSpPr>
          <p:cNvPr id="428"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lstStyle/>
          <a:p>
            <a:pPr indent="0">
              <a:buNone/>
            </a:pPr>
            <a:endParaRPr lang="en-US" sz="1200" b="0" u="none" strike="noStrike">
              <a:solidFill>
                <a:schemeClr val="dk1"/>
              </a:solidFill>
              <a:effectLst/>
              <a:uFillTx/>
              <a:latin typeface="Arial"/>
              <a:ea typeface="Arial"/>
            </a:endParaRPr>
          </a:p>
        </p:txBody>
      </p:sp>
      <p:sp>
        <p:nvSpPr>
          <p:cNvPr id="429" name="PlaceHolder 3"/>
          <p:cNvSpPr>
            <a:spLocks noGrp="1"/>
          </p:cNvSpPr>
          <p:nvPr>
            <p:ph type="sldNum" idx="57"/>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tabLst>
                <a:tab pos="0" algn="l"/>
              </a:tabLst>
              <a:defRPr lang="en" sz="1800" b="0" u="none" strike="noStrike">
                <a:solidFill>
                  <a:srgbClr val="000000"/>
                </a:solidFill>
                <a:effectLst/>
                <a:uFillTx/>
                <a:latin typeface="Times New Roman"/>
              </a:defRPr>
            </a:lvl1pPr>
          </a:lstStyle>
          <a:p>
            <a:pPr indent="0" algn="r">
              <a:lnSpc>
                <a:spcPct val="100000"/>
              </a:lnSpc>
              <a:buNone/>
              <a:tabLst>
                <a:tab pos="0" algn="l"/>
              </a:tabLst>
            </a:pPr>
            <a:fld id="{0598A53D-F026-4E4B-B3B9-602C3AEF355C}" type="slidenum">
              <a:rPr lang="en" sz="1800" b="0" u="none" strike="noStrike">
                <a:solidFill>
                  <a:srgbClr val="000000"/>
                </a:solidFill>
                <a:effectLst/>
                <a:uFillTx/>
                <a:latin typeface="Times New Roman"/>
              </a:rPr>
              <a:t>22</a:t>
            </a:fld>
            <a:endParaRPr lang="en-US" sz="1800" b="0" u="none" strike="noStrike">
              <a:solidFill>
                <a:srgbClr val="000000"/>
              </a:solidFill>
              <a:effectLst/>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MOOC Video Title">
    <p:bg>
      <p:bgPr>
        <a:solidFill>
          <a:schemeClr val="lt1"/>
        </a:solidFill>
        <a:effectLst/>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1148040" y="3457440"/>
            <a:ext cx="10508760" cy="613080"/>
          </a:xfrm>
          <a:prstGeom prst="rect">
            <a:avLst/>
          </a:prstGeom>
          <a:noFill/>
          <a:ln w="0">
            <a:noFill/>
          </a:ln>
        </p:spPr>
        <p:txBody>
          <a:bodyPr lIns="91440" tIns="45720" rIns="91440" bIns="45720" anchor="t">
            <a:noAutofit/>
          </a:bodyPr>
          <a:lstStyle/>
          <a:p>
            <a:pPr indent="0">
              <a:buNone/>
            </a:pPr>
            <a:r>
              <a:rPr lang="en-US" sz="3670" b="0" u="none" strike="noStrike">
                <a:solidFill>
                  <a:srgbClr val="000000"/>
                </a:solidFill>
                <a:effectLst/>
                <a:uFillTx/>
                <a:latin typeface="Arial"/>
              </a:rPr>
              <a:t>Click to edit the title text format</a:t>
            </a:r>
          </a:p>
        </p:txBody>
      </p:sp>
      <p:sp>
        <p:nvSpPr>
          <p:cNvPr id="7" name="PlaceHolder 2"/>
          <p:cNvSpPr>
            <a:spLocks noGrp="1"/>
          </p:cNvSpPr>
          <p:nvPr>
            <p:ph type="body"/>
          </p:nvPr>
        </p:nvSpPr>
        <p:spPr>
          <a:xfrm>
            <a:off x="1148040" y="4510440"/>
            <a:ext cx="7386840" cy="511200"/>
          </a:xfrm>
          <a:prstGeom prst="rect">
            <a:avLst/>
          </a:prstGeom>
          <a:noFill/>
          <a:ln w="0">
            <a:noFill/>
          </a:ln>
        </p:spPr>
        <p:txBody>
          <a:bodyPr lIns="91440" tIns="45720" rIns="91440" bIns="45720" anchor="t">
            <a:noAutofit/>
          </a:bodyPr>
          <a:lstStyle/>
          <a:p>
            <a:pPr marL="432000" indent="-324000">
              <a:spcBef>
                <a:spcPts val="1417"/>
              </a:spcBef>
              <a:buClr>
                <a:srgbClr val="000000"/>
              </a:buClr>
              <a:buSzPct val="45000"/>
              <a:buFont typeface="Wingdings" charset="2"/>
              <a:buChar char=""/>
            </a:pPr>
            <a:r>
              <a:rPr lang="en-US" sz="265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265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265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265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265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265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2650" b="0" u="none" strike="noStrike">
                <a:solidFill>
                  <a:srgbClr val="000000"/>
                </a:solidFill>
                <a:effectLst/>
                <a:uFillTx/>
                <a:latin typeface="Arial"/>
              </a:rPr>
              <a:t>Seventh Outline Level</a:t>
            </a:r>
          </a:p>
        </p:txBody>
      </p:sp>
      <p:sp>
        <p:nvSpPr>
          <p:cNvPr id="2" name="PlaceHolder 3"/>
          <p:cNvSpPr>
            <a:spLocks noGrp="1"/>
          </p:cNvSpPr>
          <p:nvPr>
            <p:ph type="body"/>
          </p:nvPr>
        </p:nvSpPr>
        <p:spPr>
          <a:xfrm>
            <a:off x="1148400" y="5022000"/>
            <a:ext cx="7386480" cy="468000"/>
          </a:xfrm>
          <a:prstGeom prst="rect">
            <a:avLst/>
          </a:prstGeom>
          <a:noFill/>
          <a:ln w="0">
            <a:noFill/>
          </a:ln>
        </p:spPr>
        <p:txBody>
          <a:bodyPr lIns="91440" tIns="45720" rIns="91440" bIns="45720" anchor="t">
            <a:noAutofit/>
          </a:bodyPr>
          <a:lstStyle/>
          <a:p>
            <a:pPr marL="432000" indent="-324000">
              <a:spcBef>
                <a:spcPts val="1417"/>
              </a:spcBef>
              <a:buClr>
                <a:srgbClr val="000000"/>
              </a:buClr>
              <a:buSzPct val="45000"/>
              <a:buFont typeface="Wingdings" charset="2"/>
              <a:buChar char=""/>
            </a:pPr>
            <a:r>
              <a:rPr lang="en-US" sz="265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265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265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265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265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265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2650" b="0" u="none" strike="noStrike">
                <a:solidFill>
                  <a:srgbClr val="000000"/>
                </a:solidFill>
                <a:effectLst/>
                <a:uFillTx/>
                <a:latin typeface="Arial"/>
              </a:rPr>
              <a:t>Seventh Outline Level</a:t>
            </a:r>
          </a:p>
        </p:txBody>
      </p:sp>
      <p:sp>
        <p:nvSpPr>
          <p:cNvPr id="3" name="PlaceHolder 4"/>
          <p:cNvSpPr>
            <a:spLocks noGrp="1"/>
          </p:cNvSpPr>
          <p:nvPr>
            <p:ph type="body"/>
          </p:nvPr>
        </p:nvSpPr>
        <p:spPr>
          <a:xfrm>
            <a:off x="5754240" y="326160"/>
            <a:ext cx="5902560" cy="4183560"/>
          </a:xfrm>
          <a:prstGeom prst="rect">
            <a:avLst/>
          </a:prstGeom>
          <a:noFill/>
          <a:ln w="0">
            <a:noFill/>
          </a:ln>
        </p:spPr>
        <p:txBody>
          <a:bodyPr lIns="91440" tIns="45720" rIns="91440" bIns="45720" anchor="t">
            <a:noAutofit/>
          </a:bodyPr>
          <a:lstStyle/>
          <a:p>
            <a:pPr marL="432000" indent="-324000">
              <a:spcBef>
                <a:spcPts val="1417"/>
              </a:spcBef>
              <a:buClr>
                <a:srgbClr val="000000"/>
              </a:buClr>
              <a:buSzPct val="45000"/>
              <a:buFont typeface="Wingdings" charset="2"/>
              <a:buChar char=""/>
            </a:pPr>
            <a:r>
              <a:rPr lang="en-US" sz="265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265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265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265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265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265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2650" b="0" u="none" strike="noStrike">
                <a:solidFill>
                  <a:srgbClr val="000000"/>
                </a:solidFill>
                <a:effectLst/>
                <a:uFillTx/>
                <a:latin typeface="Arial"/>
              </a:rPr>
              <a:t>Seventh Outline Level</a:t>
            </a:r>
          </a:p>
        </p:txBody>
      </p:sp>
      <p:pic>
        <p:nvPicPr>
          <p:cNvPr id="4" name="Google Shape;16;p2"/>
          <p:cNvPicPr/>
          <p:nvPr/>
        </p:nvPicPr>
        <p:blipFill>
          <a:blip r:embed="rId2"/>
          <a:stretch/>
        </p:blipFill>
        <p:spPr>
          <a:xfrm>
            <a:off x="1208520" y="590400"/>
            <a:ext cx="1071720" cy="1350720"/>
          </a:xfrm>
          <a:prstGeom prst="rect">
            <a:avLst/>
          </a:prstGeom>
          <a:noFill/>
          <a:ln w="0">
            <a:noFill/>
          </a:ln>
        </p:spPr>
      </p:pic>
      <p:sp>
        <p:nvSpPr>
          <p:cNvPr id="5" name="PlaceHolder 5"/>
          <p:cNvSpPr>
            <a:spLocks noGrp="1"/>
          </p:cNvSpPr>
          <p:nvPr>
            <p:ph type="sldNum" idx="1"/>
          </p:nvPr>
        </p:nvSpPr>
        <p:spPr>
          <a:xfrm>
            <a:off x="11409120" y="6333120"/>
            <a:ext cx="731520" cy="524520"/>
          </a:xfrm>
          <a:prstGeom prst="rect">
            <a:avLst/>
          </a:prstGeom>
          <a:noFill/>
          <a:ln w="0">
            <a:noFill/>
          </a:ln>
        </p:spPr>
        <p:txBody>
          <a:bodyPr lIns="91440" tIns="91440" rIns="91440" bIns="91440" anchor="t">
            <a:noAutofit/>
          </a:bodyPr>
          <a:lstStyle>
            <a:lvl1pPr indent="0" algn="r">
              <a:lnSpc>
                <a:spcPct val="100000"/>
              </a:lnSpc>
              <a:buNone/>
              <a:tabLst>
                <a:tab pos="0" algn="l"/>
              </a:tabLst>
              <a:defRPr lang="en" sz="1300" b="0" u="none" strike="noStrike">
                <a:solidFill>
                  <a:schemeClr val="dk1"/>
                </a:solidFill>
                <a:effectLst/>
                <a:uFillTx/>
                <a:latin typeface="Arial Narrow"/>
                <a:ea typeface="Arial Narrow"/>
              </a:defRPr>
            </a:lvl1pPr>
          </a:lstStyle>
          <a:p>
            <a:pPr indent="0" algn="r">
              <a:lnSpc>
                <a:spcPct val="100000"/>
              </a:lnSpc>
              <a:buNone/>
              <a:tabLst>
                <a:tab pos="0" algn="l"/>
              </a:tabLst>
            </a:pPr>
            <a:fld id="{F08889EB-AEC4-4A03-9B30-B0FA626793C4}" type="slidenum">
              <a:rPr lang="en" sz="1300" b="0" u="none" strike="noStrike">
                <a:solidFill>
                  <a:schemeClr val="dk1"/>
                </a:solidFill>
                <a:effectLst/>
                <a:uFillTx/>
                <a:latin typeface="Arial Narrow"/>
                <a:ea typeface="Arial Narrow"/>
              </a:rPr>
              <a:t>‹#›</a:t>
            </a:fld>
            <a:endParaRPr lang="en-US" sz="1300" b="0" u="none" strike="noStrike">
              <a:solidFill>
                <a:srgbClr val="000000"/>
              </a:solidFill>
              <a:effectLst/>
              <a:uFillTx/>
              <a:latin typeface="Times New Roman"/>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Titre et contenu_1">
    <p:bg>
      <p:bgPr>
        <a:solidFill>
          <a:schemeClr val="lt1"/>
        </a:solidFill>
        <a:effectLst/>
      </p:bgPr>
    </p:bg>
    <p:spTree>
      <p:nvGrpSpPr>
        <p:cNvPr id="1" name=""/>
        <p:cNvGrpSpPr/>
        <p:nvPr/>
      </p:nvGrpSpPr>
      <p:grpSpPr>
        <a:xfrm>
          <a:off x="0" y="0"/>
          <a:ext cx="0" cy="0"/>
          <a:chOff x="0" y="0"/>
          <a:chExt cx="0" cy="0"/>
        </a:xfrm>
      </p:grpSpPr>
      <p:grpSp>
        <p:nvGrpSpPr>
          <p:cNvPr id="6" name="Google Shape;66;p11"/>
          <p:cNvGrpSpPr/>
          <p:nvPr/>
        </p:nvGrpSpPr>
        <p:grpSpPr>
          <a:xfrm>
            <a:off x="720" y="882360"/>
            <a:ext cx="12192120" cy="127080"/>
            <a:chOff x="720" y="882360"/>
            <a:chExt cx="12192120" cy="127080"/>
          </a:xfrm>
        </p:grpSpPr>
        <p:sp>
          <p:nvSpPr>
            <p:cNvPr id="7" name="Google Shape;67;p11"/>
            <p:cNvSpPr/>
            <p:nvPr/>
          </p:nvSpPr>
          <p:spPr>
            <a:xfrm>
              <a:off x="720" y="882360"/>
              <a:ext cx="12192120" cy="53640"/>
            </a:xfrm>
            <a:prstGeom prst="rect">
              <a:avLst/>
            </a:prstGeom>
            <a:solidFill>
              <a:srgbClr val="D9D9D9"/>
            </a:solidFill>
            <a:ln w="0">
              <a:noFill/>
            </a:ln>
          </p:spPr>
          <p:style>
            <a:lnRef idx="0">
              <a:scrgbClr r="0" g="0" b="0"/>
            </a:lnRef>
            <a:fillRef idx="0">
              <a:scrgbClr r="0" g="0" b="0"/>
            </a:fillRef>
            <a:effectRef idx="0">
              <a:scrgbClr r="0" g="0" b="0"/>
            </a:effectRef>
            <a:fontRef idx="minor"/>
          </p:style>
          <p:txBody>
            <a:bodyPr lIns="198000" tIns="27000" rIns="198000" bIns="27000" anchor="ctr">
              <a:noAutofit/>
            </a:bodyPr>
            <a:lstStyle/>
            <a:p>
              <a:pPr algn="ctr">
                <a:lnSpc>
                  <a:spcPct val="100000"/>
                </a:lnSpc>
                <a:tabLst>
                  <a:tab pos="0" algn="l"/>
                </a:tabLst>
              </a:pPr>
              <a:endParaRPr lang="en-US" sz="2420" b="0" u="none" strike="noStrike">
                <a:solidFill>
                  <a:schemeClr val="lt1"/>
                </a:solidFill>
                <a:effectLst/>
                <a:uFillTx/>
                <a:latin typeface="Arial"/>
                <a:ea typeface="Arial"/>
              </a:endParaRPr>
            </a:p>
          </p:txBody>
        </p:sp>
        <p:sp>
          <p:nvSpPr>
            <p:cNvPr id="8" name="Google Shape;68;p11"/>
            <p:cNvSpPr/>
            <p:nvPr/>
          </p:nvSpPr>
          <p:spPr>
            <a:xfrm>
              <a:off x="720" y="955800"/>
              <a:ext cx="12192120" cy="53640"/>
            </a:xfrm>
            <a:prstGeom prst="rect">
              <a:avLst/>
            </a:prstGeom>
            <a:solidFill>
              <a:srgbClr val="D9D9D9"/>
            </a:solidFill>
            <a:ln w="0">
              <a:noFill/>
            </a:ln>
          </p:spPr>
          <p:style>
            <a:lnRef idx="0">
              <a:scrgbClr r="0" g="0" b="0"/>
            </a:lnRef>
            <a:fillRef idx="0">
              <a:scrgbClr r="0" g="0" b="0"/>
            </a:fillRef>
            <a:effectRef idx="0">
              <a:scrgbClr r="0" g="0" b="0"/>
            </a:effectRef>
            <a:fontRef idx="minor"/>
          </p:style>
          <p:txBody>
            <a:bodyPr lIns="198000" tIns="27000" rIns="198000" bIns="27000" anchor="ctr">
              <a:noAutofit/>
            </a:bodyPr>
            <a:lstStyle/>
            <a:p>
              <a:pPr algn="ctr">
                <a:lnSpc>
                  <a:spcPct val="100000"/>
                </a:lnSpc>
                <a:tabLst>
                  <a:tab pos="0" algn="l"/>
                </a:tabLst>
              </a:pPr>
              <a:endParaRPr lang="en-US" sz="2420" b="0" u="none" strike="noStrike">
                <a:solidFill>
                  <a:schemeClr val="lt1"/>
                </a:solidFill>
                <a:effectLst/>
                <a:uFillTx/>
                <a:latin typeface="Arial"/>
                <a:ea typeface="Arial"/>
              </a:endParaRPr>
            </a:p>
          </p:txBody>
        </p:sp>
      </p:grpSp>
      <p:sp>
        <p:nvSpPr>
          <p:cNvPr id="9" name="PlaceHolder 1"/>
          <p:cNvSpPr>
            <a:spLocks noGrp="1"/>
          </p:cNvSpPr>
          <p:nvPr>
            <p:ph type="body"/>
          </p:nvPr>
        </p:nvSpPr>
        <p:spPr>
          <a:xfrm>
            <a:off x="391680" y="1325160"/>
            <a:ext cx="11265120" cy="4853520"/>
          </a:xfrm>
          <a:prstGeom prst="rect">
            <a:avLst/>
          </a:prstGeom>
          <a:noFill/>
          <a:ln w="0">
            <a:noFill/>
          </a:ln>
        </p:spPr>
        <p:txBody>
          <a:bodyPr lIns="0" tIns="0" rIns="0" bIns="0" anchor="t">
            <a:noAutofit/>
          </a:bodyPr>
          <a:lstStyle/>
          <a:p>
            <a:pPr marL="432000" indent="-324000">
              <a:spcBef>
                <a:spcPts val="1417"/>
              </a:spcBef>
              <a:buClr>
                <a:srgbClr val="000000"/>
              </a:buClr>
              <a:buSzPct val="45000"/>
              <a:buFont typeface="Wingdings" charset="2"/>
              <a:buChar char=""/>
            </a:pPr>
            <a:r>
              <a:rPr lang="en-US" sz="293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293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293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293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293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293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2930" b="0" u="none" strike="noStrike">
                <a:solidFill>
                  <a:srgbClr val="000000"/>
                </a:solidFill>
                <a:effectLst/>
                <a:uFillTx/>
                <a:latin typeface="Arial"/>
              </a:rPr>
              <a:t>Seventh Outline Level</a:t>
            </a:r>
          </a:p>
        </p:txBody>
      </p:sp>
      <p:sp>
        <p:nvSpPr>
          <p:cNvPr id="10" name="PlaceHolder 2"/>
          <p:cNvSpPr>
            <a:spLocks noGrp="1"/>
          </p:cNvSpPr>
          <p:nvPr>
            <p:ph type="title"/>
          </p:nvPr>
        </p:nvSpPr>
        <p:spPr>
          <a:xfrm>
            <a:off x="533160" y="182520"/>
            <a:ext cx="10324800" cy="831240"/>
          </a:xfrm>
          <a:prstGeom prst="rect">
            <a:avLst/>
          </a:prstGeom>
          <a:noFill/>
          <a:ln w="0">
            <a:noFill/>
          </a:ln>
        </p:spPr>
        <p:txBody>
          <a:bodyPr lIns="216000" tIns="108000" rIns="216000" bIns="108000" anchor="t">
            <a:noAutofit/>
          </a:bodyPr>
          <a:lstStyle/>
          <a:p>
            <a:pPr indent="0">
              <a:buNone/>
            </a:pPr>
            <a:r>
              <a:rPr lang="en-US" sz="3440" b="0" u="none" strike="noStrike">
                <a:solidFill>
                  <a:srgbClr val="000000"/>
                </a:solidFill>
                <a:effectLst/>
                <a:uFillTx/>
                <a:latin typeface="Arial"/>
              </a:rPr>
              <a:t>Click to edit the title text format</a:t>
            </a:r>
          </a:p>
        </p:txBody>
      </p:sp>
      <p:pic>
        <p:nvPicPr>
          <p:cNvPr id="11" name="Google Shape;71;p11"/>
          <p:cNvPicPr/>
          <p:nvPr/>
        </p:nvPicPr>
        <p:blipFill>
          <a:blip r:embed="rId2"/>
          <a:stretch/>
        </p:blipFill>
        <p:spPr>
          <a:xfrm>
            <a:off x="10968840" y="-9000"/>
            <a:ext cx="659520" cy="831240"/>
          </a:xfrm>
          <a:prstGeom prst="rect">
            <a:avLst/>
          </a:prstGeom>
          <a:noFill/>
          <a:ln w="0">
            <a:noFill/>
          </a:ln>
        </p:spPr>
      </p:pic>
      <p:sp>
        <p:nvSpPr>
          <p:cNvPr id="12" name="PlaceHolder 3"/>
          <p:cNvSpPr>
            <a:spLocks noGrp="1"/>
          </p:cNvSpPr>
          <p:nvPr>
            <p:ph type="sldNum" idx="2"/>
          </p:nvPr>
        </p:nvSpPr>
        <p:spPr>
          <a:xfrm>
            <a:off x="11409120" y="6333120"/>
            <a:ext cx="731520" cy="524520"/>
          </a:xfrm>
          <a:prstGeom prst="rect">
            <a:avLst/>
          </a:prstGeom>
          <a:noFill/>
          <a:ln w="0">
            <a:noFill/>
          </a:ln>
        </p:spPr>
        <p:txBody>
          <a:bodyPr lIns="91440" tIns="91440" rIns="91440" bIns="91440" anchor="t">
            <a:noAutofit/>
          </a:bodyPr>
          <a:lstStyle>
            <a:lvl1pPr indent="0" algn="r">
              <a:lnSpc>
                <a:spcPct val="100000"/>
              </a:lnSpc>
              <a:buNone/>
              <a:tabLst>
                <a:tab pos="0" algn="l"/>
              </a:tabLst>
              <a:defRPr lang="en" sz="1300" b="0" u="none" strike="noStrike">
                <a:solidFill>
                  <a:schemeClr val="dk1"/>
                </a:solidFill>
                <a:effectLst/>
                <a:uFillTx/>
                <a:latin typeface="Arial"/>
                <a:ea typeface="Arial"/>
              </a:defRPr>
            </a:lvl1pPr>
          </a:lstStyle>
          <a:p>
            <a:pPr indent="0" algn="r">
              <a:lnSpc>
                <a:spcPct val="100000"/>
              </a:lnSpc>
              <a:buNone/>
              <a:tabLst>
                <a:tab pos="0" algn="l"/>
              </a:tabLst>
            </a:pPr>
            <a:fld id="{77563FAA-0711-44CA-90EE-2C247BE771D4}" type="slidenum">
              <a:rPr lang="en" sz="1300" b="0" u="none" strike="noStrike">
                <a:solidFill>
                  <a:schemeClr val="dk1"/>
                </a:solidFill>
                <a:effectLst/>
                <a:uFillTx/>
                <a:latin typeface="Arial"/>
                <a:ea typeface="Arial"/>
              </a:rPr>
              <a:t>‹#›</a:t>
            </a:fld>
            <a:endParaRPr lang="en-US" sz="1300" b="0" u="none" strike="noStrike">
              <a:solidFill>
                <a:srgbClr val="000000"/>
              </a:solidFill>
              <a:effectLst/>
              <a:uFillTx/>
              <a:latin typeface="Times New Roman"/>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TITLE_ONLY">
    <p:bg>
      <p:bgPr>
        <a:solidFill>
          <a:schemeClr val="lt1"/>
        </a:solidFill>
        <a:effectLst/>
      </p:bgPr>
    </p:bg>
    <p:spTree>
      <p:nvGrpSpPr>
        <p:cNvPr id="1" name=""/>
        <p:cNvGrpSpPr/>
        <p:nvPr/>
      </p:nvGrpSpPr>
      <p:grpSpPr>
        <a:xfrm>
          <a:off x="0" y="0"/>
          <a:ext cx="0" cy="0"/>
          <a:chOff x="0" y="0"/>
          <a:chExt cx="0" cy="0"/>
        </a:xfrm>
      </p:grpSpPr>
      <p:sp>
        <p:nvSpPr>
          <p:cNvPr id="13" name="Google Shape;19;p3"/>
          <p:cNvSpPr/>
          <p:nvPr/>
        </p:nvSpPr>
        <p:spPr>
          <a:xfrm>
            <a:off x="11505960" y="6375240"/>
            <a:ext cx="698400" cy="319320"/>
          </a:xfrm>
          <a:prstGeom prst="rect">
            <a:avLst/>
          </a:prstGeom>
          <a:noFill/>
          <a:ln w="0">
            <a:noFill/>
          </a:ln>
        </p:spPr>
        <p:style>
          <a:lnRef idx="0">
            <a:scrgbClr r="0" g="0" b="0"/>
          </a:lnRef>
          <a:fillRef idx="0">
            <a:scrgbClr r="0" g="0" b="0"/>
          </a:fillRef>
          <a:effectRef idx="0">
            <a:scrgbClr r="0" g="0" b="0"/>
          </a:effectRef>
          <a:fontRef idx="minor"/>
        </p:style>
        <p:txBody>
          <a:bodyPr lIns="122040" tIns="60840" rIns="122040" bIns="60840" anchor="t">
            <a:noAutofit/>
          </a:bodyPr>
          <a:lstStyle/>
          <a:p>
            <a:pPr algn="r">
              <a:lnSpc>
                <a:spcPct val="100000"/>
              </a:lnSpc>
              <a:tabLst>
                <a:tab pos="0" algn="l"/>
              </a:tabLst>
            </a:pPr>
            <a:endParaRPr lang="en-US" sz="1070" b="0" u="none" strike="noStrike">
              <a:solidFill>
                <a:srgbClr val="A5A5A5"/>
              </a:solidFill>
              <a:effectLst/>
              <a:uFillTx/>
              <a:latin typeface="Arial Narrow"/>
              <a:ea typeface="Arial Narrow"/>
            </a:endParaRPr>
          </a:p>
        </p:txBody>
      </p:sp>
      <p:grpSp>
        <p:nvGrpSpPr>
          <p:cNvPr id="14" name="Google Shape;20;p3"/>
          <p:cNvGrpSpPr/>
          <p:nvPr/>
        </p:nvGrpSpPr>
        <p:grpSpPr>
          <a:xfrm>
            <a:off x="720" y="882360"/>
            <a:ext cx="12191760" cy="126720"/>
            <a:chOff x="720" y="882360"/>
            <a:chExt cx="12191760" cy="126720"/>
          </a:xfrm>
        </p:grpSpPr>
        <p:sp>
          <p:nvSpPr>
            <p:cNvPr id="15" name="Google Shape;21;p3"/>
            <p:cNvSpPr/>
            <p:nvPr/>
          </p:nvSpPr>
          <p:spPr>
            <a:xfrm>
              <a:off x="720" y="882360"/>
              <a:ext cx="12191760" cy="53280"/>
            </a:xfrm>
            <a:prstGeom prst="rect">
              <a:avLst/>
            </a:prstGeom>
            <a:solidFill>
              <a:srgbClr val="D9D9D9"/>
            </a:solidFill>
            <a:ln w="0">
              <a:noFill/>
            </a:ln>
          </p:spPr>
          <p:style>
            <a:lnRef idx="0">
              <a:scrgbClr r="0" g="0" b="0"/>
            </a:lnRef>
            <a:fillRef idx="0">
              <a:scrgbClr r="0" g="0" b="0"/>
            </a:fillRef>
            <a:effectRef idx="0">
              <a:scrgbClr r="0" g="0" b="0"/>
            </a:effectRef>
            <a:fontRef idx="minor"/>
          </p:style>
          <p:txBody>
            <a:bodyPr lIns="198000" tIns="26640" rIns="198000" bIns="26640" anchor="ctr">
              <a:noAutofit/>
            </a:bodyPr>
            <a:lstStyle/>
            <a:p>
              <a:pPr algn="ctr">
                <a:lnSpc>
                  <a:spcPct val="100000"/>
                </a:lnSpc>
                <a:tabLst>
                  <a:tab pos="0" algn="l"/>
                </a:tabLst>
              </a:pPr>
              <a:endParaRPr lang="en-US" sz="2420" b="0" u="none" strike="noStrike">
                <a:solidFill>
                  <a:schemeClr val="lt1"/>
                </a:solidFill>
                <a:effectLst/>
                <a:uFillTx/>
                <a:latin typeface="Arial"/>
                <a:ea typeface="Arial"/>
              </a:endParaRPr>
            </a:p>
          </p:txBody>
        </p:sp>
        <p:sp>
          <p:nvSpPr>
            <p:cNvPr id="16" name="Google Shape;22;p3"/>
            <p:cNvSpPr/>
            <p:nvPr/>
          </p:nvSpPr>
          <p:spPr>
            <a:xfrm>
              <a:off x="720" y="955800"/>
              <a:ext cx="12191760" cy="53280"/>
            </a:xfrm>
            <a:prstGeom prst="rect">
              <a:avLst/>
            </a:prstGeom>
            <a:solidFill>
              <a:srgbClr val="D9D9D9"/>
            </a:solidFill>
            <a:ln w="0">
              <a:noFill/>
            </a:ln>
          </p:spPr>
          <p:style>
            <a:lnRef idx="0">
              <a:scrgbClr r="0" g="0" b="0"/>
            </a:lnRef>
            <a:fillRef idx="0">
              <a:scrgbClr r="0" g="0" b="0"/>
            </a:fillRef>
            <a:effectRef idx="0">
              <a:scrgbClr r="0" g="0" b="0"/>
            </a:effectRef>
            <a:fontRef idx="minor"/>
          </p:style>
          <p:txBody>
            <a:bodyPr lIns="198000" tIns="26640" rIns="198000" bIns="26640" anchor="ctr">
              <a:noAutofit/>
            </a:bodyPr>
            <a:lstStyle/>
            <a:p>
              <a:pPr algn="ctr">
                <a:lnSpc>
                  <a:spcPct val="100000"/>
                </a:lnSpc>
                <a:tabLst>
                  <a:tab pos="0" algn="l"/>
                </a:tabLst>
              </a:pPr>
              <a:endParaRPr lang="en-US" sz="2420" b="0" u="none" strike="noStrike">
                <a:solidFill>
                  <a:schemeClr val="lt1"/>
                </a:solidFill>
                <a:effectLst/>
                <a:uFillTx/>
                <a:latin typeface="Arial"/>
                <a:ea typeface="Arial"/>
              </a:endParaRPr>
            </a:p>
          </p:txBody>
        </p:sp>
      </p:grpSp>
      <p:sp>
        <p:nvSpPr>
          <p:cNvPr id="17" name="PlaceHolder 1"/>
          <p:cNvSpPr>
            <a:spLocks noGrp="1"/>
          </p:cNvSpPr>
          <p:nvPr>
            <p:ph type="title"/>
          </p:nvPr>
        </p:nvSpPr>
        <p:spPr>
          <a:xfrm>
            <a:off x="533160" y="182520"/>
            <a:ext cx="10324800" cy="831240"/>
          </a:xfrm>
          <a:prstGeom prst="rect">
            <a:avLst/>
          </a:prstGeom>
          <a:noFill/>
          <a:ln w="0">
            <a:noFill/>
          </a:ln>
        </p:spPr>
        <p:txBody>
          <a:bodyPr lIns="216000" tIns="108000" rIns="216000" bIns="108000" anchor="t">
            <a:noAutofit/>
          </a:bodyPr>
          <a:lstStyle/>
          <a:p>
            <a:pPr indent="0">
              <a:buNone/>
            </a:pPr>
            <a:r>
              <a:rPr lang="en-US" sz="3440" b="0" u="none" strike="noStrike">
                <a:solidFill>
                  <a:srgbClr val="000000"/>
                </a:solidFill>
                <a:effectLst/>
                <a:uFillTx/>
                <a:latin typeface="Arial"/>
              </a:rPr>
              <a:t>Click to edit the title text format</a:t>
            </a:r>
          </a:p>
        </p:txBody>
      </p:sp>
      <p:pic>
        <p:nvPicPr>
          <p:cNvPr id="18" name="Google Shape;24;p3"/>
          <p:cNvPicPr/>
          <p:nvPr/>
        </p:nvPicPr>
        <p:blipFill>
          <a:blip r:embed="rId2"/>
          <a:stretch/>
        </p:blipFill>
        <p:spPr>
          <a:xfrm>
            <a:off x="10968840" y="-9000"/>
            <a:ext cx="659520" cy="831240"/>
          </a:xfrm>
          <a:prstGeom prst="rect">
            <a:avLst/>
          </a:prstGeom>
          <a:noFill/>
          <a:ln w="0">
            <a:noFill/>
          </a:ln>
        </p:spPr>
      </p:pic>
      <p:sp>
        <p:nvSpPr>
          <p:cNvPr id="19" name="PlaceHolder 2"/>
          <p:cNvSpPr>
            <a:spLocks noGrp="1"/>
          </p:cNvSpPr>
          <p:nvPr>
            <p:ph type="sldNum" idx="3"/>
          </p:nvPr>
        </p:nvSpPr>
        <p:spPr>
          <a:xfrm>
            <a:off x="11409120" y="6333120"/>
            <a:ext cx="731520" cy="524520"/>
          </a:xfrm>
          <a:prstGeom prst="rect">
            <a:avLst/>
          </a:prstGeom>
          <a:noFill/>
          <a:ln w="0">
            <a:noFill/>
          </a:ln>
        </p:spPr>
        <p:txBody>
          <a:bodyPr lIns="91440" tIns="91440" rIns="91440" bIns="91440" anchor="t">
            <a:noAutofit/>
          </a:bodyPr>
          <a:lstStyle>
            <a:lvl1pPr indent="0" algn="r">
              <a:lnSpc>
                <a:spcPct val="100000"/>
              </a:lnSpc>
              <a:buNone/>
              <a:tabLst>
                <a:tab pos="0" algn="l"/>
              </a:tabLst>
              <a:defRPr lang="en" sz="1300" b="0" u="none" strike="noStrike">
                <a:solidFill>
                  <a:schemeClr val="dk1"/>
                </a:solidFill>
                <a:effectLst/>
                <a:uFillTx/>
                <a:latin typeface="Anton"/>
                <a:ea typeface="Anton"/>
              </a:defRPr>
            </a:lvl1pPr>
          </a:lstStyle>
          <a:p>
            <a:pPr indent="0" algn="r">
              <a:lnSpc>
                <a:spcPct val="100000"/>
              </a:lnSpc>
              <a:buNone/>
              <a:tabLst>
                <a:tab pos="0" algn="l"/>
              </a:tabLst>
            </a:pPr>
            <a:fld id="{663A527E-6889-4888-82E4-8397EF1C598F}" type="slidenum">
              <a:rPr lang="en" sz="1300" b="0" u="none" strike="noStrike">
                <a:solidFill>
                  <a:schemeClr val="dk1"/>
                </a:solidFill>
                <a:effectLst/>
                <a:uFillTx/>
                <a:latin typeface="Anton"/>
                <a:ea typeface="Anton"/>
              </a:rPr>
              <a:t>‹#›</a:t>
            </a:fld>
            <a:endParaRPr lang="en-US" sz="1300" b="0" u="none" strike="noStrike">
              <a:solidFill>
                <a:srgbClr val="000000"/>
              </a:solidFill>
              <a:effectLst/>
              <a:uFillTx/>
              <a:latin typeface="Times New Roman"/>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Titre et contenu">
    <p:bg>
      <p:bgPr>
        <a:solidFill>
          <a:schemeClr val="lt1"/>
        </a:solidFill>
        <a:effectLst/>
      </p:bgPr>
    </p:bg>
    <p:spTree>
      <p:nvGrpSpPr>
        <p:cNvPr id="1" name=""/>
        <p:cNvGrpSpPr/>
        <p:nvPr/>
      </p:nvGrpSpPr>
      <p:grpSpPr>
        <a:xfrm>
          <a:off x="0" y="0"/>
          <a:ext cx="0" cy="0"/>
          <a:chOff x="0" y="0"/>
          <a:chExt cx="0" cy="0"/>
        </a:xfrm>
      </p:grpSpPr>
      <p:grpSp>
        <p:nvGrpSpPr>
          <p:cNvPr id="20" name="Google Shape;27;p4"/>
          <p:cNvGrpSpPr/>
          <p:nvPr/>
        </p:nvGrpSpPr>
        <p:grpSpPr>
          <a:xfrm>
            <a:off x="720" y="882360"/>
            <a:ext cx="12191760" cy="126720"/>
            <a:chOff x="720" y="882360"/>
            <a:chExt cx="12191760" cy="126720"/>
          </a:xfrm>
        </p:grpSpPr>
        <p:sp>
          <p:nvSpPr>
            <p:cNvPr id="21" name="Google Shape;28;p4"/>
            <p:cNvSpPr/>
            <p:nvPr/>
          </p:nvSpPr>
          <p:spPr>
            <a:xfrm>
              <a:off x="720" y="882360"/>
              <a:ext cx="12191760" cy="53280"/>
            </a:xfrm>
            <a:prstGeom prst="rect">
              <a:avLst/>
            </a:prstGeom>
            <a:solidFill>
              <a:srgbClr val="D9D9D9"/>
            </a:solidFill>
            <a:ln w="0">
              <a:noFill/>
            </a:ln>
          </p:spPr>
          <p:style>
            <a:lnRef idx="0">
              <a:scrgbClr r="0" g="0" b="0"/>
            </a:lnRef>
            <a:fillRef idx="0">
              <a:scrgbClr r="0" g="0" b="0"/>
            </a:fillRef>
            <a:effectRef idx="0">
              <a:scrgbClr r="0" g="0" b="0"/>
            </a:effectRef>
            <a:fontRef idx="minor"/>
          </p:style>
          <p:txBody>
            <a:bodyPr lIns="198000" tIns="26640" rIns="198000" bIns="26640" anchor="ctr">
              <a:noAutofit/>
            </a:bodyPr>
            <a:lstStyle/>
            <a:p>
              <a:pPr algn="ctr">
                <a:lnSpc>
                  <a:spcPct val="100000"/>
                </a:lnSpc>
                <a:tabLst>
                  <a:tab pos="0" algn="l"/>
                </a:tabLst>
              </a:pPr>
              <a:endParaRPr lang="en-US" sz="2420" b="0" u="none" strike="noStrike">
                <a:solidFill>
                  <a:schemeClr val="lt1"/>
                </a:solidFill>
                <a:effectLst/>
                <a:uFillTx/>
                <a:latin typeface="Arial"/>
                <a:ea typeface="Arial"/>
              </a:endParaRPr>
            </a:p>
          </p:txBody>
        </p:sp>
        <p:sp>
          <p:nvSpPr>
            <p:cNvPr id="22" name="Google Shape;29;p4"/>
            <p:cNvSpPr/>
            <p:nvPr/>
          </p:nvSpPr>
          <p:spPr>
            <a:xfrm>
              <a:off x="720" y="955800"/>
              <a:ext cx="12191760" cy="53280"/>
            </a:xfrm>
            <a:prstGeom prst="rect">
              <a:avLst/>
            </a:prstGeom>
            <a:solidFill>
              <a:srgbClr val="D9D9D9"/>
            </a:solidFill>
            <a:ln w="0">
              <a:noFill/>
            </a:ln>
          </p:spPr>
          <p:style>
            <a:lnRef idx="0">
              <a:scrgbClr r="0" g="0" b="0"/>
            </a:lnRef>
            <a:fillRef idx="0">
              <a:scrgbClr r="0" g="0" b="0"/>
            </a:fillRef>
            <a:effectRef idx="0">
              <a:scrgbClr r="0" g="0" b="0"/>
            </a:effectRef>
            <a:fontRef idx="minor"/>
          </p:style>
          <p:txBody>
            <a:bodyPr lIns="198000" tIns="26640" rIns="198000" bIns="26640" anchor="ctr">
              <a:noAutofit/>
            </a:bodyPr>
            <a:lstStyle/>
            <a:p>
              <a:pPr algn="ctr">
                <a:lnSpc>
                  <a:spcPct val="100000"/>
                </a:lnSpc>
                <a:tabLst>
                  <a:tab pos="0" algn="l"/>
                </a:tabLst>
              </a:pPr>
              <a:endParaRPr lang="en-US" sz="2420" b="0" u="none" strike="noStrike">
                <a:solidFill>
                  <a:schemeClr val="lt1"/>
                </a:solidFill>
                <a:effectLst/>
                <a:uFillTx/>
                <a:latin typeface="Arial"/>
                <a:ea typeface="Arial"/>
              </a:endParaRPr>
            </a:p>
          </p:txBody>
        </p:sp>
      </p:grpSp>
      <p:sp>
        <p:nvSpPr>
          <p:cNvPr id="23" name="PlaceHolder 1"/>
          <p:cNvSpPr>
            <a:spLocks noGrp="1"/>
          </p:cNvSpPr>
          <p:nvPr>
            <p:ph type="body"/>
          </p:nvPr>
        </p:nvSpPr>
        <p:spPr>
          <a:xfrm>
            <a:off x="391680" y="1325160"/>
            <a:ext cx="11264760" cy="4853880"/>
          </a:xfrm>
          <a:prstGeom prst="rect">
            <a:avLst/>
          </a:prstGeom>
          <a:noFill/>
          <a:ln w="0">
            <a:noFill/>
          </a:ln>
        </p:spPr>
        <p:txBody>
          <a:bodyPr lIns="0" tIns="0" rIns="0" bIns="0" anchor="t">
            <a:noAutofit/>
          </a:bodyPr>
          <a:lstStyle/>
          <a:p>
            <a:pPr marL="432000" indent="-324000">
              <a:spcBef>
                <a:spcPts val="1417"/>
              </a:spcBef>
              <a:buClr>
                <a:srgbClr val="000000"/>
              </a:buClr>
              <a:buSzPct val="45000"/>
              <a:buFont typeface="Wingdings" charset="2"/>
              <a:buChar char=""/>
            </a:pPr>
            <a:r>
              <a:rPr lang="en-US" sz="293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293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293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293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293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293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2930" b="0" u="none" strike="noStrike">
                <a:solidFill>
                  <a:srgbClr val="000000"/>
                </a:solidFill>
                <a:effectLst/>
                <a:uFillTx/>
                <a:latin typeface="Arial"/>
              </a:rPr>
              <a:t>Seventh Outline Level</a:t>
            </a:r>
          </a:p>
        </p:txBody>
      </p:sp>
      <p:sp>
        <p:nvSpPr>
          <p:cNvPr id="24" name="PlaceHolder 2"/>
          <p:cNvSpPr>
            <a:spLocks noGrp="1"/>
          </p:cNvSpPr>
          <p:nvPr>
            <p:ph type="title"/>
          </p:nvPr>
        </p:nvSpPr>
        <p:spPr>
          <a:xfrm>
            <a:off x="533160" y="182520"/>
            <a:ext cx="10324800" cy="831240"/>
          </a:xfrm>
          <a:prstGeom prst="rect">
            <a:avLst/>
          </a:prstGeom>
          <a:noFill/>
          <a:ln w="0">
            <a:noFill/>
          </a:ln>
        </p:spPr>
        <p:txBody>
          <a:bodyPr lIns="216000" tIns="108000" rIns="216000" bIns="108000" anchor="t">
            <a:noAutofit/>
          </a:bodyPr>
          <a:lstStyle/>
          <a:p>
            <a:pPr indent="0">
              <a:buNone/>
            </a:pPr>
            <a:r>
              <a:rPr lang="en-US" sz="3440" b="0" u="none" strike="noStrike">
                <a:solidFill>
                  <a:srgbClr val="000000"/>
                </a:solidFill>
                <a:effectLst/>
                <a:uFillTx/>
                <a:latin typeface="Arial"/>
              </a:rPr>
              <a:t>Click to edit the title text format</a:t>
            </a:r>
          </a:p>
        </p:txBody>
      </p:sp>
      <p:pic>
        <p:nvPicPr>
          <p:cNvPr id="25" name="Google Shape;32;p4"/>
          <p:cNvPicPr/>
          <p:nvPr/>
        </p:nvPicPr>
        <p:blipFill>
          <a:blip r:embed="rId2"/>
          <a:stretch/>
        </p:blipFill>
        <p:spPr>
          <a:xfrm>
            <a:off x="10968840" y="-9000"/>
            <a:ext cx="659520" cy="831240"/>
          </a:xfrm>
          <a:prstGeom prst="rect">
            <a:avLst/>
          </a:prstGeom>
          <a:noFill/>
          <a:ln w="0">
            <a:noFill/>
          </a:ln>
        </p:spPr>
      </p:pic>
      <p:sp>
        <p:nvSpPr>
          <p:cNvPr id="26" name="PlaceHolder 3"/>
          <p:cNvSpPr>
            <a:spLocks noGrp="1"/>
          </p:cNvSpPr>
          <p:nvPr>
            <p:ph type="sldNum" idx="4"/>
          </p:nvPr>
        </p:nvSpPr>
        <p:spPr>
          <a:xfrm>
            <a:off x="11409120" y="6333120"/>
            <a:ext cx="731520" cy="524520"/>
          </a:xfrm>
          <a:prstGeom prst="rect">
            <a:avLst/>
          </a:prstGeom>
          <a:noFill/>
          <a:ln w="0">
            <a:noFill/>
          </a:ln>
        </p:spPr>
        <p:txBody>
          <a:bodyPr lIns="91440" tIns="91440" rIns="91440" bIns="91440" anchor="t">
            <a:noAutofit/>
          </a:bodyPr>
          <a:lstStyle>
            <a:lvl1pPr indent="0" algn="r">
              <a:lnSpc>
                <a:spcPct val="100000"/>
              </a:lnSpc>
              <a:buNone/>
              <a:tabLst>
                <a:tab pos="0" algn="l"/>
              </a:tabLst>
              <a:defRPr lang="en" sz="1300" b="0" u="none" strike="noStrike">
                <a:solidFill>
                  <a:schemeClr val="dk1"/>
                </a:solidFill>
                <a:effectLst/>
                <a:uFillTx/>
                <a:latin typeface="Arial Narrow"/>
                <a:ea typeface="Arial Narrow"/>
              </a:defRPr>
            </a:lvl1pPr>
          </a:lstStyle>
          <a:p>
            <a:pPr indent="0" algn="r">
              <a:lnSpc>
                <a:spcPct val="100000"/>
              </a:lnSpc>
              <a:buNone/>
              <a:tabLst>
                <a:tab pos="0" algn="l"/>
              </a:tabLst>
            </a:pPr>
            <a:fld id="{98E5C852-C60E-4CA5-B8D3-9749B9970E9F}" type="slidenum">
              <a:rPr lang="en" sz="1300" b="0" u="none" strike="noStrike">
                <a:solidFill>
                  <a:schemeClr val="dk1"/>
                </a:solidFill>
                <a:effectLst/>
                <a:uFillTx/>
                <a:latin typeface="Arial Narrow"/>
                <a:ea typeface="Arial Narrow"/>
              </a:rPr>
              <a:t>‹#›</a:t>
            </a:fld>
            <a:endParaRPr lang="en-US" sz="1300" b="0" u="none" strike="noStrike">
              <a:solidFill>
                <a:srgbClr val="000000"/>
              </a:solidFill>
              <a:effectLst/>
              <a:uFillTx/>
              <a:latin typeface="Times New Roman"/>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Titre seul sans filet">
    <p:bg>
      <p:bgPr>
        <a:solidFill>
          <a:schemeClr val="lt1"/>
        </a:solidFill>
        <a:effectLst/>
      </p:bgPr>
    </p:bg>
    <p:spTree>
      <p:nvGrpSpPr>
        <p:cNvPr id="1" name=""/>
        <p:cNvGrpSpPr/>
        <p:nvPr/>
      </p:nvGrpSpPr>
      <p:grpSpPr>
        <a:xfrm>
          <a:off x="0" y="0"/>
          <a:ext cx="0" cy="0"/>
          <a:chOff x="0" y="0"/>
          <a:chExt cx="0" cy="0"/>
        </a:xfrm>
      </p:grpSpPr>
      <p:sp>
        <p:nvSpPr>
          <p:cNvPr id="27" name="PlaceHolder 1"/>
          <p:cNvSpPr>
            <a:spLocks noGrp="1"/>
          </p:cNvSpPr>
          <p:nvPr>
            <p:ph type="title"/>
          </p:nvPr>
        </p:nvSpPr>
        <p:spPr>
          <a:xfrm>
            <a:off x="533160" y="182520"/>
            <a:ext cx="10324800" cy="813960"/>
          </a:xfrm>
          <a:prstGeom prst="rect">
            <a:avLst/>
          </a:prstGeom>
          <a:noFill/>
          <a:ln w="0">
            <a:noFill/>
          </a:ln>
        </p:spPr>
        <p:txBody>
          <a:bodyPr lIns="216000" tIns="108000" rIns="216000" bIns="108000" anchor="t">
            <a:noAutofit/>
          </a:bodyPr>
          <a:lstStyle/>
          <a:p>
            <a:pPr indent="0">
              <a:buNone/>
            </a:pPr>
            <a:r>
              <a:rPr lang="en-US" sz="3440" b="0" u="none" strike="noStrike">
                <a:solidFill>
                  <a:srgbClr val="000000"/>
                </a:solidFill>
                <a:effectLst/>
                <a:uFillTx/>
                <a:latin typeface="Arial"/>
              </a:rPr>
              <a:t>Click to edit the title text format</a:t>
            </a:r>
          </a:p>
        </p:txBody>
      </p:sp>
      <p:pic>
        <p:nvPicPr>
          <p:cNvPr id="28" name="Google Shape;36;p5"/>
          <p:cNvPicPr/>
          <p:nvPr/>
        </p:nvPicPr>
        <p:blipFill>
          <a:blip r:embed="rId2"/>
          <a:stretch/>
        </p:blipFill>
        <p:spPr>
          <a:xfrm>
            <a:off x="10968840" y="-9000"/>
            <a:ext cx="659520" cy="831240"/>
          </a:xfrm>
          <a:prstGeom prst="rect">
            <a:avLst/>
          </a:prstGeom>
          <a:noFill/>
          <a:ln w="0">
            <a:noFill/>
          </a:ln>
        </p:spPr>
      </p:pic>
      <p:sp>
        <p:nvSpPr>
          <p:cNvPr id="29" name="PlaceHolder 2"/>
          <p:cNvSpPr>
            <a:spLocks noGrp="1"/>
          </p:cNvSpPr>
          <p:nvPr>
            <p:ph type="sldNum" idx="5"/>
          </p:nvPr>
        </p:nvSpPr>
        <p:spPr>
          <a:xfrm>
            <a:off x="11409120" y="6333120"/>
            <a:ext cx="731520" cy="524520"/>
          </a:xfrm>
          <a:prstGeom prst="rect">
            <a:avLst/>
          </a:prstGeom>
          <a:noFill/>
          <a:ln w="0">
            <a:noFill/>
          </a:ln>
        </p:spPr>
        <p:txBody>
          <a:bodyPr lIns="91440" tIns="91440" rIns="91440" bIns="91440" anchor="t">
            <a:noAutofit/>
          </a:bodyPr>
          <a:lstStyle>
            <a:lvl1pPr indent="0" algn="r">
              <a:lnSpc>
                <a:spcPct val="100000"/>
              </a:lnSpc>
              <a:buNone/>
              <a:tabLst>
                <a:tab pos="0" algn="l"/>
              </a:tabLst>
              <a:defRPr lang="en" sz="1300" b="0" u="none" strike="noStrike">
                <a:solidFill>
                  <a:schemeClr val="dk1"/>
                </a:solidFill>
                <a:effectLst/>
                <a:uFillTx/>
                <a:latin typeface="Anton"/>
                <a:ea typeface="Anton"/>
              </a:defRPr>
            </a:lvl1pPr>
          </a:lstStyle>
          <a:p>
            <a:pPr indent="0" algn="r">
              <a:lnSpc>
                <a:spcPct val="100000"/>
              </a:lnSpc>
              <a:buNone/>
              <a:tabLst>
                <a:tab pos="0" algn="l"/>
              </a:tabLst>
            </a:pPr>
            <a:fld id="{9A0765B1-DCAC-480E-92E9-A3263089698F}" type="slidenum">
              <a:rPr lang="en" sz="1300" b="0" u="none" strike="noStrike">
                <a:solidFill>
                  <a:schemeClr val="dk1"/>
                </a:solidFill>
                <a:effectLst/>
                <a:uFillTx/>
                <a:latin typeface="Anton"/>
                <a:ea typeface="Anton"/>
              </a:rPr>
              <a:t>‹#›</a:t>
            </a:fld>
            <a:endParaRPr lang="en-US" sz="1300" b="0" u="none" strike="noStrike">
              <a:solidFill>
                <a:srgbClr val="000000"/>
              </a:solidFill>
              <a:effectLst/>
              <a:uFillTx/>
              <a:latin typeface="Times New Roman"/>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Titre et canvas">
    <p:bg>
      <p:bgPr>
        <a:solidFill>
          <a:schemeClr val="lt1"/>
        </a:solidFill>
        <a:effectLst/>
      </p:bgPr>
    </p:bg>
    <p:spTree>
      <p:nvGrpSpPr>
        <p:cNvPr id="1" name=""/>
        <p:cNvGrpSpPr/>
        <p:nvPr/>
      </p:nvGrpSpPr>
      <p:grpSpPr>
        <a:xfrm>
          <a:off x="0" y="0"/>
          <a:ext cx="0" cy="0"/>
          <a:chOff x="0" y="0"/>
          <a:chExt cx="0" cy="0"/>
        </a:xfrm>
      </p:grpSpPr>
      <p:grpSp>
        <p:nvGrpSpPr>
          <p:cNvPr id="30" name="Google Shape;39;p6"/>
          <p:cNvGrpSpPr/>
          <p:nvPr/>
        </p:nvGrpSpPr>
        <p:grpSpPr>
          <a:xfrm>
            <a:off x="720" y="882360"/>
            <a:ext cx="12191760" cy="126720"/>
            <a:chOff x="720" y="882360"/>
            <a:chExt cx="12191760" cy="126720"/>
          </a:xfrm>
        </p:grpSpPr>
        <p:sp>
          <p:nvSpPr>
            <p:cNvPr id="31" name="Google Shape;40;p6"/>
            <p:cNvSpPr/>
            <p:nvPr/>
          </p:nvSpPr>
          <p:spPr>
            <a:xfrm>
              <a:off x="720" y="882360"/>
              <a:ext cx="12191760" cy="53280"/>
            </a:xfrm>
            <a:prstGeom prst="rect">
              <a:avLst/>
            </a:prstGeom>
            <a:solidFill>
              <a:srgbClr val="D9D9D9"/>
            </a:solidFill>
            <a:ln w="0">
              <a:noFill/>
            </a:ln>
          </p:spPr>
          <p:style>
            <a:lnRef idx="0">
              <a:scrgbClr r="0" g="0" b="0"/>
            </a:lnRef>
            <a:fillRef idx="0">
              <a:scrgbClr r="0" g="0" b="0"/>
            </a:fillRef>
            <a:effectRef idx="0">
              <a:scrgbClr r="0" g="0" b="0"/>
            </a:effectRef>
            <a:fontRef idx="minor"/>
          </p:style>
          <p:txBody>
            <a:bodyPr lIns="198000" tIns="26640" rIns="198000" bIns="26640" anchor="ctr">
              <a:noAutofit/>
            </a:bodyPr>
            <a:lstStyle/>
            <a:p>
              <a:pPr algn="ctr">
                <a:lnSpc>
                  <a:spcPct val="100000"/>
                </a:lnSpc>
                <a:tabLst>
                  <a:tab pos="0" algn="l"/>
                </a:tabLst>
              </a:pPr>
              <a:endParaRPr lang="en-US" sz="2420" b="0" u="none" strike="noStrike">
                <a:solidFill>
                  <a:schemeClr val="lt1"/>
                </a:solidFill>
                <a:effectLst/>
                <a:uFillTx/>
                <a:latin typeface="Arial"/>
                <a:ea typeface="Arial"/>
              </a:endParaRPr>
            </a:p>
          </p:txBody>
        </p:sp>
        <p:sp>
          <p:nvSpPr>
            <p:cNvPr id="32" name="Google Shape;41;p6"/>
            <p:cNvSpPr/>
            <p:nvPr/>
          </p:nvSpPr>
          <p:spPr>
            <a:xfrm>
              <a:off x="720" y="955800"/>
              <a:ext cx="12191760" cy="53280"/>
            </a:xfrm>
            <a:prstGeom prst="rect">
              <a:avLst/>
            </a:prstGeom>
            <a:solidFill>
              <a:srgbClr val="D9D9D9"/>
            </a:solidFill>
            <a:ln w="0">
              <a:noFill/>
            </a:ln>
          </p:spPr>
          <p:style>
            <a:lnRef idx="0">
              <a:scrgbClr r="0" g="0" b="0"/>
            </a:lnRef>
            <a:fillRef idx="0">
              <a:scrgbClr r="0" g="0" b="0"/>
            </a:fillRef>
            <a:effectRef idx="0">
              <a:scrgbClr r="0" g="0" b="0"/>
            </a:effectRef>
            <a:fontRef idx="minor"/>
          </p:style>
          <p:txBody>
            <a:bodyPr lIns="198000" tIns="26640" rIns="198000" bIns="26640" anchor="ctr">
              <a:noAutofit/>
            </a:bodyPr>
            <a:lstStyle/>
            <a:p>
              <a:pPr algn="ctr">
                <a:lnSpc>
                  <a:spcPct val="100000"/>
                </a:lnSpc>
                <a:tabLst>
                  <a:tab pos="0" algn="l"/>
                </a:tabLst>
              </a:pPr>
              <a:endParaRPr lang="en-US" sz="2420" b="0" u="none" strike="noStrike">
                <a:solidFill>
                  <a:schemeClr val="lt1"/>
                </a:solidFill>
                <a:effectLst/>
                <a:uFillTx/>
                <a:latin typeface="Arial"/>
                <a:ea typeface="Arial"/>
              </a:endParaRPr>
            </a:p>
          </p:txBody>
        </p:sp>
      </p:grpSp>
      <p:sp>
        <p:nvSpPr>
          <p:cNvPr id="33" name="PlaceHolder 1"/>
          <p:cNvSpPr>
            <a:spLocks noGrp="1"/>
          </p:cNvSpPr>
          <p:nvPr>
            <p:ph type="body"/>
          </p:nvPr>
        </p:nvSpPr>
        <p:spPr>
          <a:xfrm>
            <a:off x="362880" y="1325160"/>
            <a:ext cx="5594040" cy="4821840"/>
          </a:xfrm>
          <a:prstGeom prst="rect">
            <a:avLst/>
          </a:prstGeom>
          <a:noFill/>
          <a:ln w="0">
            <a:noFill/>
          </a:ln>
        </p:spPr>
        <p:txBody>
          <a:bodyPr lIns="0" tIns="0" rIns="0" bIns="0" anchor="t">
            <a:noAutofit/>
          </a:bodyPr>
          <a:lstStyle/>
          <a:p>
            <a:pPr marL="432000" indent="-324000">
              <a:spcBef>
                <a:spcPts val="1417"/>
              </a:spcBef>
              <a:buClr>
                <a:srgbClr val="000000"/>
              </a:buClr>
              <a:buSzPct val="45000"/>
              <a:buFont typeface="Wingdings" charset="2"/>
              <a:buChar char=""/>
            </a:pPr>
            <a:r>
              <a:rPr lang="en-US" sz="299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299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299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299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299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299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2990" b="0" u="none" strike="noStrike">
                <a:solidFill>
                  <a:srgbClr val="000000"/>
                </a:solidFill>
                <a:effectLst/>
                <a:uFillTx/>
                <a:latin typeface="Arial"/>
              </a:rPr>
              <a:t>Seventh Outline Level</a:t>
            </a:r>
          </a:p>
        </p:txBody>
      </p:sp>
      <p:sp>
        <p:nvSpPr>
          <p:cNvPr id="34" name="PlaceHolder 2"/>
          <p:cNvSpPr>
            <a:spLocks noGrp="1"/>
          </p:cNvSpPr>
          <p:nvPr>
            <p:ph type="body"/>
          </p:nvPr>
        </p:nvSpPr>
        <p:spPr>
          <a:xfrm>
            <a:off x="6107040" y="1325160"/>
            <a:ext cx="5593680" cy="4821840"/>
          </a:xfrm>
          <a:prstGeom prst="rect">
            <a:avLst/>
          </a:prstGeom>
          <a:noFill/>
          <a:ln w="0">
            <a:noFill/>
          </a:ln>
        </p:spPr>
        <p:txBody>
          <a:bodyPr lIns="0" tIns="0" rIns="0" bIns="0" anchor="t">
            <a:noAutofit/>
          </a:bodyPr>
          <a:lstStyle/>
          <a:p>
            <a:pPr marL="432000" indent="-324000">
              <a:spcBef>
                <a:spcPts val="1417"/>
              </a:spcBef>
              <a:buClr>
                <a:srgbClr val="000000"/>
              </a:buClr>
              <a:buSzPct val="45000"/>
              <a:buFont typeface="Wingdings" charset="2"/>
              <a:buChar char=""/>
            </a:pPr>
            <a:r>
              <a:rPr lang="en-US" sz="293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293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293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293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293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293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2930" b="0" u="none" strike="noStrike">
                <a:solidFill>
                  <a:srgbClr val="000000"/>
                </a:solidFill>
                <a:effectLst/>
                <a:uFillTx/>
                <a:latin typeface="Arial"/>
              </a:rPr>
              <a:t>Seventh Outline Level</a:t>
            </a:r>
          </a:p>
        </p:txBody>
      </p:sp>
      <p:sp>
        <p:nvSpPr>
          <p:cNvPr id="35" name="PlaceHolder 3"/>
          <p:cNvSpPr>
            <a:spLocks noGrp="1"/>
          </p:cNvSpPr>
          <p:nvPr>
            <p:ph type="title"/>
          </p:nvPr>
        </p:nvSpPr>
        <p:spPr>
          <a:xfrm>
            <a:off x="533160" y="182520"/>
            <a:ext cx="10324800" cy="831240"/>
          </a:xfrm>
          <a:prstGeom prst="rect">
            <a:avLst/>
          </a:prstGeom>
          <a:noFill/>
          <a:ln w="0">
            <a:noFill/>
          </a:ln>
        </p:spPr>
        <p:txBody>
          <a:bodyPr lIns="216000" tIns="108000" rIns="216000" bIns="108000" anchor="t">
            <a:noAutofit/>
          </a:bodyPr>
          <a:lstStyle/>
          <a:p>
            <a:pPr indent="0">
              <a:buNone/>
            </a:pPr>
            <a:r>
              <a:rPr lang="en-US" sz="3440" b="0" u="none" strike="noStrike">
                <a:solidFill>
                  <a:srgbClr val="000000"/>
                </a:solidFill>
                <a:effectLst/>
                <a:uFillTx/>
                <a:latin typeface="Arial"/>
              </a:rPr>
              <a:t>Click to edit the title text format</a:t>
            </a:r>
          </a:p>
        </p:txBody>
      </p:sp>
      <p:pic>
        <p:nvPicPr>
          <p:cNvPr id="36" name="Google Shape;45;p6"/>
          <p:cNvPicPr/>
          <p:nvPr/>
        </p:nvPicPr>
        <p:blipFill>
          <a:blip r:embed="rId2"/>
          <a:stretch/>
        </p:blipFill>
        <p:spPr>
          <a:xfrm>
            <a:off x="10968840" y="-9000"/>
            <a:ext cx="659520" cy="831240"/>
          </a:xfrm>
          <a:prstGeom prst="rect">
            <a:avLst/>
          </a:prstGeom>
          <a:noFill/>
          <a:ln w="0">
            <a:noFill/>
          </a:ln>
        </p:spPr>
      </p:pic>
      <p:sp>
        <p:nvSpPr>
          <p:cNvPr id="37" name="PlaceHolder 4"/>
          <p:cNvSpPr>
            <a:spLocks noGrp="1"/>
          </p:cNvSpPr>
          <p:nvPr>
            <p:ph type="sldNum" idx="6"/>
          </p:nvPr>
        </p:nvSpPr>
        <p:spPr>
          <a:xfrm>
            <a:off x="11409120" y="6333120"/>
            <a:ext cx="731520" cy="524520"/>
          </a:xfrm>
          <a:prstGeom prst="rect">
            <a:avLst/>
          </a:prstGeom>
          <a:noFill/>
          <a:ln w="0">
            <a:noFill/>
          </a:ln>
        </p:spPr>
        <p:txBody>
          <a:bodyPr lIns="91440" tIns="91440" rIns="91440" bIns="91440" anchor="t">
            <a:noAutofit/>
          </a:bodyPr>
          <a:lstStyle>
            <a:lvl1pPr indent="0" algn="r">
              <a:lnSpc>
                <a:spcPct val="100000"/>
              </a:lnSpc>
              <a:buNone/>
              <a:tabLst>
                <a:tab pos="0" algn="l"/>
              </a:tabLst>
              <a:defRPr lang="en" sz="1300" b="0" u="none" strike="noStrike">
                <a:solidFill>
                  <a:schemeClr val="dk1"/>
                </a:solidFill>
                <a:effectLst/>
                <a:uFillTx/>
                <a:latin typeface="Arial Narrow"/>
                <a:ea typeface="Arial Narrow"/>
              </a:defRPr>
            </a:lvl1pPr>
          </a:lstStyle>
          <a:p>
            <a:pPr indent="0" algn="r">
              <a:lnSpc>
                <a:spcPct val="100000"/>
              </a:lnSpc>
              <a:buNone/>
              <a:tabLst>
                <a:tab pos="0" algn="l"/>
              </a:tabLst>
            </a:pPr>
            <a:fld id="{8B4E36BF-0417-4B3C-8A32-994BED521026}" type="slidenum">
              <a:rPr lang="en" sz="1300" b="0" u="none" strike="noStrike">
                <a:solidFill>
                  <a:schemeClr val="dk1"/>
                </a:solidFill>
                <a:effectLst/>
                <a:uFillTx/>
                <a:latin typeface="Arial Narrow"/>
                <a:ea typeface="Arial Narrow"/>
              </a:rPr>
              <a:t>‹#›</a:t>
            </a:fld>
            <a:endParaRPr lang="en-US" sz="1300" b="0" u="none" strike="noStrike">
              <a:solidFill>
                <a:srgbClr val="000000"/>
              </a:solidFill>
              <a:effectLst/>
              <a:uFillTx/>
              <a:latin typeface="Times New Roman"/>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Sans titre">
    <p:bg>
      <p:bgPr>
        <a:solidFill>
          <a:schemeClr val="lt1"/>
        </a:solidFill>
        <a:effectLst/>
      </p:bgPr>
    </p:bg>
    <p:spTree>
      <p:nvGrpSpPr>
        <p:cNvPr id="1" name=""/>
        <p:cNvGrpSpPr/>
        <p:nvPr/>
      </p:nvGrpSpPr>
      <p:grpSpPr>
        <a:xfrm>
          <a:off x="0" y="0"/>
          <a:ext cx="0" cy="0"/>
          <a:chOff x="0" y="0"/>
          <a:chExt cx="0" cy="0"/>
        </a:xfrm>
      </p:grpSpPr>
      <p:pic>
        <p:nvPicPr>
          <p:cNvPr id="38" name="Google Shape;48;p7"/>
          <p:cNvPicPr/>
          <p:nvPr/>
        </p:nvPicPr>
        <p:blipFill>
          <a:blip r:embed="rId2"/>
          <a:stretch/>
        </p:blipFill>
        <p:spPr>
          <a:xfrm>
            <a:off x="10968840" y="-9000"/>
            <a:ext cx="659520" cy="831240"/>
          </a:xfrm>
          <a:prstGeom prst="rect">
            <a:avLst/>
          </a:prstGeom>
          <a:noFill/>
          <a:ln w="0">
            <a:noFill/>
          </a:ln>
        </p:spPr>
      </p:pic>
      <p:sp>
        <p:nvSpPr>
          <p:cNvPr id="39" name="PlaceHolder 1"/>
          <p:cNvSpPr>
            <a:spLocks noGrp="1"/>
          </p:cNvSpPr>
          <p:nvPr>
            <p:ph type="sldNum" idx="7"/>
          </p:nvPr>
        </p:nvSpPr>
        <p:spPr>
          <a:xfrm>
            <a:off x="11409120" y="6333120"/>
            <a:ext cx="731520" cy="524520"/>
          </a:xfrm>
          <a:prstGeom prst="rect">
            <a:avLst/>
          </a:prstGeom>
          <a:noFill/>
          <a:ln w="0">
            <a:noFill/>
          </a:ln>
        </p:spPr>
        <p:txBody>
          <a:bodyPr lIns="91440" tIns="91440" rIns="91440" bIns="91440" anchor="t">
            <a:noAutofit/>
          </a:bodyPr>
          <a:lstStyle>
            <a:lvl1pPr indent="0" algn="r">
              <a:lnSpc>
                <a:spcPct val="100000"/>
              </a:lnSpc>
              <a:buNone/>
              <a:tabLst>
                <a:tab pos="0" algn="l"/>
              </a:tabLst>
              <a:defRPr lang="en" sz="1300" b="0" u="none" strike="noStrike">
                <a:solidFill>
                  <a:schemeClr val="dk1"/>
                </a:solidFill>
                <a:effectLst/>
                <a:uFillTx/>
                <a:latin typeface="Arial"/>
                <a:ea typeface="Arial"/>
              </a:defRPr>
            </a:lvl1pPr>
          </a:lstStyle>
          <a:p>
            <a:pPr indent="0" algn="r">
              <a:lnSpc>
                <a:spcPct val="100000"/>
              </a:lnSpc>
              <a:buNone/>
              <a:tabLst>
                <a:tab pos="0" algn="l"/>
              </a:tabLst>
            </a:pPr>
            <a:fld id="{592341DD-E943-4D3A-9A11-1A39B7A6C77A}" type="slidenum">
              <a:rPr lang="en" sz="1300" b="0" u="none" strike="noStrike">
                <a:solidFill>
                  <a:schemeClr val="dk1"/>
                </a:solidFill>
                <a:effectLst/>
                <a:uFillTx/>
                <a:latin typeface="Arial"/>
                <a:ea typeface="Arial"/>
              </a:rPr>
              <a:t>‹#›</a:t>
            </a:fld>
            <a:endParaRPr lang="en-US" sz="1300" b="0" u="none" strike="noStrike">
              <a:solidFill>
                <a:srgbClr val="000000"/>
              </a:solidFill>
              <a:effectLst/>
              <a:uFillTx/>
              <a:latin typeface="Times New Roman"/>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Vide">
    <p:bg>
      <p:bgPr>
        <a:solidFill>
          <a:schemeClr val="lt1"/>
        </a:solidFill>
        <a:effectLst/>
      </p:bgPr>
    </p:bg>
    <p:spTree>
      <p:nvGrpSpPr>
        <p:cNvPr id="1" name=""/>
        <p:cNvGrpSpPr/>
        <p:nvPr/>
      </p:nvGrpSpPr>
      <p:grpSpPr>
        <a:xfrm>
          <a:off x="0" y="0"/>
          <a:ext cx="0" cy="0"/>
          <a:chOff x="0" y="0"/>
          <a:chExt cx="0" cy="0"/>
        </a:xfrm>
      </p:grpSpPr>
      <p:sp>
        <p:nvSpPr>
          <p:cNvPr id="40" name="PlaceHolder 1"/>
          <p:cNvSpPr>
            <a:spLocks noGrp="1"/>
          </p:cNvSpPr>
          <p:nvPr>
            <p:ph type="sldNum" idx="8"/>
          </p:nvPr>
        </p:nvSpPr>
        <p:spPr>
          <a:xfrm>
            <a:off x="11409120" y="6333120"/>
            <a:ext cx="731520" cy="524520"/>
          </a:xfrm>
          <a:prstGeom prst="rect">
            <a:avLst/>
          </a:prstGeom>
          <a:noFill/>
          <a:ln w="0">
            <a:noFill/>
          </a:ln>
        </p:spPr>
        <p:txBody>
          <a:bodyPr lIns="91440" tIns="91440" rIns="91440" bIns="91440" anchor="t">
            <a:noAutofit/>
          </a:bodyPr>
          <a:lstStyle>
            <a:lvl1pPr indent="0" algn="r">
              <a:lnSpc>
                <a:spcPct val="100000"/>
              </a:lnSpc>
              <a:buNone/>
              <a:tabLst>
                <a:tab pos="0" algn="l"/>
              </a:tabLst>
              <a:defRPr lang="en" sz="1300" b="0" u="none" strike="noStrike">
                <a:solidFill>
                  <a:schemeClr val="dk1"/>
                </a:solidFill>
                <a:effectLst/>
                <a:uFillTx/>
                <a:latin typeface="Arial"/>
                <a:ea typeface="Arial"/>
              </a:defRPr>
            </a:lvl1pPr>
          </a:lstStyle>
          <a:p>
            <a:pPr indent="0" algn="r">
              <a:lnSpc>
                <a:spcPct val="100000"/>
              </a:lnSpc>
              <a:buNone/>
              <a:tabLst>
                <a:tab pos="0" algn="l"/>
              </a:tabLst>
            </a:pPr>
            <a:fld id="{8EC608DC-A4F3-45DE-BB51-3D97CFB9551C}" type="slidenum">
              <a:rPr lang="en" sz="1300" b="0" u="none" strike="noStrike">
                <a:solidFill>
                  <a:schemeClr val="dk1"/>
                </a:solidFill>
                <a:effectLst/>
                <a:uFillTx/>
                <a:latin typeface="Arial"/>
                <a:ea typeface="Arial"/>
              </a:rPr>
              <a:t>‹#›</a:t>
            </a:fld>
            <a:endParaRPr lang="en-US" sz="1300" b="0" u="none" strike="noStrike">
              <a:solidFill>
                <a:srgbClr val="000000"/>
              </a:solidFill>
              <a:effectLst/>
              <a:uFillTx/>
              <a:latin typeface="Times New Roman"/>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lt1"/>
        </a:solidFill>
        <a:effectLst/>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1727280" y="1676520"/>
            <a:ext cx="10362960" cy="1469520"/>
          </a:xfrm>
          <a:prstGeom prst="rect">
            <a:avLst/>
          </a:prstGeom>
          <a:noFill/>
          <a:ln w="0">
            <a:noFill/>
          </a:ln>
        </p:spPr>
        <p:txBody>
          <a:bodyPr lIns="91440" tIns="45720" rIns="91440" bIns="45720" anchor="ctr">
            <a:noAutofit/>
          </a:bodyPr>
          <a:lstStyle/>
          <a:p>
            <a:pPr indent="0">
              <a:buNone/>
            </a:pPr>
            <a:r>
              <a:rPr lang="en-US" sz="3200" b="0" u="none" strike="noStrike">
                <a:solidFill>
                  <a:srgbClr val="000000"/>
                </a:solidFill>
                <a:effectLst/>
                <a:uFillTx/>
                <a:latin typeface="Arial"/>
              </a:rPr>
              <a:t>Click to edit the title text format</a:t>
            </a:r>
          </a:p>
        </p:txBody>
      </p:sp>
      <p:sp>
        <p:nvSpPr>
          <p:cNvPr id="42" name="PlaceHolder 2"/>
          <p:cNvSpPr>
            <a:spLocks noGrp="1"/>
          </p:cNvSpPr>
          <p:nvPr>
            <p:ph type="sldNum" idx="9"/>
          </p:nvPr>
        </p:nvSpPr>
        <p:spPr>
          <a:xfrm>
            <a:off x="11409120" y="6333120"/>
            <a:ext cx="731520" cy="524520"/>
          </a:xfrm>
          <a:prstGeom prst="rect">
            <a:avLst/>
          </a:prstGeom>
          <a:noFill/>
          <a:ln w="0">
            <a:noFill/>
          </a:ln>
        </p:spPr>
        <p:txBody>
          <a:bodyPr lIns="91440" tIns="91440" rIns="91440" bIns="91440" anchor="t">
            <a:noAutofit/>
          </a:bodyPr>
          <a:lstStyle>
            <a:lvl1pPr indent="0" algn="r">
              <a:lnSpc>
                <a:spcPct val="100000"/>
              </a:lnSpc>
              <a:buNone/>
              <a:tabLst>
                <a:tab pos="0" algn="l"/>
              </a:tabLst>
              <a:defRPr lang="en" sz="1300" b="0" u="none" strike="noStrike">
                <a:solidFill>
                  <a:schemeClr val="dk1"/>
                </a:solidFill>
                <a:effectLst/>
                <a:uFillTx/>
                <a:latin typeface="Arial"/>
                <a:ea typeface="Arial"/>
              </a:defRPr>
            </a:lvl1pPr>
          </a:lstStyle>
          <a:p>
            <a:pPr indent="0" algn="r">
              <a:lnSpc>
                <a:spcPct val="100000"/>
              </a:lnSpc>
              <a:buNone/>
              <a:tabLst>
                <a:tab pos="0" algn="l"/>
              </a:tabLst>
            </a:pPr>
            <a:fld id="{098DB6DC-EE9D-4198-8BAE-17D6A426D1AF}" type="slidenum">
              <a:rPr lang="en" sz="1300" b="0" u="none" strike="noStrike">
                <a:solidFill>
                  <a:schemeClr val="dk1"/>
                </a:solidFill>
                <a:effectLst/>
                <a:uFillTx/>
                <a:latin typeface="Arial"/>
                <a:ea typeface="Arial"/>
              </a:rPr>
              <a:t>‹#›</a:t>
            </a:fld>
            <a:endParaRPr lang="en-US" sz="1300" b="0" u="none" strike="noStrike">
              <a:solidFill>
                <a:srgbClr val="000000"/>
              </a:solidFill>
              <a:effectLst/>
              <a:uFillTx/>
              <a:latin typeface="Times New Roman"/>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Titre et canvas_1">
    <p:bg>
      <p:bgPr>
        <a:solidFill>
          <a:schemeClr val="lt1"/>
        </a:solidFill>
        <a:effectLst/>
      </p:bgPr>
    </p:bg>
    <p:spTree>
      <p:nvGrpSpPr>
        <p:cNvPr id="1" name=""/>
        <p:cNvGrpSpPr/>
        <p:nvPr/>
      </p:nvGrpSpPr>
      <p:grpSpPr>
        <a:xfrm>
          <a:off x="0" y="0"/>
          <a:ext cx="0" cy="0"/>
          <a:chOff x="0" y="0"/>
          <a:chExt cx="0" cy="0"/>
        </a:xfrm>
      </p:grpSpPr>
      <p:grpSp>
        <p:nvGrpSpPr>
          <p:cNvPr id="43" name="Google Shape;57;p10"/>
          <p:cNvGrpSpPr/>
          <p:nvPr/>
        </p:nvGrpSpPr>
        <p:grpSpPr>
          <a:xfrm>
            <a:off x="720" y="882360"/>
            <a:ext cx="12192120" cy="127080"/>
            <a:chOff x="720" y="882360"/>
            <a:chExt cx="12192120" cy="127080"/>
          </a:xfrm>
        </p:grpSpPr>
        <p:sp>
          <p:nvSpPr>
            <p:cNvPr id="44" name="Google Shape;58;p10"/>
            <p:cNvSpPr/>
            <p:nvPr/>
          </p:nvSpPr>
          <p:spPr>
            <a:xfrm>
              <a:off x="720" y="882360"/>
              <a:ext cx="12192120" cy="53640"/>
            </a:xfrm>
            <a:prstGeom prst="rect">
              <a:avLst/>
            </a:prstGeom>
            <a:solidFill>
              <a:srgbClr val="D9D9D9"/>
            </a:solidFill>
            <a:ln w="0">
              <a:noFill/>
            </a:ln>
          </p:spPr>
          <p:style>
            <a:lnRef idx="0">
              <a:scrgbClr r="0" g="0" b="0"/>
            </a:lnRef>
            <a:fillRef idx="0">
              <a:scrgbClr r="0" g="0" b="0"/>
            </a:fillRef>
            <a:effectRef idx="0">
              <a:scrgbClr r="0" g="0" b="0"/>
            </a:effectRef>
            <a:fontRef idx="minor"/>
          </p:style>
          <p:txBody>
            <a:bodyPr lIns="198000" tIns="27000" rIns="198000" bIns="27000" anchor="ctr">
              <a:noAutofit/>
            </a:bodyPr>
            <a:lstStyle/>
            <a:p>
              <a:pPr algn="ctr">
                <a:lnSpc>
                  <a:spcPct val="100000"/>
                </a:lnSpc>
                <a:tabLst>
                  <a:tab pos="0" algn="l"/>
                </a:tabLst>
              </a:pPr>
              <a:endParaRPr lang="en-US" sz="2420" b="0" u="none" strike="noStrike">
                <a:solidFill>
                  <a:schemeClr val="lt1"/>
                </a:solidFill>
                <a:effectLst/>
                <a:uFillTx/>
                <a:latin typeface="Arial"/>
                <a:ea typeface="Arial"/>
              </a:endParaRPr>
            </a:p>
          </p:txBody>
        </p:sp>
        <p:sp>
          <p:nvSpPr>
            <p:cNvPr id="45" name="Google Shape;59;p10"/>
            <p:cNvSpPr/>
            <p:nvPr/>
          </p:nvSpPr>
          <p:spPr>
            <a:xfrm>
              <a:off x="720" y="955800"/>
              <a:ext cx="12192120" cy="53640"/>
            </a:xfrm>
            <a:prstGeom prst="rect">
              <a:avLst/>
            </a:prstGeom>
            <a:solidFill>
              <a:srgbClr val="D9D9D9"/>
            </a:solidFill>
            <a:ln w="0">
              <a:noFill/>
            </a:ln>
          </p:spPr>
          <p:style>
            <a:lnRef idx="0">
              <a:scrgbClr r="0" g="0" b="0"/>
            </a:lnRef>
            <a:fillRef idx="0">
              <a:scrgbClr r="0" g="0" b="0"/>
            </a:fillRef>
            <a:effectRef idx="0">
              <a:scrgbClr r="0" g="0" b="0"/>
            </a:effectRef>
            <a:fontRef idx="minor"/>
          </p:style>
          <p:txBody>
            <a:bodyPr lIns="198000" tIns="27000" rIns="198000" bIns="27000" anchor="ctr">
              <a:noAutofit/>
            </a:bodyPr>
            <a:lstStyle/>
            <a:p>
              <a:pPr algn="ctr">
                <a:lnSpc>
                  <a:spcPct val="100000"/>
                </a:lnSpc>
                <a:tabLst>
                  <a:tab pos="0" algn="l"/>
                </a:tabLst>
              </a:pPr>
              <a:endParaRPr lang="en-US" sz="2420" b="0" u="none" strike="noStrike">
                <a:solidFill>
                  <a:schemeClr val="lt1"/>
                </a:solidFill>
                <a:effectLst/>
                <a:uFillTx/>
                <a:latin typeface="Arial"/>
                <a:ea typeface="Arial"/>
              </a:endParaRPr>
            </a:p>
          </p:txBody>
        </p:sp>
      </p:grpSp>
      <p:sp>
        <p:nvSpPr>
          <p:cNvPr id="46" name="PlaceHolder 1"/>
          <p:cNvSpPr>
            <a:spLocks noGrp="1"/>
          </p:cNvSpPr>
          <p:nvPr>
            <p:ph type="body"/>
          </p:nvPr>
        </p:nvSpPr>
        <p:spPr>
          <a:xfrm>
            <a:off x="362880" y="1325160"/>
            <a:ext cx="5594400" cy="4821840"/>
          </a:xfrm>
          <a:prstGeom prst="rect">
            <a:avLst/>
          </a:prstGeom>
          <a:noFill/>
          <a:ln w="0">
            <a:noFill/>
          </a:ln>
        </p:spPr>
        <p:txBody>
          <a:bodyPr lIns="0" tIns="0" rIns="0" bIns="0" anchor="t">
            <a:noAutofit/>
          </a:bodyPr>
          <a:lstStyle/>
          <a:p>
            <a:pPr marL="432000" indent="-324000">
              <a:spcBef>
                <a:spcPts val="1417"/>
              </a:spcBef>
              <a:buClr>
                <a:srgbClr val="000000"/>
              </a:buClr>
              <a:buSzPct val="45000"/>
              <a:buFont typeface="Wingdings" charset="2"/>
              <a:buChar char=""/>
            </a:pPr>
            <a:r>
              <a:rPr lang="en-US" sz="299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299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299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299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299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299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2990" b="0" u="none" strike="noStrike">
                <a:solidFill>
                  <a:srgbClr val="000000"/>
                </a:solidFill>
                <a:effectLst/>
                <a:uFillTx/>
                <a:latin typeface="Arial"/>
              </a:rPr>
              <a:t>Seventh Outline Level</a:t>
            </a:r>
          </a:p>
        </p:txBody>
      </p:sp>
      <p:sp>
        <p:nvSpPr>
          <p:cNvPr id="47" name="PlaceHolder 2"/>
          <p:cNvSpPr>
            <a:spLocks noGrp="1"/>
          </p:cNvSpPr>
          <p:nvPr>
            <p:ph type="body"/>
          </p:nvPr>
        </p:nvSpPr>
        <p:spPr>
          <a:xfrm>
            <a:off x="6107040" y="1325160"/>
            <a:ext cx="5593680" cy="4821840"/>
          </a:xfrm>
          <a:prstGeom prst="rect">
            <a:avLst/>
          </a:prstGeom>
          <a:noFill/>
          <a:ln w="0">
            <a:noFill/>
          </a:ln>
        </p:spPr>
        <p:txBody>
          <a:bodyPr lIns="0" tIns="0" rIns="0" bIns="0" anchor="t">
            <a:noAutofit/>
          </a:bodyPr>
          <a:lstStyle/>
          <a:p>
            <a:pPr marL="432000" indent="-324000">
              <a:spcBef>
                <a:spcPts val="1417"/>
              </a:spcBef>
              <a:buClr>
                <a:srgbClr val="000000"/>
              </a:buClr>
              <a:buSzPct val="45000"/>
              <a:buFont typeface="Wingdings" charset="2"/>
              <a:buChar char=""/>
            </a:pPr>
            <a:r>
              <a:rPr lang="en-US" sz="293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293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293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293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293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293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2930" b="0" u="none" strike="noStrike">
                <a:solidFill>
                  <a:srgbClr val="000000"/>
                </a:solidFill>
                <a:effectLst/>
                <a:uFillTx/>
                <a:latin typeface="Arial"/>
              </a:rPr>
              <a:t>Seventh Outline Level</a:t>
            </a:r>
          </a:p>
        </p:txBody>
      </p:sp>
      <p:sp>
        <p:nvSpPr>
          <p:cNvPr id="48" name="PlaceHolder 3"/>
          <p:cNvSpPr>
            <a:spLocks noGrp="1"/>
          </p:cNvSpPr>
          <p:nvPr>
            <p:ph type="title"/>
          </p:nvPr>
        </p:nvSpPr>
        <p:spPr>
          <a:xfrm>
            <a:off x="533160" y="182520"/>
            <a:ext cx="10324800" cy="831240"/>
          </a:xfrm>
          <a:prstGeom prst="rect">
            <a:avLst/>
          </a:prstGeom>
          <a:noFill/>
          <a:ln w="0">
            <a:noFill/>
          </a:ln>
        </p:spPr>
        <p:txBody>
          <a:bodyPr lIns="216000" tIns="108000" rIns="216000" bIns="108000" anchor="t">
            <a:noAutofit/>
          </a:bodyPr>
          <a:lstStyle/>
          <a:p>
            <a:pPr indent="0">
              <a:buNone/>
            </a:pPr>
            <a:r>
              <a:rPr lang="en-US" sz="3440" b="0" u="none" strike="noStrike">
                <a:solidFill>
                  <a:srgbClr val="000000"/>
                </a:solidFill>
                <a:effectLst/>
                <a:uFillTx/>
                <a:latin typeface="Arial"/>
              </a:rPr>
              <a:t>Click to edit the title text format</a:t>
            </a:r>
          </a:p>
        </p:txBody>
      </p:sp>
      <p:pic>
        <p:nvPicPr>
          <p:cNvPr id="49" name="Google Shape;63;p10"/>
          <p:cNvPicPr/>
          <p:nvPr/>
        </p:nvPicPr>
        <p:blipFill>
          <a:blip r:embed="rId2"/>
          <a:stretch/>
        </p:blipFill>
        <p:spPr>
          <a:xfrm>
            <a:off x="10968840" y="-9000"/>
            <a:ext cx="659520" cy="831240"/>
          </a:xfrm>
          <a:prstGeom prst="rect">
            <a:avLst/>
          </a:prstGeom>
          <a:noFill/>
          <a:ln w="0">
            <a:noFill/>
          </a:ln>
        </p:spPr>
      </p:pic>
      <p:sp>
        <p:nvSpPr>
          <p:cNvPr id="50" name="PlaceHolder 4"/>
          <p:cNvSpPr>
            <a:spLocks noGrp="1"/>
          </p:cNvSpPr>
          <p:nvPr>
            <p:ph type="sldNum" idx="10"/>
          </p:nvPr>
        </p:nvSpPr>
        <p:spPr>
          <a:xfrm>
            <a:off x="11409120" y="6333120"/>
            <a:ext cx="731520" cy="524520"/>
          </a:xfrm>
          <a:prstGeom prst="rect">
            <a:avLst/>
          </a:prstGeom>
          <a:noFill/>
          <a:ln w="0">
            <a:noFill/>
          </a:ln>
        </p:spPr>
        <p:txBody>
          <a:bodyPr lIns="91440" tIns="91440" rIns="91440" bIns="91440" anchor="t">
            <a:noAutofit/>
          </a:bodyPr>
          <a:lstStyle>
            <a:lvl1pPr indent="0" algn="r">
              <a:lnSpc>
                <a:spcPct val="100000"/>
              </a:lnSpc>
              <a:buNone/>
              <a:tabLst>
                <a:tab pos="0" algn="l"/>
              </a:tabLst>
              <a:defRPr lang="en" sz="1300" b="0" u="none" strike="noStrike">
                <a:solidFill>
                  <a:schemeClr val="dk1"/>
                </a:solidFill>
                <a:effectLst/>
                <a:uFillTx/>
                <a:latin typeface="Arial Narrow"/>
                <a:ea typeface="Arial Narrow"/>
              </a:defRPr>
            </a:lvl1pPr>
          </a:lstStyle>
          <a:p>
            <a:pPr indent="0" algn="r">
              <a:lnSpc>
                <a:spcPct val="100000"/>
              </a:lnSpc>
              <a:buNone/>
              <a:tabLst>
                <a:tab pos="0" algn="l"/>
              </a:tabLst>
            </a:pPr>
            <a:fld id="{E917122E-45FC-4ED5-A34C-82FC272CF3B1}" type="slidenum">
              <a:rPr lang="en" sz="1300" b="0" u="none" strike="noStrike">
                <a:solidFill>
                  <a:schemeClr val="dk1"/>
                </a:solidFill>
                <a:effectLst/>
                <a:uFillTx/>
                <a:latin typeface="Arial Narrow"/>
                <a:ea typeface="Arial Narrow"/>
              </a:rPr>
              <a:t>‹#›</a:t>
            </a:fld>
            <a:endParaRPr lang="en-US" sz="1300" b="0" u="none" strike="noStrike">
              <a:solidFill>
                <a:srgbClr val="000000"/>
              </a:solidFill>
              <a:effectLst/>
              <a:uFillTx/>
              <a:latin typeface="Times New Roman"/>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Default">
    <p:spTree>
      <p:nvGrpSpPr>
        <p:cNvPr id="1" name=""/>
        <p:cNvGrpSpPr/>
        <p:nvPr/>
      </p:nvGrpSpPr>
      <p:grpSpPr>
        <a:xfrm>
          <a:off x="0" y="0"/>
          <a:ext cx="0" cy="0"/>
          <a:chOff x="0" y="0"/>
          <a:chExt cx="0" cy="0"/>
        </a:xfrm>
      </p:grpSpPr>
      <p:sp>
        <p:nvSpPr>
          <p:cNvPr id="2" name="PlaceHolder 1"/>
          <p:cNvSpPr>
            <a:spLocks noGrp="1"/>
          </p:cNvSpPr>
          <p:nvPr>
            <p:ph type="sldNum" idx="11"/>
          </p:nvPr>
        </p:nvSpPr>
        <p:spPr/>
        <p:txBody>
          <a:bodyPr/>
          <a:lstStyle/>
          <a:p>
            <a:fld id="{3049131B-7C40-4169-A1E9-B04B7281CFA6}" type="slidenum">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Default 1">
    <p:bg>
      <p:bgPr>
        <a:solidFill>
          <a:schemeClr val="lt1"/>
        </a:solidFill>
        <a:effectLst/>
      </p:bgPr>
    </p:bg>
    <p:spTree>
      <p:nvGrpSpPr>
        <p:cNvPr id="1" name=""/>
        <p:cNvGrpSpPr/>
        <p:nvPr/>
      </p:nvGrpSpPr>
      <p:grpSpPr>
        <a:xfrm>
          <a:off x="0" y="0"/>
          <a:ext cx="0" cy="0"/>
          <a:chOff x="0" y="0"/>
          <a:chExt cx="0" cy="0"/>
        </a:xfrm>
      </p:grpSpPr>
      <p:pic>
        <p:nvPicPr>
          <p:cNvPr id="57" name="Google Shape;85;p15"/>
          <p:cNvPicPr/>
          <p:nvPr/>
        </p:nvPicPr>
        <p:blipFill>
          <a:blip r:embed="rId2"/>
          <a:stretch/>
        </p:blipFill>
        <p:spPr>
          <a:xfrm>
            <a:off x="1208520" y="590400"/>
            <a:ext cx="1071720" cy="1350720"/>
          </a:xfrm>
          <a:prstGeom prst="rect">
            <a:avLst/>
          </a:prstGeom>
          <a:noFill/>
          <a:ln w="0">
            <a:noFill/>
          </a:ln>
        </p:spPr>
      </p:pic>
      <p:sp>
        <p:nvSpPr>
          <p:cNvPr id="58" name="PlaceHolder 1"/>
          <p:cNvSpPr>
            <a:spLocks noGrp="1"/>
          </p:cNvSpPr>
          <p:nvPr>
            <p:ph type="title"/>
          </p:nvPr>
        </p:nvSpPr>
        <p:spPr>
          <a:xfrm>
            <a:off x="1148040" y="3457440"/>
            <a:ext cx="10508760" cy="613080"/>
          </a:xfrm>
          <a:prstGeom prst="rect">
            <a:avLst/>
          </a:prstGeom>
          <a:noFill/>
          <a:ln w="0">
            <a:noFill/>
          </a:ln>
        </p:spPr>
        <p:txBody>
          <a:bodyPr lIns="91440" tIns="45720" rIns="91440" bIns="45720" anchor="t">
            <a:noAutofit/>
          </a:bodyPr>
          <a:lstStyle/>
          <a:p>
            <a:pPr indent="0">
              <a:buNone/>
            </a:pPr>
            <a:r>
              <a:rPr lang="en-US" sz="3670" b="0" u="none" strike="noStrike">
                <a:solidFill>
                  <a:srgbClr val="000000"/>
                </a:solidFill>
                <a:effectLst/>
                <a:uFillTx/>
                <a:latin typeface="Arial"/>
              </a:rPr>
              <a:t>Click to edit the title text format</a:t>
            </a:r>
          </a:p>
        </p:txBody>
      </p:sp>
      <p:sp>
        <p:nvSpPr>
          <p:cNvPr id="59" name="PlaceHolder 2"/>
          <p:cNvSpPr>
            <a:spLocks noGrp="1"/>
          </p:cNvSpPr>
          <p:nvPr>
            <p:ph type="body"/>
          </p:nvPr>
        </p:nvSpPr>
        <p:spPr>
          <a:xfrm>
            <a:off x="1148040" y="4510440"/>
            <a:ext cx="7386840" cy="511200"/>
          </a:xfrm>
          <a:prstGeom prst="rect">
            <a:avLst/>
          </a:prstGeom>
          <a:noFill/>
          <a:ln w="0">
            <a:noFill/>
          </a:ln>
        </p:spPr>
        <p:txBody>
          <a:bodyPr lIns="91440" tIns="45720" rIns="91440" bIns="45720" anchor="t">
            <a:noAutofit/>
          </a:bodyPr>
          <a:lstStyle/>
          <a:p>
            <a:pPr marL="432000" indent="-324000">
              <a:spcBef>
                <a:spcPts val="1417"/>
              </a:spcBef>
              <a:buClr>
                <a:srgbClr val="000000"/>
              </a:buClr>
              <a:buSzPct val="45000"/>
              <a:buFont typeface="Wingdings" charset="2"/>
              <a:buChar char=""/>
            </a:pPr>
            <a:r>
              <a:rPr lang="en-US" sz="265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265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265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265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265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265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2650" b="0" u="none" strike="noStrike">
                <a:solidFill>
                  <a:srgbClr val="000000"/>
                </a:solidFill>
                <a:effectLst/>
                <a:uFillTx/>
                <a:latin typeface="Arial"/>
              </a:rPr>
              <a:t>Seventh Outline Level</a:t>
            </a:r>
          </a:p>
        </p:txBody>
      </p:sp>
      <p:sp>
        <p:nvSpPr>
          <p:cNvPr id="60" name="PlaceHolder 3"/>
          <p:cNvSpPr>
            <a:spLocks noGrp="1"/>
          </p:cNvSpPr>
          <p:nvPr>
            <p:ph type="body"/>
          </p:nvPr>
        </p:nvSpPr>
        <p:spPr>
          <a:xfrm>
            <a:off x="1148400" y="5022000"/>
            <a:ext cx="7386480" cy="468000"/>
          </a:xfrm>
          <a:prstGeom prst="rect">
            <a:avLst/>
          </a:prstGeom>
          <a:noFill/>
          <a:ln w="0">
            <a:noFill/>
          </a:ln>
        </p:spPr>
        <p:txBody>
          <a:bodyPr lIns="91440" tIns="45720" rIns="91440" bIns="45720" anchor="t">
            <a:noAutofit/>
          </a:bodyPr>
          <a:lstStyle/>
          <a:p>
            <a:pPr marL="432000" indent="-324000">
              <a:spcBef>
                <a:spcPts val="1417"/>
              </a:spcBef>
              <a:buClr>
                <a:srgbClr val="000000"/>
              </a:buClr>
              <a:buSzPct val="45000"/>
              <a:buFont typeface="Wingdings" charset="2"/>
              <a:buChar char=""/>
            </a:pPr>
            <a:r>
              <a:rPr lang="en-US" sz="265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265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265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265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265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265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2650" b="0" u="none" strike="noStrike">
                <a:solidFill>
                  <a:srgbClr val="000000"/>
                </a:solidFill>
                <a:effectLst/>
                <a:uFillTx/>
                <a:latin typeface="Arial"/>
              </a:rPr>
              <a:t>Seventh Outline Level</a:t>
            </a:r>
          </a:p>
        </p:txBody>
      </p:sp>
      <p:sp>
        <p:nvSpPr>
          <p:cNvPr id="61" name="PlaceHolder 4"/>
          <p:cNvSpPr>
            <a:spLocks noGrp="1"/>
          </p:cNvSpPr>
          <p:nvPr>
            <p:ph type="body"/>
          </p:nvPr>
        </p:nvSpPr>
        <p:spPr>
          <a:xfrm>
            <a:off x="5754240" y="326160"/>
            <a:ext cx="5902920" cy="4183560"/>
          </a:xfrm>
          <a:prstGeom prst="rect">
            <a:avLst/>
          </a:prstGeom>
          <a:noFill/>
          <a:ln w="0">
            <a:noFill/>
          </a:ln>
        </p:spPr>
        <p:txBody>
          <a:bodyPr lIns="91440" tIns="45720" rIns="91440" bIns="45720" anchor="t">
            <a:noAutofit/>
          </a:bodyPr>
          <a:lstStyle/>
          <a:p>
            <a:pPr marL="432000" indent="-324000">
              <a:spcBef>
                <a:spcPts val="1417"/>
              </a:spcBef>
              <a:buClr>
                <a:srgbClr val="000000"/>
              </a:buClr>
              <a:buSzPct val="45000"/>
              <a:buFont typeface="Wingdings" charset="2"/>
              <a:buChar char=""/>
            </a:pPr>
            <a:r>
              <a:rPr lang="en-US" sz="265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265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265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265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265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265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2650" b="0" u="none" strike="noStrike">
                <a:solidFill>
                  <a:srgbClr val="000000"/>
                </a:solidFill>
                <a:effectLst/>
                <a:uFillTx/>
                <a:latin typeface="Arial"/>
              </a:rPr>
              <a:t>Seventh Outline Level</a:t>
            </a:r>
          </a:p>
        </p:txBody>
      </p:sp>
      <p:sp>
        <p:nvSpPr>
          <p:cNvPr id="62" name="PlaceHolder 5"/>
          <p:cNvSpPr>
            <a:spLocks noGrp="1"/>
          </p:cNvSpPr>
          <p:nvPr>
            <p:ph type="sldNum" idx="12"/>
          </p:nvPr>
        </p:nvSpPr>
        <p:spPr>
          <a:xfrm>
            <a:off x="11409120" y="6333120"/>
            <a:ext cx="731520" cy="524520"/>
          </a:xfrm>
          <a:prstGeom prst="rect">
            <a:avLst/>
          </a:prstGeom>
          <a:noFill/>
          <a:ln w="0">
            <a:noFill/>
          </a:ln>
        </p:spPr>
        <p:txBody>
          <a:bodyPr lIns="91440" tIns="91440" rIns="91440" bIns="91440" anchor="t">
            <a:noAutofit/>
          </a:bodyPr>
          <a:lstStyle>
            <a:lvl1pPr indent="0" algn="r">
              <a:lnSpc>
                <a:spcPct val="100000"/>
              </a:lnSpc>
              <a:buNone/>
              <a:tabLst>
                <a:tab pos="0" algn="l"/>
              </a:tabLst>
              <a:defRPr lang="en" sz="1300" b="0" u="none" strike="noStrike">
                <a:solidFill>
                  <a:schemeClr val="dk1"/>
                </a:solidFill>
                <a:effectLst/>
                <a:uFillTx/>
                <a:latin typeface="Arial Narrow"/>
                <a:ea typeface="Arial Narrow"/>
              </a:defRPr>
            </a:lvl1pPr>
          </a:lstStyle>
          <a:p>
            <a:pPr indent="0" algn="r">
              <a:lnSpc>
                <a:spcPct val="100000"/>
              </a:lnSpc>
              <a:buNone/>
              <a:tabLst>
                <a:tab pos="0" algn="l"/>
              </a:tabLst>
            </a:pPr>
            <a:fld id="{5D2840F6-7899-4C04-87B8-8A2E3C13A93F}" type="slidenum">
              <a:rPr lang="en" sz="1300" b="0" u="none" strike="noStrike">
                <a:solidFill>
                  <a:schemeClr val="dk1"/>
                </a:solidFill>
                <a:effectLst/>
                <a:uFillTx/>
                <a:latin typeface="Arial Narrow"/>
                <a:ea typeface="Arial Narrow"/>
              </a:rPr>
              <a:t>‹#›</a:t>
            </a:fld>
            <a:endParaRPr lang="en-US" sz="1300" b="0" u="none" strike="noStrike">
              <a:solidFill>
                <a:srgbClr val="000000"/>
              </a:solidFill>
              <a:effectLst/>
              <a:uFillTx/>
              <a:latin typeface="Times New Roman"/>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Default 2">
    <p:bg>
      <p:bgPr>
        <a:solidFill>
          <a:schemeClr val="lt1"/>
        </a:solidFill>
        <a:effectLst/>
      </p:bgPr>
    </p:bg>
    <p:spTree>
      <p:nvGrpSpPr>
        <p:cNvPr id="1" name=""/>
        <p:cNvGrpSpPr/>
        <p:nvPr/>
      </p:nvGrpSpPr>
      <p:grpSpPr>
        <a:xfrm>
          <a:off x="0" y="0"/>
          <a:ext cx="0" cy="0"/>
          <a:chOff x="0" y="0"/>
          <a:chExt cx="0" cy="0"/>
        </a:xfrm>
      </p:grpSpPr>
      <p:sp>
        <p:nvSpPr>
          <p:cNvPr id="63" name="PlaceHolder 1"/>
          <p:cNvSpPr>
            <a:spLocks noGrp="1"/>
          </p:cNvSpPr>
          <p:nvPr>
            <p:ph type="title"/>
          </p:nvPr>
        </p:nvSpPr>
        <p:spPr>
          <a:xfrm>
            <a:off x="415440" y="992880"/>
            <a:ext cx="11360520" cy="2736720"/>
          </a:xfrm>
          <a:prstGeom prst="rect">
            <a:avLst/>
          </a:prstGeom>
          <a:noFill/>
          <a:ln w="0">
            <a:noFill/>
          </a:ln>
        </p:spPr>
        <p:txBody>
          <a:bodyPr lIns="122040" tIns="122040" rIns="122040" bIns="122040" anchor="b">
            <a:noAutofit/>
          </a:bodyPr>
          <a:lstStyle/>
          <a:p>
            <a:pPr indent="0">
              <a:buNone/>
            </a:pPr>
            <a:r>
              <a:rPr lang="en-US" sz="6900" b="0" u="none" strike="noStrike">
                <a:solidFill>
                  <a:srgbClr val="000000"/>
                </a:solidFill>
                <a:effectLst/>
                <a:uFillTx/>
                <a:latin typeface="Arial"/>
              </a:rPr>
              <a:t>Click to edit the title text format</a:t>
            </a:r>
          </a:p>
        </p:txBody>
      </p:sp>
      <p:sp>
        <p:nvSpPr>
          <p:cNvPr id="64" name="PlaceHolder 2"/>
          <p:cNvSpPr>
            <a:spLocks noGrp="1"/>
          </p:cNvSpPr>
          <p:nvPr>
            <p:ph type="sldNum" idx="13"/>
          </p:nvPr>
        </p:nvSpPr>
        <p:spPr>
          <a:xfrm>
            <a:off x="11296440" y="6217560"/>
            <a:ext cx="731520" cy="524520"/>
          </a:xfrm>
          <a:prstGeom prst="rect">
            <a:avLst/>
          </a:prstGeom>
          <a:noFill/>
          <a:ln w="0">
            <a:noFill/>
          </a:ln>
        </p:spPr>
        <p:txBody>
          <a:bodyPr lIns="122040" tIns="122040" rIns="122040" bIns="122040" anchor="t">
            <a:noAutofit/>
          </a:bodyPr>
          <a:lstStyle>
            <a:lvl1pPr indent="0" algn="r">
              <a:lnSpc>
                <a:spcPct val="100000"/>
              </a:lnSpc>
              <a:buNone/>
              <a:tabLst>
                <a:tab pos="0" algn="l"/>
              </a:tabLst>
              <a:defRPr lang="en" sz="1900" b="0" u="none" strike="noStrike">
                <a:solidFill>
                  <a:schemeClr val="dk1"/>
                </a:solidFill>
                <a:effectLst/>
                <a:uFillTx/>
                <a:latin typeface="Arial"/>
                <a:ea typeface="Arial"/>
              </a:defRPr>
            </a:lvl1pPr>
          </a:lstStyle>
          <a:p>
            <a:pPr indent="0" algn="r">
              <a:lnSpc>
                <a:spcPct val="100000"/>
              </a:lnSpc>
              <a:buNone/>
              <a:tabLst>
                <a:tab pos="0" algn="l"/>
              </a:tabLst>
            </a:pPr>
            <a:fld id="{BF4170E5-A87C-474E-B882-C96BAA2F586D}" type="slidenum">
              <a:rPr lang="en" sz="1900" b="0" u="none" strike="noStrike">
                <a:solidFill>
                  <a:schemeClr val="dk1"/>
                </a:solidFill>
                <a:effectLst/>
                <a:uFillTx/>
                <a:latin typeface="Arial"/>
                <a:ea typeface="Arial"/>
              </a:rPr>
              <a:t>‹#›</a:t>
            </a:fld>
            <a:endParaRPr lang="en-US" sz="1900" b="0" u="none" strike="noStrike">
              <a:solidFill>
                <a:srgbClr val="000000"/>
              </a:solidFill>
              <a:effectLst/>
              <a:uFillTx/>
              <a:latin typeface="Times New Roman"/>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Default 3">
    <p:bg>
      <p:bgPr>
        <a:solidFill>
          <a:schemeClr val="lt1"/>
        </a:solidFill>
        <a:effectLst/>
      </p:bgPr>
    </p:bg>
    <p:spTree>
      <p:nvGrpSpPr>
        <p:cNvPr id="1" name=""/>
        <p:cNvGrpSpPr/>
        <p:nvPr/>
      </p:nvGrpSpPr>
      <p:grpSpPr>
        <a:xfrm>
          <a:off x="0" y="0"/>
          <a:ext cx="0" cy="0"/>
          <a:chOff x="0" y="0"/>
          <a:chExt cx="0" cy="0"/>
        </a:xfrm>
      </p:grpSpPr>
      <p:sp>
        <p:nvSpPr>
          <p:cNvPr id="65" name="Google Shape;92;p16"/>
          <p:cNvSpPr/>
          <p:nvPr/>
        </p:nvSpPr>
        <p:spPr>
          <a:xfrm>
            <a:off x="11505960" y="6375240"/>
            <a:ext cx="698400" cy="319320"/>
          </a:xfrm>
          <a:prstGeom prst="rect">
            <a:avLst/>
          </a:prstGeom>
          <a:noFill/>
          <a:ln w="0">
            <a:noFill/>
          </a:ln>
        </p:spPr>
        <p:style>
          <a:lnRef idx="0">
            <a:scrgbClr r="0" g="0" b="0"/>
          </a:lnRef>
          <a:fillRef idx="0">
            <a:scrgbClr r="0" g="0" b="0"/>
          </a:fillRef>
          <a:effectRef idx="0">
            <a:scrgbClr r="0" g="0" b="0"/>
          </a:effectRef>
          <a:fontRef idx="minor"/>
        </p:style>
        <p:txBody>
          <a:bodyPr lIns="122040" tIns="60840" rIns="122040" bIns="60840" anchor="t">
            <a:noAutofit/>
          </a:bodyPr>
          <a:lstStyle/>
          <a:p>
            <a:pPr algn="r">
              <a:lnSpc>
                <a:spcPct val="100000"/>
              </a:lnSpc>
              <a:tabLst>
                <a:tab pos="0" algn="l"/>
              </a:tabLst>
            </a:pPr>
            <a:endParaRPr lang="en-US" sz="1070" b="0" u="none" strike="noStrike">
              <a:solidFill>
                <a:srgbClr val="A5A5A5"/>
              </a:solidFill>
              <a:effectLst/>
              <a:uFillTx/>
              <a:latin typeface="Arial Narrow"/>
              <a:ea typeface="Arial Narrow"/>
            </a:endParaRPr>
          </a:p>
        </p:txBody>
      </p:sp>
      <p:grpSp>
        <p:nvGrpSpPr>
          <p:cNvPr id="66" name="Google Shape;93;p16"/>
          <p:cNvGrpSpPr/>
          <p:nvPr/>
        </p:nvGrpSpPr>
        <p:grpSpPr>
          <a:xfrm>
            <a:off x="720" y="882360"/>
            <a:ext cx="12192120" cy="127080"/>
            <a:chOff x="720" y="882360"/>
            <a:chExt cx="12192120" cy="127080"/>
          </a:xfrm>
        </p:grpSpPr>
        <p:sp>
          <p:nvSpPr>
            <p:cNvPr id="67" name="Google Shape;94;p16"/>
            <p:cNvSpPr/>
            <p:nvPr/>
          </p:nvSpPr>
          <p:spPr>
            <a:xfrm>
              <a:off x="720" y="882360"/>
              <a:ext cx="12192120" cy="53640"/>
            </a:xfrm>
            <a:prstGeom prst="rect">
              <a:avLst/>
            </a:prstGeom>
            <a:solidFill>
              <a:srgbClr val="D9D9D9"/>
            </a:solidFill>
            <a:ln w="0">
              <a:noFill/>
            </a:ln>
          </p:spPr>
          <p:style>
            <a:lnRef idx="0">
              <a:scrgbClr r="0" g="0" b="0"/>
            </a:lnRef>
            <a:fillRef idx="0">
              <a:scrgbClr r="0" g="0" b="0"/>
            </a:fillRef>
            <a:effectRef idx="0">
              <a:scrgbClr r="0" g="0" b="0"/>
            </a:effectRef>
            <a:fontRef idx="minor"/>
          </p:style>
          <p:txBody>
            <a:bodyPr lIns="198000" tIns="27000" rIns="198000" bIns="27000" anchor="ctr">
              <a:noAutofit/>
            </a:bodyPr>
            <a:lstStyle/>
            <a:p>
              <a:pPr algn="ctr">
                <a:lnSpc>
                  <a:spcPct val="100000"/>
                </a:lnSpc>
                <a:tabLst>
                  <a:tab pos="0" algn="l"/>
                </a:tabLst>
              </a:pPr>
              <a:endParaRPr lang="en-US" sz="2420" b="0" u="none" strike="noStrike">
                <a:solidFill>
                  <a:schemeClr val="lt1"/>
                </a:solidFill>
                <a:effectLst/>
                <a:uFillTx/>
                <a:latin typeface="Arial"/>
                <a:ea typeface="Arial"/>
              </a:endParaRPr>
            </a:p>
          </p:txBody>
        </p:sp>
        <p:sp>
          <p:nvSpPr>
            <p:cNvPr id="68" name="Google Shape;95;p16"/>
            <p:cNvSpPr/>
            <p:nvPr/>
          </p:nvSpPr>
          <p:spPr>
            <a:xfrm>
              <a:off x="720" y="955800"/>
              <a:ext cx="12192120" cy="53640"/>
            </a:xfrm>
            <a:prstGeom prst="rect">
              <a:avLst/>
            </a:prstGeom>
            <a:solidFill>
              <a:srgbClr val="D9D9D9"/>
            </a:solidFill>
            <a:ln w="0">
              <a:noFill/>
            </a:ln>
          </p:spPr>
          <p:style>
            <a:lnRef idx="0">
              <a:scrgbClr r="0" g="0" b="0"/>
            </a:lnRef>
            <a:fillRef idx="0">
              <a:scrgbClr r="0" g="0" b="0"/>
            </a:fillRef>
            <a:effectRef idx="0">
              <a:scrgbClr r="0" g="0" b="0"/>
            </a:effectRef>
            <a:fontRef idx="minor"/>
          </p:style>
          <p:txBody>
            <a:bodyPr lIns="198000" tIns="27000" rIns="198000" bIns="27000" anchor="ctr">
              <a:noAutofit/>
            </a:bodyPr>
            <a:lstStyle/>
            <a:p>
              <a:pPr algn="ctr">
                <a:lnSpc>
                  <a:spcPct val="100000"/>
                </a:lnSpc>
                <a:tabLst>
                  <a:tab pos="0" algn="l"/>
                </a:tabLst>
              </a:pPr>
              <a:endParaRPr lang="en-US" sz="2420" b="0" u="none" strike="noStrike">
                <a:solidFill>
                  <a:schemeClr val="lt1"/>
                </a:solidFill>
                <a:effectLst/>
                <a:uFillTx/>
                <a:latin typeface="Arial"/>
                <a:ea typeface="Arial"/>
              </a:endParaRPr>
            </a:p>
          </p:txBody>
        </p:sp>
      </p:grpSp>
      <p:sp>
        <p:nvSpPr>
          <p:cNvPr id="69" name="PlaceHolder 1"/>
          <p:cNvSpPr>
            <a:spLocks noGrp="1"/>
          </p:cNvSpPr>
          <p:nvPr>
            <p:ph type="title"/>
          </p:nvPr>
        </p:nvSpPr>
        <p:spPr>
          <a:xfrm>
            <a:off x="533160" y="182520"/>
            <a:ext cx="10324800" cy="831240"/>
          </a:xfrm>
          <a:prstGeom prst="rect">
            <a:avLst/>
          </a:prstGeom>
          <a:noFill/>
          <a:ln w="0">
            <a:noFill/>
          </a:ln>
        </p:spPr>
        <p:txBody>
          <a:bodyPr lIns="216000" tIns="108000" rIns="216000" bIns="108000" anchor="t">
            <a:noAutofit/>
          </a:bodyPr>
          <a:lstStyle/>
          <a:p>
            <a:pPr indent="0">
              <a:buNone/>
            </a:pPr>
            <a:r>
              <a:rPr lang="en-US" sz="3440" b="0" u="none" strike="noStrike">
                <a:solidFill>
                  <a:srgbClr val="000000"/>
                </a:solidFill>
                <a:effectLst/>
                <a:uFillTx/>
                <a:latin typeface="Arial"/>
              </a:rPr>
              <a:t>Click to edit the title text format</a:t>
            </a:r>
          </a:p>
        </p:txBody>
      </p:sp>
      <p:pic>
        <p:nvPicPr>
          <p:cNvPr id="70" name="Google Shape;97;p16"/>
          <p:cNvPicPr/>
          <p:nvPr/>
        </p:nvPicPr>
        <p:blipFill>
          <a:blip r:embed="rId2"/>
          <a:stretch/>
        </p:blipFill>
        <p:spPr>
          <a:xfrm>
            <a:off x="10968840" y="-9000"/>
            <a:ext cx="659520" cy="831240"/>
          </a:xfrm>
          <a:prstGeom prst="rect">
            <a:avLst/>
          </a:prstGeom>
          <a:noFill/>
          <a:ln w="0">
            <a:noFill/>
          </a:ln>
        </p:spPr>
      </p:pic>
      <p:sp>
        <p:nvSpPr>
          <p:cNvPr id="71" name="PlaceHolder 2"/>
          <p:cNvSpPr>
            <a:spLocks noGrp="1"/>
          </p:cNvSpPr>
          <p:nvPr>
            <p:ph type="sldNum" idx="14"/>
          </p:nvPr>
        </p:nvSpPr>
        <p:spPr>
          <a:xfrm>
            <a:off x="11409120" y="6333120"/>
            <a:ext cx="731520" cy="524520"/>
          </a:xfrm>
          <a:prstGeom prst="rect">
            <a:avLst/>
          </a:prstGeom>
          <a:noFill/>
          <a:ln w="0">
            <a:noFill/>
          </a:ln>
        </p:spPr>
        <p:txBody>
          <a:bodyPr lIns="91440" tIns="91440" rIns="91440" bIns="91440" anchor="t">
            <a:noAutofit/>
          </a:bodyPr>
          <a:lstStyle>
            <a:lvl1pPr indent="0" algn="r">
              <a:lnSpc>
                <a:spcPct val="100000"/>
              </a:lnSpc>
              <a:buNone/>
              <a:tabLst>
                <a:tab pos="0" algn="l"/>
              </a:tabLst>
              <a:defRPr lang="en" sz="1300" b="0" u="none" strike="noStrike">
                <a:solidFill>
                  <a:schemeClr val="dk1"/>
                </a:solidFill>
                <a:effectLst/>
                <a:uFillTx/>
                <a:latin typeface="Anton"/>
                <a:ea typeface="Anton"/>
              </a:defRPr>
            </a:lvl1pPr>
          </a:lstStyle>
          <a:p>
            <a:pPr indent="0" algn="r">
              <a:lnSpc>
                <a:spcPct val="100000"/>
              </a:lnSpc>
              <a:buNone/>
              <a:tabLst>
                <a:tab pos="0" algn="l"/>
              </a:tabLst>
            </a:pPr>
            <a:fld id="{039DCDFC-D3EE-4604-BFF6-CD36E8C30369}" type="slidenum">
              <a:rPr lang="en" sz="1300" b="0" u="none" strike="noStrike">
                <a:solidFill>
                  <a:schemeClr val="dk1"/>
                </a:solidFill>
                <a:effectLst/>
                <a:uFillTx/>
                <a:latin typeface="Anton"/>
                <a:ea typeface="Anton"/>
              </a:rPr>
              <a:t>‹#›</a:t>
            </a:fld>
            <a:endParaRPr lang="en-US" sz="1300" b="0" u="none" strike="noStrike">
              <a:solidFill>
                <a:srgbClr val="000000"/>
              </a:solidFill>
              <a:effectLst/>
              <a:uFillTx/>
              <a:latin typeface="Times New Roman"/>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Default 4">
    <p:bg>
      <p:bgPr>
        <a:solidFill>
          <a:schemeClr val="lt1"/>
        </a:solidFill>
        <a:effectLst/>
      </p:bgPr>
    </p:bg>
    <p:spTree>
      <p:nvGrpSpPr>
        <p:cNvPr id="1" name=""/>
        <p:cNvGrpSpPr/>
        <p:nvPr/>
      </p:nvGrpSpPr>
      <p:grpSpPr>
        <a:xfrm>
          <a:off x="0" y="0"/>
          <a:ext cx="0" cy="0"/>
          <a:chOff x="0" y="0"/>
          <a:chExt cx="0" cy="0"/>
        </a:xfrm>
      </p:grpSpPr>
      <p:grpSp>
        <p:nvGrpSpPr>
          <p:cNvPr id="72" name="Google Shape;100;p17"/>
          <p:cNvGrpSpPr/>
          <p:nvPr/>
        </p:nvGrpSpPr>
        <p:grpSpPr>
          <a:xfrm>
            <a:off x="720" y="882360"/>
            <a:ext cx="12192120" cy="127080"/>
            <a:chOff x="720" y="882360"/>
            <a:chExt cx="12192120" cy="127080"/>
          </a:xfrm>
        </p:grpSpPr>
        <p:sp>
          <p:nvSpPr>
            <p:cNvPr id="73" name="Google Shape;101;p17"/>
            <p:cNvSpPr/>
            <p:nvPr/>
          </p:nvSpPr>
          <p:spPr>
            <a:xfrm>
              <a:off x="720" y="882360"/>
              <a:ext cx="12192120" cy="53640"/>
            </a:xfrm>
            <a:prstGeom prst="rect">
              <a:avLst/>
            </a:prstGeom>
            <a:solidFill>
              <a:srgbClr val="D9D9D9"/>
            </a:solidFill>
            <a:ln w="0">
              <a:noFill/>
            </a:ln>
          </p:spPr>
          <p:style>
            <a:lnRef idx="0">
              <a:scrgbClr r="0" g="0" b="0"/>
            </a:lnRef>
            <a:fillRef idx="0">
              <a:scrgbClr r="0" g="0" b="0"/>
            </a:fillRef>
            <a:effectRef idx="0">
              <a:scrgbClr r="0" g="0" b="0"/>
            </a:effectRef>
            <a:fontRef idx="minor"/>
          </p:style>
          <p:txBody>
            <a:bodyPr lIns="198000" tIns="27000" rIns="198000" bIns="27000" anchor="ctr">
              <a:noAutofit/>
            </a:bodyPr>
            <a:lstStyle/>
            <a:p>
              <a:pPr algn="ctr">
                <a:lnSpc>
                  <a:spcPct val="100000"/>
                </a:lnSpc>
                <a:tabLst>
                  <a:tab pos="0" algn="l"/>
                </a:tabLst>
              </a:pPr>
              <a:endParaRPr lang="en-US" sz="2420" b="0" u="none" strike="noStrike">
                <a:solidFill>
                  <a:schemeClr val="lt1"/>
                </a:solidFill>
                <a:effectLst/>
                <a:uFillTx/>
                <a:latin typeface="Arial"/>
                <a:ea typeface="Arial"/>
              </a:endParaRPr>
            </a:p>
          </p:txBody>
        </p:sp>
        <p:sp>
          <p:nvSpPr>
            <p:cNvPr id="74" name="Google Shape;102;p17"/>
            <p:cNvSpPr/>
            <p:nvPr/>
          </p:nvSpPr>
          <p:spPr>
            <a:xfrm>
              <a:off x="720" y="955800"/>
              <a:ext cx="12192120" cy="53640"/>
            </a:xfrm>
            <a:prstGeom prst="rect">
              <a:avLst/>
            </a:prstGeom>
            <a:solidFill>
              <a:srgbClr val="D9D9D9"/>
            </a:solidFill>
            <a:ln w="0">
              <a:noFill/>
            </a:ln>
          </p:spPr>
          <p:style>
            <a:lnRef idx="0">
              <a:scrgbClr r="0" g="0" b="0"/>
            </a:lnRef>
            <a:fillRef idx="0">
              <a:scrgbClr r="0" g="0" b="0"/>
            </a:fillRef>
            <a:effectRef idx="0">
              <a:scrgbClr r="0" g="0" b="0"/>
            </a:effectRef>
            <a:fontRef idx="minor"/>
          </p:style>
          <p:txBody>
            <a:bodyPr lIns="198000" tIns="27000" rIns="198000" bIns="27000" anchor="ctr">
              <a:noAutofit/>
            </a:bodyPr>
            <a:lstStyle/>
            <a:p>
              <a:pPr algn="ctr">
                <a:lnSpc>
                  <a:spcPct val="100000"/>
                </a:lnSpc>
                <a:tabLst>
                  <a:tab pos="0" algn="l"/>
                </a:tabLst>
              </a:pPr>
              <a:endParaRPr lang="en-US" sz="2420" b="0" u="none" strike="noStrike">
                <a:solidFill>
                  <a:schemeClr val="lt1"/>
                </a:solidFill>
                <a:effectLst/>
                <a:uFillTx/>
                <a:latin typeface="Arial"/>
                <a:ea typeface="Arial"/>
              </a:endParaRPr>
            </a:p>
          </p:txBody>
        </p:sp>
      </p:grpSp>
      <p:sp>
        <p:nvSpPr>
          <p:cNvPr id="75" name="PlaceHolder 1"/>
          <p:cNvSpPr>
            <a:spLocks noGrp="1"/>
          </p:cNvSpPr>
          <p:nvPr>
            <p:ph type="body"/>
          </p:nvPr>
        </p:nvSpPr>
        <p:spPr>
          <a:xfrm>
            <a:off x="391680" y="1325160"/>
            <a:ext cx="11265120" cy="4853520"/>
          </a:xfrm>
          <a:prstGeom prst="rect">
            <a:avLst/>
          </a:prstGeom>
          <a:noFill/>
          <a:ln w="0">
            <a:noFill/>
          </a:ln>
        </p:spPr>
        <p:txBody>
          <a:bodyPr lIns="0" tIns="0" rIns="0" bIns="0" anchor="t">
            <a:noAutofit/>
          </a:bodyPr>
          <a:lstStyle/>
          <a:p>
            <a:pPr marL="432000" indent="-324000">
              <a:spcBef>
                <a:spcPts val="1417"/>
              </a:spcBef>
              <a:buClr>
                <a:srgbClr val="000000"/>
              </a:buClr>
              <a:buSzPct val="45000"/>
              <a:buFont typeface="Wingdings" charset="2"/>
              <a:buChar char=""/>
            </a:pPr>
            <a:r>
              <a:rPr lang="en-US" sz="293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293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293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293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293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293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2930" b="0" u="none" strike="noStrike">
                <a:solidFill>
                  <a:srgbClr val="000000"/>
                </a:solidFill>
                <a:effectLst/>
                <a:uFillTx/>
                <a:latin typeface="Arial"/>
              </a:rPr>
              <a:t>Seventh Outline Level</a:t>
            </a:r>
          </a:p>
        </p:txBody>
      </p:sp>
      <p:sp>
        <p:nvSpPr>
          <p:cNvPr id="76" name="PlaceHolder 2"/>
          <p:cNvSpPr>
            <a:spLocks noGrp="1"/>
          </p:cNvSpPr>
          <p:nvPr>
            <p:ph type="title"/>
          </p:nvPr>
        </p:nvSpPr>
        <p:spPr>
          <a:xfrm>
            <a:off x="533160" y="182520"/>
            <a:ext cx="10324800" cy="831240"/>
          </a:xfrm>
          <a:prstGeom prst="rect">
            <a:avLst/>
          </a:prstGeom>
          <a:noFill/>
          <a:ln w="0">
            <a:noFill/>
          </a:ln>
        </p:spPr>
        <p:txBody>
          <a:bodyPr lIns="216000" tIns="108000" rIns="216000" bIns="108000" anchor="t">
            <a:noAutofit/>
          </a:bodyPr>
          <a:lstStyle/>
          <a:p>
            <a:pPr indent="0">
              <a:buNone/>
            </a:pPr>
            <a:r>
              <a:rPr lang="en-US" sz="3440" b="0" u="none" strike="noStrike">
                <a:solidFill>
                  <a:srgbClr val="000000"/>
                </a:solidFill>
                <a:effectLst/>
                <a:uFillTx/>
                <a:latin typeface="Arial"/>
              </a:rPr>
              <a:t>Click to edit the title text format</a:t>
            </a:r>
          </a:p>
        </p:txBody>
      </p:sp>
      <p:pic>
        <p:nvPicPr>
          <p:cNvPr id="77" name="Google Shape;105;p17"/>
          <p:cNvPicPr/>
          <p:nvPr/>
        </p:nvPicPr>
        <p:blipFill>
          <a:blip r:embed="rId2"/>
          <a:stretch/>
        </p:blipFill>
        <p:spPr>
          <a:xfrm>
            <a:off x="10968840" y="-9000"/>
            <a:ext cx="659520" cy="831240"/>
          </a:xfrm>
          <a:prstGeom prst="rect">
            <a:avLst/>
          </a:prstGeom>
          <a:noFill/>
          <a:ln w="0">
            <a:noFill/>
          </a:ln>
        </p:spPr>
      </p:pic>
      <p:sp>
        <p:nvSpPr>
          <p:cNvPr id="78" name="PlaceHolder 3"/>
          <p:cNvSpPr>
            <a:spLocks noGrp="1"/>
          </p:cNvSpPr>
          <p:nvPr>
            <p:ph type="sldNum" idx="15"/>
          </p:nvPr>
        </p:nvSpPr>
        <p:spPr>
          <a:xfrm>
            <a:off x="11409120" y="6333120"/>
            <a:ext cx="731520" cy="524520"/>
          </a:xfrm>
          <a:prstGeom prst="rect">
            <a:avLst/>
          </a:prstGeom>
          <a:noFill/>
          <a:ln w="0">
            <a:noFill/>
          </a:ln>
        </p:spPr>
        <p:txBody>
          <a:bodyPr lIns="91440" tIns="91440" rIns="91440" bIns="91440" anchor="t">
            <a:noAutofit/>
          </a:bodyPr>
          <a:lstStyle>
            <a:lvl1pPr indent="0" algn="r">
              <a:lnSpc>
                <a:spcPct val="100000"/>
              </a:lnSpc>
              <a:buNone/>
              <a:tabLst>
                <a:tab pos="0" algn="l"/>
              </a:tabLst>
              <a:defRPr lang="en" sz="1300" b="0" u="none" strike="noStrike">
                <a:solidFill>
                  <a:schemeClr val="dk1"/>
                </a:solidFill>
                <a:effectLst/>
                <a:uFillTx/>
                <a:latin typeface="Arial"/>
                <a:ea typeface="Arial"/>
              </a:defRPr>
            </a:lvl1pPr>
          </a:lstStyle>
          <a:p>
            <a:pPr indent="0" algn="r">
              <a:lnSpc>
                <a:spcPct val="100000"/>
              </a:lnSpc>
              <a:buNone/>
              <a:tabLst>
                <a:tab pos="0" algn="l"/>
              </a:tabLst>
            </a:pPr>
            <a:fld id="{B55E2E14-B4EE-42D7-ACD9-A1E7AEE59B3D}" type="slidenum">
              <a:rPr lang="en" sz="1300" b="0" u="none" strike="noStrike">
                <a:solidFill>
                  <a:schemeClr val="dk1"/>
                </a:solidFill>
                <a:effectLst/>
                <a:uFillTx/>
                <a:latin typeface="Arial"/>
                <a:ea typeface="Arial"/>
              </a:rPr>
              <a:t>‹#›</a:t>
            </a:fld>
            <a:endParaRPr lang="en-US" sz="1300" b="0" u="none" strike="noStrike">
              <a:solidFill>
                <a:srgbClr val="000000"/>
              </a:solidFill>
              <a:effectLst/>
              <a:uFillTx/>
              <a:latin typeface="Times New Roman"/>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Default 5">
    <p:bg>
      <p:bgPr>
        <a:solidFill>
          <a:schemeClr val="lt1"/>
        </a:solidFill>
        <a:effectLst/>
      </p:bgPr>
    </p:bg>
    <p:spTree>
      <p:nvGrpSpPr>
        <p:cNvPr id="1" name=""/>
        <p:cNvGrpSpPr/>
        <p:nvPr/>
      </p:nvGrpSpPr>
      <p:grpSpPr>
        <a:xfrm>
          <a:off x="0" y="0"/>
          <a:ext cx="0" cy="0"/>
          <a:chOff x="0" y="0"/>
          <a:chExt cx="0" cy="0"/>
        </a:xfrm>
      </p:grpSpPr>
      <p:sp>
        <p:nvSpPr>
          <p:cNvPr id="79" name="PlaceHolder 1"/>
          <p:cNvSpPr>
            <a:spLocks noGrp="1"/>
          </p:cNvSpPr>
          <p:nvPr>
            <p:ph type="title"/>
          </p:nvPr>
        </p:nvSpPr>
        <p:spPr>
          <a:xfrm>
            <a:off x="533160" y="182520"/>
            <a:ext cx="10324800" cy="813960"/>
          </a:xfrm>
          <a:prstGeom prst="rect">
            <a:avLst/>
          </a:prstGeom>
          <a:noFill/>
          <a:ln w="0">
            <a:noFill/>
          </a:ln>
        </p:spPr>
        <p:txBody>
          <a:bodyPr lIns="216000" tIns="108000" rIns="216000" bIns="108000" anchor="t">
            <a:noAutofit/>
          </a:bodyPr>
          <a:lstStyle/>
          <a:p>
            <a:pPr indent="0">
              <a:buNone/>
            </a:pPr>
            <a:r>
              <a:rPr lang="en-US" sz="3440" b="0" u="none" strike="noStrike">
                <a:solidFill>
                  <a:srgbClr val="000000"/>
                </a:solidFill>
                <a:effectLst/>
                <a:uFillTx/>
                <a:latin typeface="Arial"/>
              </a:rPr>
              <a:t>Click to edit the title text format</a:t>
            </a:r>
          </a:p>
        </p:txBody>
      </p:sp>
      <p:pic>
        <p:nvPicPr>
          <p:cNvPr id="80" name="Google Shape;109;p18"/>
          <p:cNvPicPr/>
          <p:nvPr/>
        </p:nvPicPr>
        <p:blipFill>
          <a:blip r:embed="rId2"/>
          <a:stretch/>
        </p:blipFill>
        <p:spPr>
          <a:xfrm>
            <a:off x="10968840" y="-9000"/>
            <a:ext cx="659520" cy="831240"/>
          </a:xfrm>
          <a:prstGeom prst="rect">
            <a:avLst/>
          </a:prstGeom>
          <a:noFill/>
          <a:ln w="0">
            <a:noFill/>
          </a:ln>
        </p:spPr>
      </p:pic>
      <p:sp>
        <p:nvSpPr>
          <p:cNvPr id="81" name="PlaceHolder 2"/>
          <p:cNvSpPr>
            <a:spLocks noGrp="1"/>
          </p:cNvSpPr>
          <p:nvPr>
            <p:ph type="sldNum" idx="16"/>
          </p:nvPr>
        </p:nvSpPr>
        <p:spPr>
          <a:xfrm>
            <a:off x="11409120" y="6333120"/>
            <a:ext cx="731520" cy="524520"/>
          </a:xfrm>
          <a:prstGeom prst="rect">
            <a:avLst/>
          </a:prstGeom>
          <a:noFill/>
          <a:ln w="0">
            <a:noFill/>
          </a:ln>
        </p:spPr>
        <p:txBody>
          <a:bodyPr lIns="91440" tIns="91440" rIns="91440" bIns="91440" anchor="t">
            <a:noAutofit/>
          </a:bodyPr>
          <a:lstStyle>
            <a:lvl1pPr indent="0" algn="r">
              <a:lnSpc>
                <a:spcPct val="100000"/>
              </a:lnSpc>
              <a:buNone/>
              <a:tabLst>
                <a:tab pos="0" algn="l"/>
              </a:tabLst>
              <a:defRPr lang="en" sz="1300" b="0" u="none" strike="noStrike">
                <a:solidFill>
                  <a:schemeClr val="dk1"/>
                </a:solidFill>
                <a:effectLst/>
                <a:uFillTx/>
                <a:latin typeface="Anton"/>
                <a:ea typeface="Anton"/>
              </a:defRPr>
            </a:lvl1pPr>
          </a:lstStyle>
          <a:p>
            <a:pPr indent="0" algn="r">
              <a:lnSpc>
                <a:spcPct val="100000"/>
              </a:lnSpc>
              <a:buNone/>
              <a:tabLst>
                <a:tab pos="0" algn="l"/>
              </a:tabLst>
            </a:pPr>
            <a:fld id="{2CA0A283-4563-46BC-B9A4-472323FA2041}" type="slidenum">
              <a:rPr lang="en" sz="1300" b="0" u="none" strike="noStrike">
                <a:solidFill>
                  <a:schemeClr val="dk1"/>
                </a:solidFill>
                <a:effectLst/>
                <a:uFillTx/>
                <a:latin typeface="Anton"/>
                <a:ea typeface="Anton"/>
              </a:rPr>
              <a:t>‹#›</a:t>
            </a:fld>
            <a:endParaRPr lang="en-US" sz="1300" b="0" u="none" strike="noStrike">
              <a:solidFill>
                <a:srgbClr val="000000"/>
              </a:solidFill>
              <a:effectLst/>
              <a:uFillTx/>
              <a:latin typeface="Times New Roman"/>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Default 6">
    <p:bg>
      <p:bgPr>
        <a:solidFill>
          <a:schemeClr val="lt1"/>
        </a:solidFill>
        <a:effectLst/>
      </p:bgPr>
    </p:bg>
    <p:spTree>
      <p:nvGrpSpPr>
        <p:cNvPr id="1" name=""/>
        <p:cNvGrpSpPr/>
        <p:nvPr/>
      </p:nvGrpSpPr>
      <p:grpSpPr>
        <a:xfrm>
          <a:off x="0" y="0"/>
          <a:ext cx="0" cy="0"/>
          <a:chOff x="0" y="0"/>
          <a:chExt cx="0" cy="0"/>
        </a:xfrm>
      </p:grpSpPr>
      <p:grpSp>
        <p:nvGrpSpPr>
          <p:cNvPr id="82" name="Google Shape;112;p19"/>
          <p:cNvGrpSpPr/>
          <p:nvPr/>
        </p:nvGrpSpPr>
        <p:grpSpPr>
          <a:xfrm>
            <a:off x="720" y="882360"/>
            <a:ext cx="12192120" cy="127080"/>
            <a:chOff x="720" y="882360"/>
            <a:chExt cx="12192120" cy="127080"/>
          </a:xfrm>
        </p:grpSpPr>
        <p:sp>
          <p:nvSpPr>
            <p:cNvPr id="83" name="Google Shape;113;p19"/>
            <p:cNvSpPr/>
            <p:nvPr/>
          </p:nvSpPr>
          <p:spPr>
            <a:xfrm>
              <a:off x="720" y="882360"/>
              <a:ext cx="12192120" cy="53640"/>
            </a:xfrm>
            <a:prstGeom prst="rect">
              <a:avLst/>
            </a:prstGeom>
            <a:solidFill>
              <a:srgbClr val="D9D9D9"/>
            </a:solidFill>
            <a:ln w="0">
              <a:noFill/>
            </a:ln>
          </p:spPr>
          <p:style>
            <a:lnRef idx="0">
              <a:scrgbClr r="0" g="0" b="0"/>
            </a:lnRef>
            <a:fillRef idx="0">
              <a:scrgbClr r="0" g="0" b="0"/>
            </a:fillRef>
            <a:effectRef idx="0">
              <a:scrgbClr r="0" g="0" b="0"/>
            </a:effectRef>
            <a:fontRef idx="minor"/>
          </p:style>
          <p:txBody>
            <a:bodyPr lIns="198000" tIns="27000" rIns="198000" bIns="27000" anchor="ctr">
              <a:noAutofit/>
            </a:bodyPr>
            <a:lstStyle/>
            <a:p>
              <a:pPr algn="ctr">
                <a:lnSpc>
                  <a:spcPct val="100000"/>
                </a:lnSpc>
                <a:tabLst>
                  <a:tab pos="0" algn="l"/>
                </a:tabLst>
              </a:pPr>
              <a:endParaRPr lang="en-US" sz="2420" b="0" u="none" strike="noStrike">
                <a:solidFill>
                  <a:schemeClr val="lt1"/>
                </a:solidFill>
                <a:effectLst/>
                <a:uFillTx/>
                <a:latin typeface="Arial"/>
                <a:ea typeface="Arial"/>
              </a:endParaRPr>
            </a:p>
          </p:txBody>
        </p:sp>
        <p:sp>
          <p:nvSpPr>
            <p:cNvPr id="84" name="Google Shape;114;p19"/>
            <p:cNvSpPr/>
            <p:nvPr/>
          </p:nvSpPr>
          <p:spPr>
            <a:xfrm>
              <a:off x="720" y="955800"/>
              <a:ext cx="12192120" cy="53640"/>
            </a:xfrm>
            <a:prstGeom prst="rect">
              <a:avLst/>
            </a:prstGeom>
            <a:solidFill>
              <a:srgbClr val="D9D9D9"/>
            </a:solidFill>
            <a:ln w="0">
              <a:noFill/>
            </a:ln>
          </p:spPr>
          <p:style>
            <a:lnRef idx="0">
              <a:scrgbClr r="0" g="0" b="0"/>
            </a:lnRef>
            <a:fillRef idx="0">
              <a:scrgbClr r="0" g="0" b="0"/>
            </a:fillRef>
            <a:effectRef idx="0">
              <a:scrgbClr r="0" g="0" b="0"/>
            </a:effectRef>
            <a:fontRef idx="minor"/>
          </p:style>
          <p:txBody>
            <a:bodyPr lIns="198000" tIns="27000" rIns="198000" bIns="27000" anchor="ctr">
              <a:noAutofit/>
            </a:bodyPr>
            <a:lstStyle/>
            <a:p>
              <a:pPr algn="ctr">
                <a:lnSpc>
                  <a:spcPct val="100000"/>
                </a:lnSpc>
                <a:tabLst>
                  <a:tab pos="0" algn="l"/>
                </a:tabLst>
              </a:pPr>
              <a:endParaRPr lang="en-US" sz="2420" b="0" u="none" strike="noStrike">
                <a:solidFill>
                  <a:schemeClr val="lt1"/>
                </a:solidFill>
                <a:effectLst/>
                <a:uFillTx/>
                <a:latin typeface="Arial"/>
                <a:ea typeface="Arial"/>
              </a:endParaRPr>
            </a:p>
          </p:txBody>
        </p:sp>
      </p:grpSp>
      <p:sp>
        <p:nvSpPr>
          <p:cNvPr id="85" name="PlaceHolder 1"/>
          <p:cNvSpPr>
            <a:spLocks noGrp="1"/>
          </p:cNvSpPr>
          <p:nvPr>
            <p:ph type="body"/>
          </p:nvPr>
        </p:nvSpPr>
        <p:spPr>
          <a:xfrm>
            <a:off x="362880" y="1325160"/>
            <a:ext cx="5594400" cy="4821840"/>
          </a:xfrm>
          <a:prstGeom prst="rect">
            <a:avLst/>
          </a:prstGeom>
          <a:noFill/>
          <a:ln w="0">
            <a:noFill/>
          </a:ln>
        </p:spPr>
        <p:txBody>
          <a:bodyPr lIns="0" tIns="0" rIns="0" bIns="0" anchor="t">
            <a:noAutofit/>
          </a:bodyPr>
          <a:lstStyle/>
          <a:p>
            <a:pPr marL="432000" indent="-324000">
              <a:spcBef>
                <a:spcPts val="1417"/>
              </a:spcBef>
              <a:buClr>
                <a:srgbClr val="000000"/>
              </a:buClr>
              <a:buSzPct val="45000"/>
              <a:buFont typeface="Wingdings" charset="2"/>
              <a:buChar char=""/>
            </a:pPr>
            <a:r>
              <a:rPr lang="en-US" sz="299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299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299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299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299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299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2990" b="0" u="none" strike="noStrike">
                <a:solidFill>
                  <a:srgbClr val="000000"/>
                </a:solidFill>
                <a:effectLst/>
                <a:uFillTx/>
                <a:latin typeface="Arial"/>
              </a:rPr>
              <a:t>Seventh Outline Level</a:t>
            </a:r>
          </a:p>
        </p:txBody>
      </p:sp>
      <p:sp>
        <p:nvSpPr>
          <p:cNvPr id="86" name="PlaceHolder 2"/>
          <p:cNvSpPr>
            <a:spLocks noGrp="1"/>
          </p:cNvSpPr>
          <p:nvPr>
            <p:ph type="body"/>
          </p:nvPr>
        </p:nvSpPr>
        <p:spPr>
          <a:xfrm>
            <a:off x="6107040" y="1325160"/>
            <a:ext cx="5593680" cy="4821840"/>
          </a:xfrm>
          <a:prstGeom prst="rect">
            <a:avLst/>
          </a:prstGeom>
          <a:noFill/>
          <a:ln w="0">
            <a:noFill/>
          </a:ln>
        </p:spPr>
        <p:txBody>
          <a:bodyPr lIns="0" tIns="0" rIns="0" bIns="0" anchor="t">
            <a:noAutofit/>
          </a:bodyPr>
          <a:lstStyle/>
          <a:p>
            <a:pPr marL="432000" indent="-324000">
              <a:spcBef>
                <a:spcPts val="1417"/>
              </a:spcBef>
              <a:buClr>
                <a:srgbClr val="000000"/>
              </a:buClr>
              <a:buSzPct val="45000"/>
              <a:buFont typeface="Wingdings" charset="2"/>
              <a:buChar char=""/>
            </a:pPr>
            <a:r>
              <a:rPr lang="en-US" sz="293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293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293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293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293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293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2930" b="0" u="none" strike="noStrike">
                <a:solidFill>
                  <a:srgbClr val="000000"/>
                </a:solidFill>
                <a:effectLst/>
                <a:uFillTx/>
                <a:latin typeface="Arial"/>
              </a:rPr>
              <a:t>Seventh Outline Level</a:t>
            </a:r>
          </a:p>
        </p:txBody>
      </p:sp>
      <p:sp>
        <p:nvSpPr>
          <p:cNvPr id="87" name="PlaceHolder 3"/>
          <p:cNvSpPr>
            <a:spLocks noGrp="1"/>
          </p:cNvSpPr>
          <p:nvPr>
            <p:ph type="title"/>
          </p:nvPr>
        </p:nvSpPr>
        <p:spPr>
          <a:xfrm>
            <a:off x="533160" y="182520"/>
            <a:ext cx="10324800" cy="831240"/>
          </a:xfrm>
          <a:prstGeom prst="rect">
            <a:avLst/>
          </a:prstGeom>
          <a:noFill/>
          <a:ln w="0">
            <a:noFill/>
          </a:ln>
        </p:spPr>
        <p:txBody>
          <a:bodyPr lIns="216000" tIns="108000" rIns="216000" bIns="108000" anchor="t">
            <a:noAutofit/>
          </a:bodyPr>
          <a:lstStyle/>
          <a:p>
            <a:pPr indent="0">
              <a:buNone/>
            </a:pPr>
            <a:r>
              <a:rPr lang="en-US" sz="3440" b="0" u="none" strike="noStrike">
                <a:solidFill>
                  <a:srgbClr val="000000"/>
                </a:solidFill>
                <a:effectLst/>
                <a:uFillTx/>
                <a:latin typeface="Arial"/>
              </a:rPr>
              <a:t>Click to edit the title text format</a:t>
            </a:r>
          </a:p>
        </p:txBody>
      </p:sp>
      <p:pic>
        <p:nvPicPr>
          <p:cNvPr id="88" name="Google Shape;118;p19"/>
          <p:cNvPicPr/>
          <p:nvPr/>
        </p:nvPicPr>
        <p:blipFill>
          <a:blip r:embed="rId2"/>
          <a:stretch/>
        </p:blipFill>
        <p:spPr>
          <a:xfrm>
            <a:off x="10968840" y="-9000"/>
            <a:ext cx="659520" cy="831240"/>
          </a:xfrm>
          <a:prstGeom prst="rect">
            <a:avLst/>
          </a:prstGeom>
          <a:noFill/>
          <a:ln w="0">
            <a:noFill/>
          </a:ln>
        </p:spPr>
      </p:pic>
      <p:sp>
        <p:nvSpPr>
          <p:cNvPr id="89" name="PlaceHolder 4"/>
          <p:cNvSpPr>
            <a:spLocks noGrp="1"/>
          </p:cNvSpPr>
          <p:nvPr>
            <p:ph type="sldNum" idx="17"/>
          </p:nvPr>
        </p:nvSpPr>
        <p:spPr>
          <a:xfrm>
            <a:off x="11409120" y="6333120"/>
            <a:ext cx="731520" cy="524520"/>
          </a:xfrm>
          <a:prstGeom prst="rect">
            <a:avLst/>
          </a:prstGeom>
          <a:noFill/>
          <a:ln w="0">
            <a:noFill/>
          </a:ln>
        </p:spPr>
        <p:txBody>
          <a:bodyPr lIns="91440" tIns="91440" rIns="91440" bIns="91440" anchor="t">
            <a:noAutofit/>
          </a:bodyPr>
          <a:lstStyle>
            <a:lvl1pPr indent="0" algn="r">
              <a:lnSpc>
                <a:spcPct val="100000"/>
              </a:lnSpc>
              <a:buNone/>
              <a:tabLst>
                <a:tab pos="0" algn="l"/>
              </a:tabLst>
              <a:defRPr lang="en" sz="1300" b="0" u="none" strike="noStrike">
                <a:solidFill>
                  <a:schemeClr val="dk1"/>
                </a:solidFill>
                <a:effectLst/>
                <a:uFillTx/>
                <a:latin typeface="Arial Narrow"/>
                <a:ea typeface="Arial Narrow"/>
              </a:defRPr>
            </a:lvl1pPr>
          </a:lstStyle>
          <a:p>
            <a:pPr indent="0" algn="r">
              <a:lnSpc>
                <a:spcPct val="100000"/>
              </a:lnSpc>
              <a:buNone/>
              <a:tabLst>
                <a:tab pos="0" algn="l"/>
              </a:tabLst>
            </a:pPr>
            <a:fld id="{A3A56C89-C153-4E8B-9E9B-DE2B22A16656}" type="slidenum">
              <a:rPr lang="en" sz="1300" b="0" u="none" strike="noStrike">
                <a:solidFill>
                  <a:schemeClr val="dk1"/>
                </a:solidFill>
                <a:effectLst/>
                <a:uFillTx/>
                <a:latin typeface="Arial Narrow"/>
                <a:ea typeface="Arial Narrow"/>
              </a:rPr>
              <a:t>‹#›</a:t>
            </a:fld>
            <a:endParaRPr lang="en-US" sz="1300" b="0" u="none" strike="noStrike">
              <a:solidFill>
                <a:srgbClr val="000000"/>
              </a:solidFill>
              <a:effectLst/>
              <a:uFillTx/>
              <a:latin typeface="Times New Roman"/>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Default 7">
    <p:bg>
      <p:bgPr>
        <a:solidFill>
          <a:schemeClr val="lt1"/>
        </a:solidFill>
        <a:effectLst/>
      </p:bgPr>
    </p:bg>
    <p:spTree>
      <p:nvGrpSpPr>
        <p:cNvPr id="1" name=""/>
        <p:cNvGrpSpPr/>
        <p:nvPr/>
      </p:nvGrpSpPr>
      <p:grpSpPr>
        <a:xfrm>
          <a:off x="0" y="0"/>
          <a:ext cx="0" cy="0"/>
          <a:chOff x="0" y="0"/>
          <a:chExt cx="0" cy="0"/>
        </a:xfrm>
      </p:grpSpPr>
      <p:pic>
        <p:nvPicPr>
          <p:cNvPr id="90" name="Google Shape;121;p20"/>
          <p:cNvPicPr/>
          <p:nvPr/>
        </p:nvPicPr>
        <p:blipFill>
          <a:blip r:embed="rId2"/>
          <a:stretch/>
        </p:blipFill>
        <p:spPr>
          <a:xfrm>
            <a:off x="10968840" y="-9000"/>
            <a:ext cx="659520" cy="831240"/>
          </a:xfrm>
          <a:prstGeom prst="rect">
            <a:avLst/>
          </a:prstGeom>
          <a:noFill/>
          <a:ln w="0">
            <a:noFill/>
          </a:ln>
        </p:spPr>
      </p:pic>
      <p:sp>
        <p:nvSpPr>
          <p:cNvPr id="91" name="PlaceHolder 1"/>
          <p:cNvSpPr>
            <a:spLocks noGrp="1"/>
          </p:cNvSpPr>
          <p:nvPr>
            <p:ph type="sldNum" idx="18"/>
          </p:nvPr>
        </p:nvSpPr>
        <p:spPr>
          <a:xfrm>
            <a:off x="11409120" y="6333120"/>
            <a:ext cx="731520" cy="524520"/>
          </a:xfrm>
          <a:prstGeom prst="rect">
            <a:avLst/>
          </a:prstGeom>
          <a:noFill/>
          <a:ln w="0">
            <a:noFill/>
          </a:ln>
        </p:spPr>
        <p:txBody>
          <a:bodyPr lIns="91440" tIns="91440" rIns="91440" bIns="91440" anchor="t">
            <a:noAutofit/>
          </a:bodyPr>
          <a:lstStyle>
            <a:lvl1pPr indent="0" algn="r">
              <a:lnSpc>
                <a:spcPct val="100000"/>
              </a:lnSpc>
              <a:buNone/>
              <a:tabLst>
                <a:tab pos="0" algn="l"/>
              </a:tabLst>
              <a:defRPr lang="en" sz="1300" b="0" u="none" strike="noStrike">
                <a:solidFill>
                  <a:schemeClr val="dk1"/>
                </a:solidFill>
                <a:effectLst/>
                <a:uFillTx/>
                <a:latin typeface="Arial"/>
                <a:ea typeface="Arial"/>
              </a:defRPr>
            </a:lvl1pPr>
          </a:lstStyle>
          <a:p>
            <a:pPr indent="0" algn="r">
              <a:lnSpc>
                <a:spcPct val="100000"/>
              </a:lnSpc>
              <a:buNone/>
              <a:tabLst>
                <a:tab pos="0" algn="l"/>
              </a:tabLst>
            </a:pPr>
            <a:fld id="{0EC1B585-5BF8-42CF-82E7-72D197FD1717}" type="slidenum">
              <a:rPr lang="en" sz="1300" b="0" u="none" strike="noStrike">
                <a:solidFill>
                  <a:schemeClr val="dk1"/>
                </a:solidFill>
                <a:effectLst/>
                <a:uFillTx/>
                <a:latin typeface="Arial"/>
                <a:ea typeface="Arial"/>
              </a:rPr>
              <a:t>‹#›</a:t>
            </a:fld>
            <a:endParaRPr lang="en-US" sz="1300" b="0" u="none" strike="noStrike">
              <a:solidFill>
                <a:srgbClr val="000000"/>
              </a:solidFill>
              <a:effectLst/>
              <a:uFillTx/>
              <a:latin typeface="Times New Roman"/>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Default 8">
    <p:bg>
      <p:bgPr>
        <a:solidFill>
          <a:schemeClr val="lt1"/>
        </a:solidFill>
        <a:effectLst/>
      </p:bgPr>
    </p:bg>
    <p:spTree>
      <p:nvGrpSpPr>
        <p:cNvPr id="1" name=""/>
        <p:cNvGrpSpPr/>
        <p:nvPr/>
      </p:nvGrpSpPr>
      <p:grpSpPr>
        <a:xfrm>
          <a:off x="0" y="0"/>
          <a:ext cx="0" cy="0"/>
          <a:chOff x="0" y="0"/>
          <a:chExt cx="0" cy="0"/>
        </a:xfrm>
      </p:grpSpPr>
      <p:sp>
        <p:nvSpPr>
          <p:cNvPr id="92" name="PlaceHolder 1"/>
          <p:cNvSpPr>
            <a:spLocks noGrp="1"/>
          </p:cNvSpPr>
          <p:nvPr>
            <p:ph type="sldNum" idx="19"/>
          </p:nvPr>
        </p:nvSpPr>
        <p:spPr>
          <a:xfrm>
            <a:off x="11409120" y="6333120"/>
            <a:ext cx="731520" cy="524520"/>
          </a:xfrm>
          <a:prstGeom prst="rect">
            <a:avLst/>
          </a:prstGeom>
          <a:noFill/>
          <a:ln w="0">
            <a:noFill/>
          </a:ln>
        </p:spPr>
        <p:txBody>
          <a:bodyPr lIns="91440" tIns="91440" rIns="91440" bIns="91440" anchor="t">
            <a:noAutofit/>
          </a:bodyPr>
          <a:lstStyle>
            <a:lvl1pPr indent="0" algn="r">
              <a:lnSpc>
                <a:spcPct val="100000"/>
              </a:lnSpc>
              <a:buNone/>
              <a:tabLst>
                <a:tab pos="0" algn="l"/>
              </a:tabLst>
              <a:defRPr lang="en" sz="1300" b="0" u="none" strike="noStrike">
                <a:solidFill>
                  <a:schemeClr val="dk1"/>
                </a:solidFill>
                <a:effectLst/>
                <a:uFillTx/>
                <a:latin typeface="Arial"/>
                <a:ea typeface="Arial"/>
              </a:defRPr>
            </a:lvl1pPr>
          </a:lstStyle>
          <a:p>
            <a:pPr indent="0" algn="r">
              <a:lnSpc>
                <a:spcPct val="100000"/>
              </a:lnSpc>
              <a:buNone/>
              <a:tabLst>
                <a:tab pos="0" algn="l"/>
              </a:tabLst>
            </a:pPr>
            <a:fld id="{95180BEC-CC84-46B3-82AD-501B6B0AF3FE}" type="slidenum">
              <a:rPr lang="en" sz="1300" b="0" u="none" strike="noStrike">
                <a:solidFill>
                  <a:schemeClr val="dk1"/>
                </a:solidFill>
                <a:effectLst/>
                <a:uFillTx/>
                <a:latin typeface="Arial"/>
                <a:ea typeface="Arial"/>
              </a:rPr>
              <a:t>‹#›</a:t>
            </a:fld>
            <a:endParaRPr lang="en-US" sz="1300" b="0" u="none" strike="noStrike">
              <a:solidFill>
                <a:srgbClr val="000000"/>
              </a:solidFill>
              <a:effectLst/>
              <a:uFillTx/>
              <a:latin typeface="Times New Roman"/>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Title Slide">
    <p:bg>
      <p:bgPr>
        <a:solidFill>
          <a:schemeClr val="lt1"/>
        </a:solidFill>
        <a:effectLst/>
      </p:bgPr>
    </p:bg>
    <p:spTree>
      <p:nvGrpSpPr>
        <p:cNvPr id="1" name=""/>
        <p:cNvGrpSpPr/>
        <p:nvPr/>
      </p:nvGrpSpPr>
      <p:grpSpPr>
        <a:xfrm>
          <a:off x="0" y="0"/>
          <a:ext cx="0" cy="0"/>
          <a:chOff x="0" y="0"/>
          <a:chExt cx="0" cy="0"/>
        </a:xfrm>
      </p:grpSpPr>
      <p:sp>
        <p:nvSpPr>
          <p:cNvPr id="93" name="PlaceHolder 1"/>
          <p:cNvSpPr>
            <a:spLocks noGrp="1"/>
          </p:cNvSpPr>
          <p:nvPr>
            <p:ph type="sldNum" idx="20"/>
          </p:nvPr>
        </p:nvSpPr>
        <p:spPr>
          <a:xfrm>
            <a:off x="11409120" y="6333120"/>
            <a:ext cx="731520" cy="524520"/>
          </a:xfrm>
          <a:prstGeom prst="rect">
            <a:avLst/>
          </a:prstGeom>
          <a:noFill/>
          <a:ln w="0">
            <a:noFill/>
          </a:ln>
        </p:spPr>
        <p:txBody>
          <a:bodyPr lIns="91440" tIns="91440" rIns="91440" bIns="91440" anchor="t">
            <a:noAutofit/>
          </a:bodyPr>
          <a:lstStyle>
            <a:lvl1pPr indent="0" algn="r">
              <a:lnSpc>
                <a:spcPct val="100000"/>
              </a:lnSpc>
              <a:buNone/>
              <a:tabLst>
                <a:tab pos="0" algn="l"/>
              </a:tabLst>
              <a:defRPr lang="en" sz="1300" b="0" u="none" strike="noStrike">
                <a:solidFill>
                  <a:schemeClr val="dk1"/>
                </a:solidFill>
                <a:effectLst/>
                <a:uFillTx/>
                <a:latin typeface="Arial"/>
                <a:ea typeface="Arial"/>
              </a:defRPr>
            </a:lvl1pPr>
          </a:lstStyle>
          <a:p>
            <a:pPr indent="0" algn="r">
              <a:lnSpc>
                <a:spcPct val="100000"/>
              </a:lnSpc>
              <a:buNone/>
              <a:tabLst>
                <a:tab pos="0" algn="l"/>
              </a:tabLst>
            </a:pPr>
            <a:fld id="{994EC702-021E-495C-B93B-DA1680605A7B}" type="slidenum">
              <a:rPr lang="en" sz="1300" b="0" u="none" strike="noStrike">
                <a:solidFill>
                  <a:schemeClr val="dk1"/>
                </a:solidFill>
                <a:effectLst/>
                <a:uFillTx/>
                <a:latin typeface="Arial"/>
                <a:ea typeface="Arial"/>
              </a:rPr>
              <a:t>‹#›</a:t>
            </a:fld>
            <a:endParaRPr lang="en-US" sz="1300" b="0" u="none" strike="noStrike">
              <a:solidFill>
                <a:srgbClr val="000000"/>
              </a:solidFill>
              <a:effectLst/>
              <a:uFillTx/>
              <a:latin typeface="Times New Roman"/>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OBJECT">
    <p:bg>
      <p:bgPr>
        <a:solidFill>
          <a:schemeClr val="lt1"/>
        </a:solidFill>
        <a:effectLst/>
      </p:bgPr>
    </p:bg>
    <p:spTree>
      <p:nvGrpSpPr>
        <p:cNvPr id="1" name=""/>
        <p:cNvGrpSpPr/>
        <p:nvPr/>
      </p:nvGrpSpPr>
      <p:grpSpPr>
        <a:xfrm>
          <a:off x="0" y="0"/>
          <a:ext cx="0" cy="0"/>
          <a:chOff x="0" y="0"/>
          <a:chExt cx="0" cy="0"/>
        </a:xfrm>
      </p:grpSpPr>
      <p:sp>
        <p:nvSpPr>
          <p:cNvPr id="94" name="PlaceHolder 1"/>
          <p:cNvSpPr>
            <a:spLocks noGrp="1"/>
          </p:cNvSpPr>
          <p:nvPr>
            <p:ph type="ftr" idx="21"/>
          </p:nvPr>
        </p:nvSpPr>
        <p:spPr>
          <a:xfrm>
            <a:off x="838080" y="6356520"/>
            <a:ext cx="951840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95" name="PlaceHolder 2"/>
          <p:cNvSpPr>
            <a:spLocks noGrp="1"/>
          </p:cNvSpPr>
          <p:nvPr>
            <p:ph type="title"/>
          </p:nvPr>
        </p:nvSpPr>
        <p:spPr>
          <a:xfrm>
            <a:off x="838080" y="803520"/>
            <a:ext cx="10515240" cy="915120"/>
          </a:xfrm>
          <a:prstGeom prst="rect">
            <a:avLst/>
          </a:prstGeom>
          <a:noFill/>
          <a:ln w="0">
            <a:noFill/>
          </a:ln>
        </p:spPr>
        <p:txBody>
          <a:bodyPr lIns="91440" tIns="45720" rIns="91440" bIns="45720" anchor="ctr">
            <a:noAutofit/>
          </a:bodyPr>
          <a:lstStyle/>
          <a:p>
            <a:pPr indent="0">
              <a:buNone/>
            </a:pPr>
            <a:r>
              <a:rPr lang="en-US" sz="1400" b="0" u="none" strike="noStrike">
                <a:solidFill>
                  <a:srgbClr val="000000"/>
                </a:solidFill>
                <a:effectLst/>
                <a:uFillTx/>
                <a:latin typeface="Arial"/>
              </a:rPr>
              <a:t>Click to edit the title text format</a:t>
            </a:r>
          </a:p>
        </p:txBody>
      </p:sp>
      <p:sp>
        <p:nvSpPr>
          <p:cNvPr id="96" name="PlaceHolder 3"/>
          <p:cNvSpPr>
            <a:spLocks noGrp="1"/>
          </p:cNvSpPr>
          <p:nvPr>
            <p:ph type="body"/>
          </p:nvPr>
        </p:nvSpPr>
        <p:spPr>
          <a:xfrm>
            <a:off x="838080" y="1838160"/>
            <a:ext cx="10515240" cy="4338720"/>
          </a:xfrm>
          <a:prstGeom prst="rect">
            <a:avLst/>
          </a:prstGeom>
          <a:noFill/>
          <a:ln w="0">
            <a:noFill/>
          </a:ln>
        </p:spPr>
        <p:txBody>
          <a:bodyPr lIns="91440" tIns="45720" rIns="91440" bIns="45720" anchor="t">
            <a:noAutofit/>
          </a:bodyPr>
          <a:lstStyle/>
          <a:p>
            <a:pPr marL="432000" indent="-324000">
              <a:spcBef>
                <a:spcPts val="1417"/>
              </a:spcBef>
              <a:buClr>
                <a:srgbClr val="000000"/>
              </a:buClr>
              <a:buSzPct val="45000"/>
              <a:buFont typeface="Wingdings" charset="2"/>
              <a:buChar char=""/>
            </a:pPr>
            <a:r>
              <a:rPr lang="en-US"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14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14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1400" b="0" u="none" strike="noStrike">
                <a:solidFill>
                  <a:srgbClr val="000000"/>
                </a:solidFill>
                <a:effectLst/>
                <a:uFillTx/>
                <a:latin typeface="Arial"/>
              </a:rPr>
              <a:t>Seventh Outline Level</a:t>
            </a:r>
          </a:p>
        </p:txBody>
      </p:sp>
      <p:sp>
        <p:nvSpPr>
          <p:cNvPr id="97" name="PlaceHolder 4"/>
          <p:cNvSpPr>
            <a:spLocks noGrp="1"/>
          </p:cNvSpPr>
          <p:nvPr>
            <p:ph type="sldNum" idx="22"/>
          </p:nvPr>
        </p:nvSpPr>
        <p:spPr>
          <a:xfrm>
            <a:off x="10496880" y="6356520"/>
            <a:ext cx="856440" cy="36468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 sz="1300" b="0" u="none" strike="noStrike">
                <a:solidFill>
                  <a:schemeClr val="dk1"/>
                </a:solidFill>
                <a:effectLst/>
                <a:uFillTx/>
                <a:latin typeface="Arial"/>
                <a:ea typeface="Arial"/>
              </a:defRPr>
            </a:lvl1pPr>
          </a:lstStyle>
          <a:p>
            <a:pPr indent="0" algn="r">
              <a:lnSpc>
                <a:spcPct val="100000"/>
              </a:lnSpc>
              <a:buNone/>
              <a:tabLst>
                <a:tab pos="0" algn="l"/>
              </a:tabLst>
            </a:pPr>
            <a:fld id="{75BE049E-E0FD-4259-B4E0-0B6149C525A7}" type="slidenum">
              <a:rPr lang="en" sz="1300" b="0" u="none" strike="noStrike">
                <a:solidFill>
                  <a:schemeClr val="dk1"/>
                </a:solidFill>
                <a:effectLst/>
                <a:uFillTx/>
                <a:latin typeface="Arial"/>
                <a:ea typeface="Arial"/>
              </a:rPr>
              <a:t>‹#›</a:t>
            </a:fld>
            <a:endParaRPr lang="en-US" sz="1300" b="0" u="none" strike="noStrike">
              <a:solidFill>
                <a:srgbClr val="000000"/>
              </a:solidFill>
              <a:effectLst/>
              <a:uFillTx/>
              <a:latin typeface="Times New Roman"/>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Default 9">
    <p:bg>
      <p:bgPr>
        <a:solidFill>
          <a:schemeClr val="lt1"/>
        </a:solidFill>
        <a:effectLst/>
      </p:bgPr>
    </p:bg>
    <p:spTree>
      <p:nvGrpSpPr>
        <p:cNvPr id="1" name=""/>
        <p:cNvGrpSpPr/>
        <p:nvPr/>
      </p:nvGrpSpPr>
      <p:grpSpPr>
        <a:xfrm>
          <a:off x="0" y="0"/>
          <a:ext cx="0" cy="0"/>
          <a:chOff x="0" y="0"/>
          <a:chExt cx="0" cy="0"/>
        </a:xfrm>
      </p:grpSpPr>
      <p:sp>
        <p:nvSpPr>
          <p:cNvPr id="98" name="PlaceHolder 1"/>
          <p:cNvSpPr>
            <a:spLocks noGrp="1"/>
          </p:cNvSpPr>
          <p:nvPr>
            <p:ph type="title"/>
          </p:nvPr>
        </p:nvSpPr>
        <p:spPr>
          <a:xfrm>
            <a:off x="1148040" y="3457440"/>
            <a:ext cx="10509120" cy="613080"/>
          </a:xfrm>
          <a:prstGeom prst="rect">
            <a:avLst/>
          </a:prstGeom>
          <a:noFill/>
          <a:ln w="0">
            <a:noFill/>
          </a:ln>
        </p:spPr>
        <p:txBody>
          <a:bodyPr lIns="91440" tIns="45720" rIns="91440" bIns="45720" anchor="t">
            <a:noAutofit/>
          </a:bodyPr>
          <a:lstStyle/>
          <a:p>
            <a:pPr indent="0">
              <a:buNone/>
            </a:pPr>
            <a:r>
              <a:rPr lang="en-US" sz="3700" b="0" u="none" strike="noStrike">
                <a:solidFill>
                  <a:srgbClr val="000000"/>
                </a:solidFill>
                <a:effectLst/>
                <a:uFillTx/>
                <a:latin typeface="Arial"/>
              </a:rPr>
              <a:t>Click to edit the title text format</a:t>
            </a:r>
          </a:p>
        </p:txBody>
      </p:sp>
      <p:sp>
        <p:nvSpPr>
          <p:cNvPr id="99" name="PlaceHolder 2"/>
          <p:cNvSpPr>
            <a:spLocks noGrp="1"/>
          </p:cNvSpPr>
          <p:nvPr>
            <p:ph type="body"/>
          </p:nvPr>
        </p:nvSpPr>
        <p:spPr>
          <a:xfrm>
            <a:off x="1148040" y="4510440"/>
            <a:ext cx="7386840" cy="511200"/>
          </a:xfrm>
          <a:prstGeom prst="rect">
            <a:avLst/>
          </a:prstGeom>
          <a:noFill/>
          <a:ln w="0">
            <a:noFill/>
          </a:ln>
        </p:spPr>
        <p:txBody>
          <a:bodyPr lIns="91440" tIns="45720" rIns="91440" bIns="45720" anchor="t">
            <a:noAutofit/>
          </a:bodyPr>
          <a:lstStyle/>
          <a:p>
            <a:pPr marL="432000" indent="-324000">
              <a:spcBef>
                <a:spcPts val="1417"/>
              </a:spcBef>
              <a:buClr>
                <a:srgbClr val="000000"/>
              </a:buClr>
              <a:buSzPct val="45000"/>
              <a:buFont typeface="Wingdings" charset="2"/>
              <a:buChar char=""/>
            </a:pPr>
            <a:r>
              <a:rPr lang="en-US" sz="27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27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27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27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27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27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2700" b="0" u="none" strike="noStrike">
                <a:solidFill>
                  <a:srgbClr val="000000"/>
                </a:solidFill>
                <a:effectLst/>
                <a:uFillTx/>
                <a:latin typeface="Arial"/>
              </a:rPr>
              <a:t>Seventh Outline Level</a:t>
            </a:r>
          </a:p>
        </p:txBody>
      </p:sp>
      <p:sp>
        <p:nvSpPr>
          <p:cNvPr id="100" name="PlaceHolder 3"/>
          <p:cNvSpPr>
            <a:spLocks noGrp="1"/>
          </p:cNvSpPr>
          <p:nvPr>
            <p:ph type="body"/>
          </p:nvPr>
        </p:nvSpPr>
        <p:spPr>
          <a:xfrm>
            <a:off x="1148400" y="5022000"/>
            <a:ext cx="7386480" cy="468000"/>
          </a:xfrm>
          <a:prstGeom prst="rect">
            <a:avLst/>
          </a:prstGeom>
          <a:noFill/>
          <a:ln w="0">
            <a:noFill/>
          </a:ln>
        </p:spPr>
        <p:txBody>
          <a:bodyPr lIns="91440" tIns="45720" rIns="91440" bIns="45720" anchor="t">
            <a:noAutofit/>
          </a:bodyPr>
          <a:lstStyle/>
          <a:p>
            <a:pPr marL="432000" indent="-324000">
              <a:spcBef>
                <a:spcPts val="1417"/>
              </a:spcBef>
              <a:buClr>
                <a:srgbClr val="000000"/>
              </a:buClr>
              <a:buSzPct val="45000"/>
              <a:buFont typeface="Wingdings" charset="2"/>
              <a:buChar char=""/>
            </a:pPr>
            <a:r>
              <a:rPr lang="en-US" sz="27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27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27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27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27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27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2700" b="0" u="none" strike="noStrike">
                <a:solidFill>
                  <a:srgbClr val="000000"/>
                </a:solidFill>
                <a:effectLst/>
                <a:uFillTx/>
                <a:latin typeface="Arial"/>
              </a:rPr>
              <a:t>Seventh Outline Level</a:t>
            </a:r>
          </a:p>
        </p:txBody>
      </p:sp>
      <p:sp>
        <p:nvSpPr>
          <p:cNvPr id="101" name="PlaceHolder 4"/>
          <p:cNvSpPr>
            <a:spLocks noGrp="1"/>
          </p:cNvSpPr>
          <p:nvPr>
            <p:ph type="body"/>
          </p:nvPr>
        </p:nvSpPr>
        <p:spPr>
          <a:xfrm>
            <a:off x="5754240" y="326160"/>
            <a:ext cx="5902920" cy="4183920"/>
          </a:xfrm>
          <a:prstGeom prst="rect">
            <a:avLst/>
          </a:prstGeom>
          <a:noFill/>
          <a:ln w="0">
            <a:noFill/>
          </a:ln>
        </p:spPr>
        <p:txBody>
          <a:bodyPr lIns="91440" tIns="45720" rIns="91440" bIns="45720" anchor="t">
            <a:noAutofit/>
          </a:bodyPr>
          <a:lstStyle/>
          <a:p>
            <a:pPr marL="432000" indent="-324000">
              <a:spcBef>
                <a:spcPts val="1417"/>
              </a:spcBef>
              <a:buClr>
                <a:srgbClr val="000000"/>
              </a:buClr>
              <a:buSzPct val="45000"/>
              <a:buFont typeface="Wingdings" charset="2"/>
              <a:buChar char=""/>
            </a:pPr>
            <a:r>
              <a:rPr lang="en-US" sz="27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27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27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27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27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27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2700" b="0" u="none" strike="noStrike">
                <a:solidFill>
                  <a:srgbClr val="000000"/>
                </a:solidFill>
                <a:effectLst/>
                <a:uFillTx/>
                <a:latin typeface="Arial"/>
              </a:rPr>
              <a:t>Seventh Outline Level</a:t>
            </a:r>
          </a:p>
        </p:txBody>
      </p:sp>
      <p:pic>
        <p:nvPicPr>
          <p:cNvPr id="102" name="Google Shape;143;p26"/>
          <p:cNvPicPr/>
          <p:nvPr/>
        </p:nvPicPr>
        <p:blipFill>
          <a:blip r:embed="rId2"/>
          <a:stretch/>
        </p:blipFill>
        <p:spPr>
          <a:xfrm>
            <a:off x="1208520" y="590400"/>
            <a:ext cx="1071720" cy="1350720"/>
          </a:xfrm>
          <a:prstGeom prst="rect">
            <a:avLst/>
          </a:prstGeom>
          <a:noFill/>
          <a:ln w="0">
            <a:noFill/>
          </a:ln>
        </p:spPr>
      </p:pic>
      <p:sp>
        <p:nvSpPr>
          <p:cNvPr id="103" name="PlaceHolder 5"/>
          <p:cNvSpPr>
            <a:spLocks noGrp="1"/>
          </p:cNvSpPr>
          <p:nvPr>
            <p:ph type="sldNum" idx="23"/>
          </p:nvPr>
        </p:nvSpPr>
        <p:spPr>
          <a:xfrm>
            <a:off x="11409120" y="6333120"/>
            <a:ext cx="731520" cy="524520"/>
          </a:xfrm>
          <a:prstGeom prst="rect">
            <a:avLst/>
          </a:prstGeom>
          <a:noFill/>
          <a:ln w="0">
            <a:noFill/>
          </a:ln>
        </p:spPr>
        <p:txBody>
          <a:bodyPr lIns="91440" tIns="91440" rIns="91440" bIns="91440" anchor="t">
            <a:noAutofit/>
          </a:bodyPr>
          <a:lstStyle>
            <a:lvl1pPr indent="0" algn="r">
              <a:lnSpc>
                <a:spcPct val="100000"/>
              </a:lnSpc>
              <a:buNone/>
              <a:tabLst>
                <a:tab pos="0" algn="l"/>
              </a:tabLst>
              <a:defRPr lang="en" sz="1300" b="0" u="none" strike="noStrike">
                <a:solidFill>
                  <a:schemeClr val="dk1"/>
                </a:solidFill>
                <a:effectLst/>
                <a:uFillTx/>
                <a:latin typeface="Arial Narrow"/>
                <a:ea typeface="Arial Narrow"/>
              </a:defRPr>
            </a:lvl1pPr>
          </a:lstStyle>
          <a:p>
            <a:pPr indent="0" algn="r">
              <a:lnSpc>
                <a:spcPct val="100000"/>
              </a:lnSpc>
              <a:buNone/>
              <a:tabLst>
                <a:tab pos="0" algn="l"/>
              </a:tabLst>
            </a:pPr>
            <a:fld id="{FF4E69F5-EFAD-4386-95DD-9961D2F48865}" type="slidenum">
              <a:rPr lang="en" sz="1300" b="0" u="none" strike="noStrike">
                <a:solidFill>
                  <a:schemeClr val="dk1"/>
                </a:solidFill>
                <a:effectLst/>
                <a:uFillTx/>
                <a:latin typeface="Arial Narrow"/>
                <a:ea typeface="Arial Narrow"/>
              </a:rPr>
              <a:t>‹#›</a:t>
            </a:fld>
            <a:endParaRPr lang="en-US" sz="1300" b="0" u="none" strike="noStrike">
              <a:solidFill>
                <a:srgbClr val="000000"/>
              </a:solidFill>
              <a:effectLst/>
              <a:uFillTx/>
              <a:latin typeface="Times New Roman"/>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Default 10">
    <p:bg>
      <p:bgPr>
        <a:solidFill>
          <a:schemeClr val="lt1"/>
        </a:solidFill>
        <a:effectLst/>
      </p:bgPr>
    </p:bg>
    <p:spTree>
      <p:nvGrpSpPr>
        <p:cNvPr id="1" name=""/>
        <p:cNvGrpSpPr/>
        <p:nvPr/>
      </p:nvGrpSpPr>
      <p:grpSpPr>
        <a:xfrm>
          <a:off x="0" y="0"/>
          <a:ext cx="0" cy="0"/>
          <a:chOff x="0" y="0"/>
          <a:chExt cx="0" cy="0"/>
        </a:xfrm>
      </p:grpSpPr>
      <p:grpSp>
        <p:nvGrpSpPr>
          <p:cNvPr id="104" name="Google Shape;154;p28"/>
          <p:cNvGrpSpPr/>
          <p:nvPr/>
        </p:nvGrpSpPr>
        <p:grpSpPr>
          <a:xfrm>
            <a:off x="720" y="882360"/>
            <a:ext cx="12192120" cy="127080"/>
            <a:chOff x="720" y="882360"/>
            <a:chExt cx="12192120" cy="127080"/>
          </a:xfrm>
        </p:grpSpPr>
        <p:sp>
          <p:nvSpPr>
            <p:cNvPr id="105" name="Google Shape;155;p28"/>
            <p:cNvSpPr/>
            <p:nvPr/>
          </p:nvSpPr>
          <p:spPr>
            <a:xfrm>
              <a:off x="720" y="882360"/>
              <a:ext cx="12192120" cy="53640"/>
            </a:xfrm>
            <a:prstGeom prst="rect">
              <a:avLst/>
            </a:prstGeom>
            <a:solidFill>
              <a:srgbClr val="D9D9D9"/>
            </a:solidFill>
            <a:ln w="0">
              <a:noFill/>
            </a:ln>
          </p:spPr>
          <p:style>
            <a:lnRef idx="0">
              <a:scrgbClr r="0" g="0" b="0"/>
            </a:lnRef>
            <a:fillRef idx="0">
              <a:scrgbClr r="0" g="0" b="0"/>
            </a:fillRef>
            <a:effectRef idx="0">
              <a:scrgbClr r="0" g="0" b="0"/>
            </a:effectRef>
            <a:fontRef idx="minor"/>
          </p:style>
          <p:txBody>
            <a:bodyPr lIns="198000" tIns="27000" rIns="198000" bIns="27000" anchor="ctr">
              <a:noAutofit/>
            </a:bodyPr>
            <a:lstStyle/>
            <a:p>
              <a:pPr algn="ctr">
                <a:lnSpc>
                  <a:spcPct val="100000"/>
                </a:lnSpc>
                <a:tabLst>
                  <a:tab pos="0" algn="l"/>
                </a:tabLst>
              </a:pPr>
              <a:endParaRPr lang="en-US" sz="2400" b="0" u="none" strike="noStrike">
                <a:solidFill>
                  <a:schemeClr val="lt1"/>
                </a:solidFill>
                <a:effectLst/>
                <a:uFillTx/>
                <a:latin typeface="Arial"/>
                <a:ea typeface="Arial"/>
              </a:endParaRPr>
            </a:p>
          </p:txBody>
        </p:sp>
        <p:sp>
          <p:nvSpPr>
            <p:cNvPr id="106" name="Google Shape;156;p28"/>
            <p:cNvSpPr/>
            <p:nvPr/>
          </p:nvSpPr>
          <p:spPr>
            <a:xfrm>
              <a:off x="720" y="955800"/>
              <a:ext cx="12192120" cy="53640"/>
            </a:xfrm>
            <a:prstGeom prst="rect">
              <a:avLst/>
            </a:prstGeom>
            <a:solidFill>
              <a:srgbClr val="D9D9D9"/>
            </a:solidFill>
            <a:ln w="0">
              <a:noFill/>
            </a:ln>
          </p:spPr>
          <p:style>
            <a:lnRef idx="0">
              <a:scrgbClr r="0" g="0" b="0"/>
            </a:lnRef>
            <a:fillRef idx="0">
              <a:scrgbClr r="0" g="0" b="0"/>
            </a:fillRef>
            <a:effectRef idx="0">
              <a:scrgbClr r="0" g="0" b="0"/>
            </a:effectRef>
            <a:fontRef idx="minor"/>
          </p:style>
          <p:txBody>
            <a:bodyPr lIns="198000" tIns="27000" rIns="198000" bIns="27000" anchor="ctr">
              <a:noAutofit/>
            </a:bodyPr>
            <a:lstStyle/>
            <a:p>
              <a:pPr algn="ctr">
                <a:lnSpc>
                  <a:spcPct val="100000"/>
                </a:lnSpc>
                <a:tabLst>
                  <a:tab pos="0" algn="l"/>
                </a:tabLst>
              </a:pPr>
              <a:endParaRPr lang="en-US" sz="2400" b="0" u="none" strike="noStrike">
                <a:solidFill>
                  <a:schemeClr val="lt1"/>
                </a:solidFill>
                <a:effectLst/>
                <a:uFillTx/>
                <a:latin typeface="Arial"/>
                <a:ea typeface="Arial"/>
              </a:endParaRPr>
            </a:p>
          </p:txBody>
        </p:sp>
      </p:grpSp>
      <p:sp>
        <p:nvSpPr>
          <p:cNvPr id="107" name="PlaceHolder 1"/>
          <p:cNvSpPr>
            <a:spLocks noGrp="1"/>
          </p:cNvSpPr>
          <p:nvPr>
            <p:ph type="body"/>
          </p:nvPr>
        </p:nvSpPr>
        <p:spPr>
          <a:xfrm>
            <a:off x="391680" y="1325160"/>
            <a:ext cx="11265120" cy="4853520"/>
          </a:xfrm>
          <a:prstGeom prst="rect">
            <a:avLst/>
          </a:prstGeom>
          <a:noFill/>
          <a:ln w="0">
            <a:noFill/>
          </a:ln>
        </p:spPr>
        <p:txBody>
          <a:bodyPr lIns="0" tIns="0" rIns="0" bIns="0" anchor="t">
            <a:noAutofit/>
          </a:bodyPr>
          <a:lstStyle/>
          <a:p>
            <a:pPr marL="432000" indent="-324000">
              <a:spcBef>
                <a:spcPts val="1417"/>
              </a:spcBef>
              <a:buClr>
                <a:srgbClr val="000000"/>
              </a:buClr>
              <a:buSzPct val="45000"/>
              <a:buFont typeface="Wingdings" charset="2"/>
              <a:buChar char=""/>
            </a:pPr>
            <a:r>
              <a:rPr lang="en-US" sz="29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29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29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29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29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29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2900" b="0" u="none" strike="noStrike">
                <a:solidFill>
                  <a:srgbClr val="000000"/>
                </a:solidFill>
                <a:effectLst/>
                <a:uFillTx/>
                <a:latin typeface="Arial"/>
              </a:rPr>
              <a:t>Seventh Outline Level</a:t>
            </a:r>
          </a:p>
        </p:txBody>
      </p:sp>
      <p:sp>
        <p:nvSpPr>
          <p:cNvPr id="108" name="PlaceHolder 2"/>
          <p:cNvSpPr>
            <a:spLocks noGrp="1"/>
          </p:cNvSpPr>
          <p:nvPr>
            <p:ph type="title"/>
          </p:nvPr>
        </p:nvSpPr>
        <p:spPr>
          <a:xfrm>
            <a:off x="533160" y="182520"/>
            <a:ext cx="10324800" cy="831240"/>
          </a:xfrm>
          <a:prstGeom prst="rect">
            <a:avLst/>
          </a:prstGeom>
          <a:noFill/>
          <a:ln w="0">
            <a:noFill/>
          </a:ln>
        </p:spPr>
        <p:txBody>
          <a:bodyPr lIns="216000" tIns="108000" rIns="216000" bIns="108000" anchor="t">
            <a:noAutofit/>
          </a:bodyPr>
          <a:lstStyle/>
          <a:p>
            <a:pPr indent="0">
              <a:buNone/>
            </a:pPr>
            <a:r>
              <a:rPr lang="en-US" sz="3500" b="0" u="none" strike="noStrike">
                <a:solidFill>
                  <a:srgbClr val="000000"/>
                </a:solidFill>
                <a:effectLst/>
                <a:uFillTx/>
                <a:latin typeface="Arial"/>
              </a:rPr>
              <a:t>Click to edit the title text format</a:t>
            </a:r>
          </a:p>
        </p:txBody>
      </p:sp>
      <p:pic>
        <p:nvPicPr>
          <p:cNvPr id="109" name="Google Shape;159;p28"/>
          <p:cNvPicPr/>
          <p:nvPr/>
        </p:nvPicPr>
        <p:blipFill>
          <a:blip r:embed="rId2"/>
          <a:stretch/>
        </p:blipFill>
        <p:spPr>
          <a:xfrm>
            <a:off x="10968840" y="-9000"/>
            <a:ext cx="659520" cy="831240"/>
          </a:xfrm>
          <a:prstGeom prst="rect">
            <a:avLst/>
          </a:prstGeom>
          <a:noFill/>
          <a:ln w="0">
            <a:noFill/>
          </a:ln>
        </p:spPr>
      </p:pic>
      <p:sp>
        <p:nvSpPr>
          <p:cNvPr id="110" name="PlaceHolder 3"/>
          <p:cNvSpPr>
            <a:spLocks noGrp="1"/>
          </p:cNvSpPr>
          <p:nvPr>
            <p:ph type="sldNum" idx="24"/>
          </p:nvPr>
        </p:nvSpPr>
        <p:spPr>
          <a:xfrm>
            <a:off x="11409120" y="6333120"/>
            <a:ext cx="731520" cy="524520"/>
          </a:xfrm>
          <a:prstGeom prst="rect">
            <a:avLst/>
          </a:prstGeom>
          <a:noFill/>
          <a:ln w="0">
            <a:noFill/>
          </a:ln>
        </p:spPr>
        <p:txBody>
          <a:bodyPr lIns="91440" tIns="91440" rIns="91440" bIns="91440" anchor="t">
            <a:noAutofit/>
          </a:bodyPr>
          <a:lstStyle>
            <a:lvl1pPr indent="0" algn="r">
              <a:lnSpc>
                <a:spcPct val="100000"/>
              </a:lnSpc>
              <a:buNone/>
              <a:tabLst>
                <a:tab pos="0" algn="l"/>
              </a:tabLst>
              <a:defRPr lang="en" sz="1300" b="0" u="none" strike="noStrike">
                <a:solidFill>
                  <a:schemeClr val="dk1"/>
                </a:solidFill>
                <a:effectLst/>
                <a:uFillTx/>
                <a:latin typeface="Arial Narrow"/>
                <a:ea typeface="Arial Narrow"/>
              </a:defRPr>
            </a:lvl1pPr>
          </a:lstStyle>
          <a:p>
            <a:pPr indent="0" algn="r">
              <a:lnSpc>
                <a:spcPct val="100000"/>
              </a:lnSpc>
              <a:buNone/>
              <a:tabLst>
                <a:tab pos="0" algn="l"/>
              </a:tabLst>
            </a:pPr>
            <a:fld id="{ED324331-1B61-4CC0-BC6A-84333E061143}" type="slidenum">
              <a:rPr lang="en" sz="1300" b="0" u="none" strike="noStrike">
                <a:solidFill>
                  <a:schemeClr val="dk1"/>
                </a:solidFill>
                <a:effectLst/>
                <a:uFillTx/>
                <a:latin typeface="Arial Narrow"/>
                <a:ea typeface="Arial Narrow"/>
              </a:rPr>
              <a:t>‹#›</a:t>
            </a:fld>
            <a:endParaRPr lang="en-US" sz="1300" b="0" u="none" strike="noStrike">
              <a:solidFill>
                <a:srgbClr val="000000"/>
              </a:solidFill>
              <a:effectLst/>
              <a:uFillTx/>
              <a:latin typeface="Times New Roman"/>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Default 11">
    <p:bg>
      <p:bgPr>
        <a:solidFill>
          <a:schemeClr val="lt1"/>
        </a:solidFill>
        <a:effectLst/>
      </p:bgPr>
    </p:bg>
    <p:spTree>
      <p:nvGrpSpPr>
        <p:cNvPr id="1" name=""/>
        <p:cNvGrpSpPr/>
        <p:nvPr/>
      </p:nvGrpSpPr>
      <p:grpSpPr>
        <a:xfrm>
          <a:off x="0" y="0"/>
          <a:ext cx="0" cy="0"/>
          <a:chOff x="0" y="0"/>
          <a:chExt cx="0" cy="0"/>
        </a:xfrm>
      </p:grpSpPr>
      <p:sp>
        <p:nvSpPr>
          <p:cNvPr id="111" name="PlaceHolder 1"/>
          <p:cNvSpPr>
            <a:spLocks noGrp="1"/>
          </p:cNvSpPr>
          <p:nvPr>
            <p:ph type="title"/>
          </p:nvPr>
        </p:nvSpPr>
        <p:spPr>
          <a:xfrm>
            <a:off x="533160" y="182520"/>
            <a:ext cx="10324800" cy="813600"/>
          </a:xfrm>
          <a:prstGeom prst="rect">
            <a:avLst/>
          </a:prstGeom>
          <a:noFill/>
          <a:ln w="0">
            <a:noFill/>
          </a:ln>
        </p:spPr>
        <p:txBody>
          <a:bodyPr lIns="216000" tIns="108000" rIns="216000" bIns="108000" anchor="t">
            <a:noAutofit/>
          </a:bodyPr>
          <a:lstStyle/>
          <a:p>
            <a:pPr indent="0">
              <a:buNone/>
            </a:pPr>
            <a:r>
              <a:rPr lang="en-US" sz="3500" b="0" u="none" strike="noStrike">
                <a:solidFill>
                  <a:srgbClr val="000000"/>
                </a:solidFill>
                <a:effectLst/>
                <a:uFillTx/>
                <a:latin typeface="Arial"/>
              </a:rPr>
              <a:t>Click to edit the title text format</a:t>
            </a:r>
          </a:p>
        </p:txBody>
      </p:sp>
      <p:pic>
        <p:nvPicPr>
          <p:cNvPr id="112" name="Google Shape;163;p29"/>
          <p:cNvPicPr/>
          <p:nvPr/>
        </p:nvPicPr>
        <p:blipFill>
          <a:blip r:embed="rId2"/>
          <a:stretch/>
        </p:blipFill>
        <p:spPr>
          <a:xfrm>
            <a:off x="10968840" y="-9000"/>
            <a:ext cx="659520" cy="831240"/>
          </a:xfrm>
          <a:prstGeom prst="rect">
            <a:avLst/>
          </a:prstGeom>
          <a:noFill/>
          <a:ln w="0">
            <a:noFill/>
          </a:ln>
        </p:spPr>
      </p:pic>
      <p:sp>
        <p:nvSpPr>
          <p:cNvPr id="113" name="PlaceHolder 2"/>
          <p:cNvSpPr>
            <a:spLocks noGrp="1"/>
          </p:cNvSpPr>
          <p:nvPr>
            <p:ph type="sldNum" idx="25"/>
          </p:nvPr>
        </p:nvSpPr>
        <p:spPr>
          <a:xfrm>
            <a:off x="11409120" y="6333120"/>
            <a:ext cx="731520" cy="524520"/>
          </a:xfrm>
          <a:prstGeom prst="rect">
            <a:avLst/>
          </a:prstGeom>
          <a:noFill/>
          <a:ln w="0">
            <a:noFill/>
          </a:ln>
        </p:spPr>
        <p:txBody>
          <a:bodyPr lIns="91440" tIns="91440" rIns="91440" bIns="91440" anchor="t">
            <a:noAutofit/>
          </a:bodyPr>
          <a:lstStyle>
            <a:lvl1pPr indent="0" algn="r">
              <a:lnSpc>
                <a:spcPct val="100000"/>
              </a:lnSpc>
              <a:buNone/>
              <a:tabLst>
                <a:tab pos="0" algn="l"/>
              </a:tabLst>
              <a:defRPr lang="en" sz="1300" b="0" u="none" strike="noStrike">
                <a:solidFill>
                  <a:schemeClr val="dk1"/>
                </a:solidFill>
                <a:effectLst/>
                <a:uFillTx/>
                <a:latin typeface="Anton"/>
                <a:ea typeface="Anton"/>
              </a:defRPr>
            </a:lvl1pPr>
          </a:lstStyle>
          <a:p>
            <a:pPr indent="0" algn="r">
              <a:lnSpc>
                <a:spcPct val="100000"/>
              </a:lnSpc>
              <a:buNone/>
              <a:tabLst>
                <a:tab pos="0" algn="l"/>
              </a:tabLst>
            </a:pPr>
            <a:fld id="{C479DAC9-976A-445A-9001-1AFC4BE35224}" type="slidenum">
              <a:rPr lang="en" sz="1300" b="0" u="none" strike="noStrike">
                <a:solidFill>
                  <a:schemeClr val="dk1"/>
                </a:solidFill>
                <a:effectLst/>
                <a:uFillTx/>
                <a:latin typeface="Anton"/>
                <a:ea typeface="Anton"/>
              </a:rPr>
              <a:t>‹#›</a:t>
            </a:fld>
            <a:endParaRPr lang="en-US" sz="1300" b="0" u="none" strike="noStrike">
              <a:solidFill>
                <a:srgbClr val="000000"/>
              </a:solidFill>
              <a:effectLst/>
              <a:uFillTx/>
              <a:latin typeface="Times New Roman"/>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Default 12">
    <p:bg>
      <p:bgPr>
        <a:solidFill>
          <a:schemeClr val="lt1"/>
        </a:solidFill>
        <a:effectLst/>
      </p:bgPr>
    </p:bg>
    <p:spTree>
      <p:nvGrpSpPr>
        <p:cNvPr id="1" name=""/>
        <p:cNvGrpSpPr/>
        <p:nvPr/>
      </p:nvGrpSpPr>
      <p:grpSpPr>
        <a:xfrm>
          <a:off x="0" y="0"/>
          <a:ext cx="0" cy="0"/>
          <a:chOff x="0" y="0"/>
          <a:chExt cx="0" cy="0"/>
        </a:xfrm>
      </p:grpSpPr>
      <p:pic>
        <p:nvPicPr>
          <p:cNvPr id="114" name="Google Shape;175;p31"/>
          <p:cNvPicPr/>
          <p:nvPr/>
        </p:nvPicPr>
        <p:blipFill>
          <a:blip r:embed="rId2"/>
          <a:stretch/>
        </p:blipFill>
        <p:spPr>
          <a:xfrm>
            <a:off x="10968840" y="-9000"/>
            <a:ext cx="659520" cy="831240"/>
          </a:xfrm>
          <a:prstGeom prst="rect">
            <a:avLst/>
          </a:prstGeom>
          <a:noFill/>
          <a:ln w="0">
            <a:noFill/>
          </a:ln>
        </p:spPr>
      </p:pic>
      <p:sp>
        <p:nvSpPr>
          <p:cNvPr id="115" name="PlaceHolder 1"/>
          <p:cNvSpPr>
            <a:spLocks noGrp="1"/>
          </p:cNvSpPr>
          <p:nvPr>
            <p:ph type="sldNum" idx="26"/>
          </p:nvPr>
        </p:nvSpPr>
        <p:spPr>
          <a:xfrm>
            <a:off x="11409120" y="6333120"/>
            <a:ext cx="731520" cy="524520"/>
          </a:xfrm>
          <a:prstGeom prst="rect">
            <a:avLst/>
          </a:prstGeom>
          <a:noFill/>
          <a:ln w="0">
            <a:noFill/>
          </a:ln>
        </p:spPr>
        <p:txBody>
          <a:bodyPr lIns="91440" tIns="91440" rIns="91440" bIns="91440" anchor="t">
            <a:noAutofit/>
          </a:bodyPr>
          <a:lstStyle>
            <a:lvl1pPr indent="0" algn="r">
              <a:lnSpc>
                <a:spcPct val="100000"/>
              </a:lnSpc>
              <a:buNone/>
              <a:tabLst>
                <a:tab pos="0" algn="l"/>
              </a:tabLst>
              <a:defRPr lang="en" sz="1300" b="0" u="none" strike="noStrike">
                <a:solidFill>
                  <a:schemeClr val="dk1"/>
                </a:solidFill>
                <a:effectLst/>
                <a:uFillTx/>
                <a:latin typeface="Arial"/>
                <a:ea typeface="Arial"/>
              </a:defRPr>
            </a:lvl1pPr>
          </a:lstStyle>
          <a:p>
            <a:pPr indent="0" algn="r">
              <a:lnSpc>
                <a:spcPct val="100000"/>
              </a:lnSpc>
              <a:buNone/>
              <a:tabLst>
                <a:tab pos="0" algn="l"/>
              </a:tabLst>
            </a:pPr>
            <a:fld id="{0B50435A-F3C1-431B-B24E-F90D6E575A44}" type="slidenum">
              <a:rPr lang="en" sz="1300" b="0" u="none" strike="noStrike">
                <a:solidFill>
                  <a:schemeClr val="dk1"/>
                </a:solidFill>
                <a:effectLst/>
                <a:uFillTx/>
                <a:latin typeface="Arial"/>
                <a:ea typeface="Arial"/>
              </a:rPr>
              <a:t>‹#›</a:t>
            </a:fld>
            <a:endParaRPr lang="en-US" sz="1300" b="0" u="none" strike="noStrike">
              <a:solidFill>
                <a:srgbClr val="000000"/>
              </a:solidFill>
              <a:effectLst/>
              <a:uFillTx/>
              <a:latin typeface="Times New Roman"/>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Default 13">
    <p:bg>
      <p:bgPr>
        <a:solidFill>
          <a:schemeClr val="lt1"/>
        </a:solidFill>
        <a:effectLst/>
      </p:bgPr>
    </p:bg>
    <p:spTree>
      <p:nvGrpSpPr>
        <p:cNvPr id="1" name=""/>
        <p:cNvGrpSpPr/>
        <p:nvPr/>
      </p:nvGrpSpPr>
      <p:grpSpPr>
        <a:xfrm>
          <a:off x="0" y="0"/>
          <a:ext cx="0" cy="0"/>
          <a:chOff x="0" y="0"/>
          <a:chExt cx="0" cy="0"/>
        </a:xfrm>
      </p:grpSpPr>
      <p:sp>
        <p:nvSpPr>
          <p:cNvPr id="116" name="PlaceHolder 1"/>
          <p:cNvSpPr>
            <a:spLocks noGrp="1"/>
          </p:cNvSpPr>
          <p:nvPr>
            <p:ph type="sldNum" idx="27"/>
          </p:nvPr>
        </p:nvSpPr>
        <p:spPr>
          <a:xfrm>
            <a:off x="11409120" y="6333120"/>
            <a:ext cx="731520" cy="524520"/>
          </a:xfrm>
          <a:prstGeom prst="rect">
            <a:avLst/>
          </a:prstGeom>
          <a:noFill/>
          <a:ln w="0">
            <a:noFill/>
          </a:ln>
        </p:spPr>
        <p:txBody>
          <a:bodyPr lIns="91440" tIns="91440" rIns="91440" bIns="91440" anchor="t">
            <a:noAutofit/>
          </a:bodyPr>
          <a:lstStyle>
            <a:lvl1pPr indent="0" algn="r">
              <a:lnSpc>
                <a:spcPct val="100000"/>
              </a:lnSpc>
              <a:buNone/>
              <a:tabLst>
                <a:tab pos="0" algn="l"/>
              </a:tabLst>
              <a:defRPr lang="en" sz="1300" b="0" u="none" strike="noStrike">
                <a:solidFill>
                  <a:schemeClr val="dk1"/>
                </a:solidFill>
                <a:effectLst/>
                <a:uFillTx/>
                <a:latin typeface="Arial"/>
                <a:ea typeface="Arial"/>
              </a:defRPr>
            </a:lvl1pPr>
          </a:lstStyle>
          <a:p>
            <a:pPr indent="0" algn="r">
              <a:lnSpc>
                <a:spcPct val="100000"/>
              </a:lnSpc>
              <a:buNone/>
              <a:tabLst>
                <a:tab pos="0" algn="l"/>
              </a:tabLst>
            </a:pPr>
            <a:fld id="{A5D3F008-CE98-4DBD-927E-88E98833A7CB}" type="slidenum">
              <a:rPr lang="en" sz="1300" b="0" u="none" strike="noStrike">
                <a:solidFill>
                  <a:schemeClr val="dk1"/>
                </a:solidFill>
                <a:effectLst/>
                <a:uFillTx/>
                <a:latin typeface="Arial"/>
                <a:ea typeface="Arial"/>
              </a:rPr>
              <a:t>‹#›</a:t>
            </a:fld>
            <a:endParaRPr lang="en-US" sz="1300" b="0" u="none" strike="noStrike">
              <a:solidFill>
                <a:srgbClr val="000000"/>
              </a:solidFill>
              <a:effectLst/>
              <a:uFillTx/>
              <a:latin typeface="Times New Roman"/>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Default 14">
    <p:bg>
      <p:bgPr>
        <a:solidFill>
          <a:schemeClr val="lt1"/>
        </a:solidFill>
        <a:effectLst/>
      </p:bgPr>
    </p:bg>
    <p:spTree>
      <p:nvGrpSpPr>
        <p:cNvPr id="1" name=""/>
        <p:cNvGrpSpPr/>
        <p:nvPr/>
      </p:nvGrpSpPr>
      <p:grpSpPr>
        <a:xfrm>
          <a:off x="0" y="0"/>
          <a:ext cx="0" cy="0"/>
          <a:chOff x="0" y="0"/>
          <a:chExt cx="0" cy="0"/>
        </a:xfrm>
      </p:grpSpPr>
      <p:grpSp>
        <p:nvGrpSpPr>
          <p:cNvPr id="117" name="Google Shape;180;p33"/>
          <p:cNvGrpSpPr/>
          <p:nvPr/>
        </p:nvGrpSpPr>
        <p:grpSpPr>
          <a:xfrm>
            <a:off x="720" y="882360"/>
            <a:ext cx="12192120" cy="127080"/>
            <a:chOff x="720" y="882360"/>
            <a:chExt cx="12192120" cy="127080"/>
          </a:xfrm>
        </p:grpSpPr>
        <p:sp>
          <p:nvSpPr>
            <p:cNvPr id="118" name="Google Shape;181;p33"/>
            <p:cNvSpPr/>
            <p:nvPr/>
          </p:nvSpPr>
          <p:spPr>
            <a:xfrm>
              <a:off x="720" y="882360"/>
              <a:ext cx="12192120" cy="53640"/>
            </a:xfrm>
            <a:prstGeom prst="rect">
              <a:avLst/>
            </a:prstGeom>
            <a:solidFill>
              <a:srgbClr val="D9D9D9"/>
            </a:solidFill>
            <a:ln w="0">
              <a:noFill/>
            </a:ln>
          </p:spPr>
          <p:style>
            <a:lnRef idx="0">
              <a:scrgbClr r="0" g="0" b="0"/>
            </a:lnRef>
            <a:fillRef idx="0">
              <a:scrgbClr r="0" g="0" b="0"/>
            </a:fillRef>
            <a:effectRef idx="0">
              <a:scrgbClr r="0" g="0" b="0"/>
            </a:effectRef>
            <a:fontRef idx="minor"/>
          </p:style>
          <p:txBody>
            <a:bodyPr lIns="198000" tIns="27000" rIns="198000" bIns="27000" anchor="ctr">
              <a:noAutofit/>
            </a:bodyPr>
            <a:lstStyle/>
            <a:p>
              <a:pPr algn="ctr">
                <a:lnSpc>
                  <a:spcPct val="100000"/>
                </a:lnSpc>
                <a:tabLst>
                  <a:tab pos="0" algn="l"/>
                </a:tabLst>
              </a:pPr>
              <a:endParaRPr lang="en-US" sz="2400" b="0" u="none" strike="noStrike">
                <a:solidFill>
                  <a:schemeClr val="lt1"/>
                </a:solidFill>
                <a:effectLst/>
                <a:uFillTx/>
                <a:latin typeface="Arial"/>
                <a:ea typeface="Arial"/>
              </a:endParaRPr>
            </a:p>
          </p:txBody>
        </p:sp>
        <p:sp>
          <p:nvSpPr>
            <p:cNvPr id="119" name="Google Shape;182;p33"/>
            <p:cNvSpPr/>
            <p:nvPr/>
          </p:nvSpPr>
          <p:spPr>
            <a:xfrm>
              <a:off x="720" y="955800"/>
              <a:ext cx="12192120" cy="53640"/>
            </a:xfrm>
            <a:prstGeom prst="rect">
              <a:avLst/>
            </a:prstGeom>
            <a:solidFill>
              <a:srgbClr val="D9D9D9"/>
            </a:solidFill>
            <a:ln w="0">
              <a:noFill/>
            </a:ln>
          </p:spPr>
          <p:style>
            <a:lnRef idx="0">
              <a:scrgbClr r="0" g="0" b="0"/>
            </a:lnRef>
            <a:fillRef idx="0">
              <a:scrgbClr r="0" g="0" b="0"/>
            </a:fillRef>
            <a:effectRef idx="0">
              <a:scrgbClr r="0" g="0" b="0"/>
            </a:effectRef>
            <a:fontRef idx="minor"/>
          </p:style>
          <p:txBody>
            <a:bodyPr lIns="198000" tIns="27000" rIns="198000" bIns="27000" anchor="ctr">
              <a:noAutofit/>
            </a:bodyPr>
            <a:lstStyle/>
            <a:p>
              <a:pPr algn="ctr">
                <a:lnSpc>
                  <a:spcPct val="100000"/>
                </a:lnSpc>
                <a:tabLst>
                  <a:tab pos="0" algn="l"/>
                </a:tabLst>
              </a:pPr>
              <a:endParaRPr lang="en-US" sz="2400" b="0" u="none" strike="noStrike">
                <a:solidFill>
                  <a:schemeClr val="lt1"/>
                </a:solidFill>
                <a:effectLst/>
                <a:uFillTx/>
                <a:latin typeface="Arial"/>
                <a:ea typeface="Arial"/>
              </a:endParaRPr>
            </a:p>
          </p:txBody>
        </p:sp>
      </p:grpSp>
      <p:sp>
        <p:nvSpPr>
          <p:cNvPr id="120" name="PlaceHolder 1"/>
          <p:cNvSpPr>
            <a:spLocks noGrp="1"/>
          </p:cNvSpPr>
          <p:nvPr>
            <p:ph type="body"/>
          </p:nvPr>
        </p:nvSpPr>
        <p:spPr>
          <a:xfrm>
            <a:off x="362880" y="1325160"/>
            <a:ext cx="5594400" cy="4821480"/>
          </a:xfrm>
          <a:prstGeom prst="rect">
            <a:avLst/>
          </a:prstGeom>
          <a:noFill/>
          <a:ln w="0">
            <a:noFill/>
          </a:ln>
        </p:spPr>
        <p:txBody>
          <a:bodyPr lIns="0" tIns="0" rIns="0" bIns="0" anchor="t">
            <a:noAutofit/>
          </a:bodyPr>
          <a:lstStyle/>
          <a:p>
            <a:pPr marL="432000" indent="-324000">
              <a:spcBef>
                <a:spcPts val="1417"/>
              </a:spcBef>
              <a:buClr>
                <a:srgbClr val="000000"/>
              </a:buClr>
              <a:buSzPct val="45000"/>
              <a:buFont typeface="Wingdings" charset="2"/>
              <a:buChar char=""/>
            </a:pPr>
            <a:r>
              <a:rPr lang="en-US" sz="29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29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29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29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29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29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2900" b="0" u="none" strike="noStrike">
                <a:solidFill>
                  <a:srgbClr val="000000"/>
                </a:solidFill>
                <a:effectLst/>
                <a:uFillTx/>
                <a:latin typeface="Arial"/>
              </a:rPr>
              <a:t>Seventh Outline Level</a:t>
            </a:r>
          </a:p>
        </p:txBody>
      </p:sp>
      <p:sp>
        <p:nvSpPr>
          <p:cNvPr id="121" name="PlaceHolder 2"/>
          <p:cNvSpPr>
            <a:spLocks noGrp="1"/>
          </p:cNvSpPr>
          <p:nvPr>
            <p:ph type="body"/>
          </p:nvPr>
        </p:nvSpPr>
        <p:spPr>
          <a:xfrm>
            <a:off x="6107040" y="1325160"/>
            <a:ext cx="5593680" cy="4821480"/>
          </a:xfrm>
          <a:prstGeom prst="rect">
            <a:avLst/>
          </a:prstGeom>
          <a:noFill/>
          <a:ln w="0">
            <a:noFill/>
          </a:ln>
        </p:spPr>
        <p:txBody>
          <a:bodyPr lIns="0" tIns="0" rIns="0" bIns="0" anchor="t">
            <a:noAutofit/>
          </a:bodyPr>
          <a:lstStyle/>
          <a:p>
            <a:pPr marL="432000" indent="-324000">
              <a:spcBef>
                <a:spcPts val="1417"/>
              </a:spcBef>
              <a:buClr>
                <a:srgbClr val="000000"/>
              </a:buClr>
              <a:buSzPct val="45000"/>
              <a:buFont typeface="Wingdings" charset="2"/>
              <a:buChar char=""/>
            </a:pPr>
            <a:r>
              <a:rPr lang="en-US" sz="29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29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29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29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29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29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2900" b="0" u="none" strike="noStrike">
                <a:solidFill>
                  <a:srgbClr val="000000"/>
                </a:solidFill>
                <a:effectLst/>
                <a:uFillTx/>
                <a:latin typeface="Arial"/>
              </a:rPr>
              <a:t>Seventh Outline Level</a:t>
            </a:r>
          </a:p>
        </p:txBody>
      </p:sp>
      <p:sp>
        <p:nvSpPr>
          <p:cNvPr id="122" name="PlaceHolder 3"/>
          <p:cNvSpPr>
            <a:spLocks noGrp="1"/>
          </p:cNvSpPr>
          <p:nvPr>
            <p:ph type="title"/>
          </p:nvPr>
        </p:nvSpPr>
        <p:spPr>
          <a:xfrm>
            <a:off x="533160" y="182520"/>
            <a:ext cx="10324800" cy="831240"/>
          </a:xfrm>
          <a:prstGeom prst="rect">
            <a:avLst/>
          </a:prstGeom>
          <a:noFill/>
          <a:ln w="0">
            <a:noFill/>
          </a:ln>
        </p:spPr>
        <p:txBody>
          <a:bodyPr lIns="216000" tIns="108000" rIns="216000" bIns="108000" anchor="t">
            <a:noAutofit/>
          </a:bodyPr>
          <a:lstStyle/>
          <a:p>
            <a:pPr indent="0">
              <a:buNone/>
            </a:pPr>
            <a:r>
              <a:rPr lang="en-US" sz="3500" b="0" u="none" strike="noStrike">
                <a:solidFill>
                  <a:srgbClr val="000000"/>
                </a:solidFill>
                <a:effectLst/>
                <a:uFillTx/>
                <a:latin typeface="Arial"/>
              </a:rPr>
              <a:t>Click to edit the title text format</a:t>
            </a:r>
          </a:p>
        </p:txBody>
      </p:sp>
      <p:pic>
        <p:nvPicPr>
          <p:cNvPr id="123" name="Google Shape;186;p33"/>
          <p:cNvPicPr/>
          <p:nvPr/>
        </p:nvPicPr>
        <p:blipFill>
          <a:blip r:embed="rId2"/>
          <a:stretch/>
        </p:blipFill>
        <p:spPr>
          <a:xfrm>
            <a:off x="10968840" y="-9000"/>
            <a:ext cx="659520" cy="831240"/>
          </a:xfrm>
          <a:prstGeom prst="rect">
            <a:avLst/>
          </a:prstGeom>
          <a:noFill/>
          <a:ln w="0">
            <a:noFill/>
          </a:ln>
        </p:spPr>
      </p:pic>
      <p:sp>
        <p:nvSpPr>
          <p:cNvPr id="124" name="PlaceHolder 4"/>
          <p:cNvSpPr>
            <a:spLocks noGrp="1"/>
          </p:cNvSpPr>
          <p:nvPr>
            <p:ph type="sldNum" idx="28"/>
          </p:nvPr>
        </p:nvSpPr>
        <p:spPr>
          <a:xfrm>
            <a:off x="11409120" y="6333120"/>
            <a:ext cx="731520" cy="524520"/>
          </a:xfrm>
          <a:prstGeom prst="rect">
            <a:avLst/>
          </a:prstGeom>
          <a:noFill/>
          <a:ln w="0">
            <a:noFill/>
          </a:ln>
        </p:spPr>
        <p:txBody>
          <a:bodyPr lIns="91440" tIns="91440" rIns="91440" bIns="91440" anchor="t">
            <a:noAutofit/>
          </a:bodyPr>
          <a:lstStyle>
            <a:lvl1pPr indent="0" algn="r">
              <a:lnSpc>
                <a:spcPct val="100000"/>
              </a:lnSpc>
              <a:buNone/>
              <a:tabLst>
                <a:tab pos="0" algn="l"/>
              </a:tabLst>
              <a:defRPr lang="en" sz="1300" b="0" u="none" strike="noStrike">
                <a:solidFill>
                  <a:schemeClr val="dk1"/>
                </a:solidFill>
                <a:effectLst/>
                <a:uFillTx/>
                <a:latin typeface="Arial Narrow"/>
                <a:ea typeface="Arial Narrow"/>
              </a:defRPr>
            </a:lvl1pPr>
          </a:lstStyle>
          <a:p>
            <a:pPr indent="0" algn="r">
              <a:lnSpc>
                <a:spcPct val="100000"/>
              </a:lnSpc>
              <a:buNone/>
              <a:tabLst>
                <a:tab pos="0" algn="l"/>
              </a:tabLst>
            </a:pPr>
            <a:fld id="{FFC4E248-FAE7-46AF-B8E2-7EEA5F949ABF}" type="slidenum">
              <a:rPr lang="en" sz="1300" b="0" u="none" strike="noStrike">
                <a:solidFill>
                  <a:schemeClr val="dk1"/>
                </a:solidFill>
                <a:effectLst/>
                <a:uFillTx/>
                <a:latin typeface="Arial Narrow"/>
                <a:ea typeface="Arial Narrow"/>
              </a:rPr>
              <a:t>‹#›</a:t>
            </a:fld>
            <a:endParaRPr lang="en-US" sz="1300" b="0" u="none" strike="noStrike">
              <a:solidFill>
                <a:srgbClr val="000000"/>
              </a:solidFill>
              <a:effectLst/>
              <a:uFillTx/>
              <a:latin typeface="Times New Roman"/>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Default 15">
    <p:bg>
      <p:bgPr>
        <a:solidFill>
          <a:schemeClr val="lt1"/>
        </a:solidFill>
        <a:effectLst/>
      </p:bgPr>
    </p:bg>
    <p:spTree>
      <p:nvGrpSpPr>
        <p:cNvPr id="1" name=""/>
        <p:cNvGrpSpPr/>
        <p:nvPr/>
      </p:nvGrpSpPr>
      <p:grpSpPr>
        <a:xfrm>
          <a:off x="0" y="0"/>
          <a:ext cx="0" cy="0"/>
          <a:chOff x="0" y="0"/>
          <a:chExt cx="0" cy="0"/>
        </a:xfrm>
      </p:grpSpPr>
      <p:grpSp>
        <p:nvGrpSpPr>
          <p:cNvPr id="125" name="Google Shape;189;p34"/>
          <p:cNvGrpSpPr/>
          <p:nvPr/>
        </p:nvGrpSpPr>
        <p:grpSpPr>
          <a:xfrm>
            <a:off x="720" y="882360"/>
            <a:ext cx="12192120" cy="127080"/>
            <a:chOff x="720" y="882360"/>
            <a:chExt cx="12192120" cy="127080"/>
          </a:xfrm>
        </p:grpSpPr>
        <p:sp>
          <p:nvSpPr>
            <p:cNvPr id="126" name="Google Shape;190;p34"/>
            <p:cNvSpPr/>
            <p:nvPr/>
          </p:nvSpPr>
          <p:spPr>
            <a:xfrm>
              <a:off x="720" y="882360"/>
              <a:ext cx="12192120" cy="53640"/>
            </a:xfrm>
            <a:prstGeom prst="rect">
              <a:avLst/>
            </a:prstGeom>
            <a:solidFill>
              <a:srgbClr val="D9D9D9"/>
            </a:solidFill>
            <a:ln w="0">
              <a:noFill/>
            </a:ln>
          </p:spPr>
          <p:style>
            <a:lnRef idx="0">
              <a:scrgbClr r="0" g="0" b="0"/>
            </a:lnRef>
            <a:fillRef idx="0">
              <a:scrgbClr r="0" g="0" b="0"/>
            </a:fillRef>
            <a:effectRef idx="0">
              <a:scrgbClr r="0" g="0" b="0"/>
            </a:effectRef>
            <a:fontRef idx="minor"/>
          </p:style>
          <p:txBody>
            <a:bodyPr lIns="198000" tIns="27000" rIns="198000" bIns="27000" anchor="ctr">
              <a:noAutofit/>
            </a:bodyPr>
            <a:lstStyle/>
            <a:p>
              <a:pPr algn="ctr">
                <a:lnSpc>
                  <a:spcPct val="100000"/>
                </a:lnSpc>
                <a:tabLst>
                  <a:tab pos="0" algn="l"/>
                </a:tabLst>
              </a:pPr>
              <a:endParaRPr lang="en-US" sz="2400" b="0" u="none" strike="noStrike">
                <a:solidFill>
                  <a:schemeClr val="lt1"/>
                </a:solidFill>
                <a:effectLst/>
                <a:uFillTx/>
                <a:latin typeface="Arial"/>
                <a:ea typeface="Arial"/>
              </a:endParaRPr>
            </a:p>
          </p:txBody>
        </p:sp>
        <p:sp>
          <p:nvSpPr>
            <p:cNvPr id="127" name="Google Shape;191;p34"/>
            <p:cNvSpPr/>
            <p:nvPr/>
          </p:nvSpPr>
          <p:spPr>
            <a:xfrm>
              <a:off x="720" y="955800"/>
              <a:ext cx="12192120" cy="53640"/>
            </a:xfrm>
            <a:prstGeom prst="rect">
              <a:avLst/>
            </a:prstGeom>
            <a:solidFill>
              <a:srgbClr val="D9D9D9"/>
            </a:solidFill>
            <a:ln w="0">
              <a:noFill/>
            </a:ln>
          </p:spPr>
          <p:style>
            <a:lnRef idx="0">
              <a:scrgbClr r="0" g="0" b="0"/>
            </a:lnRef>
            <a:fillRef idx="0">
              <a:scrgbClr r="0" g="0" b="0"/>
            </a:fillRef>
            <a:effectRef idx="0">
              <a:scrgbClr r="0" g="0" b="0"/>
            </a:effectRef>
            <a:fontRef idx="minor"/>
          </p:style>
          <p:txBody>
            <a:bodyPr lIns="198000" tIns="27000" rIns="198000" bIns="27000" anchor="ctr">
              <a:noAutofit/>
            </a:bodyPr>
            <a:lstStyle/>
            <a:p>
              <a:pPr algn="ctr">
                <a:lnSpc>
                  <a:spcPct val="100000"/>
                </a:lnSpc>
                <a:tabLst>
                  <a:tab pos="0" algn="l"/>
                </a:tabLst>
              </a:pPr>
              <a:endParaRPr lang="en-US" sz="2400" b="0" u="none" strike="noStrike">
                <a:solidFill>
                  <a:schemeClr val="lt1"/>
                </a:solidFill>
                <a:effectLst/>
                <a:uFillTx/>
                <a:latin typeface="Arial"/>
                <a:ea typeface="Arial"/>
              </a:endParaRPr>
            </a:p>
          </p:txBody>
        </p:sp>
      </p:grpSp>
      <p:sp>
        <p:nvSpPr>
          <p:cNvPr id="128" name="PlaceHolder 1"/>
          <p:cNvSpPr>
            <a:spLocks noGrp="1"/>
          </p:cNvSpPr>
          <p:nvPr>
            <p:ph type="body"/>
          </p:nvPr>
        </p:nvSpPr>
        <p:spPr>
          <a:xfrm>
            <a:off x="391680" y="1325160"/>
            <a:ext cx="11265120" cy="4853520"/>
          </a:xfrm>
          <a:prstGeom prst="rect">
            <a:avLst/>
          </a:prstGeom>
          <a:noFill/>
          <a:ln w="0">
            <a:noFill/>
          </a:ln>
        </p:spPr>
        <p:txBody>
          <a:bodyPr lIns="0" tIns="0" rIns="0" bIns="0" anchor="t">
            <a:noAutofit/>
          </a:bodyPr>
          <a:lstStyle/>
          <a:p>
            <a:pPr marL="432000" indent="-324000">
              <a:spcBef>
                <a:spcPts val="1417"/>
              </a:spcBef>
              <a:buClr>
                <a:srgbClr val="000000"/>
              </a:buClr>
              <a:buSzPct val="45000"/>
              <a:buFont typeface="Wingdings" charset="2"/>
              <a:buChar char=""/>
            </a:pPr>
            <a:r>
              <a:rPr lang="en-US" sz="29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29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29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29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29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29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2900" b="0" u="none" strike="noStrike">
                <a:solidFill>
                  <a:srgbClr val="000000"/>
                </a:solidFill>
                <a:effectLst/>
                <a:uFillTx/>
                <a:latin typeface="Arial"/>
              </a:rPr>
              <a:t>Seventh Outline Level</a:t>
            </a:r>
          </a:p>
        </p:txBody>
      </p:sp>
      <p:sp>
        <p:nvSpPr>
          <p:cNvPr id="129" name="PlaceHolder 2"/>
          <p:cNvSpPr>
            <a:spLocks noGrp="1"/>
          </p:cNvSpPr>
          <p:nvPr>
            <p:ph type="title"/>
          </p:nvPr>
        </p:nvSpPr>
        <p:spPr>
          <a:xfrm>
            <a:off x="533160" y="182520"/>
            <a:ext cx="10324800" cy="831240"/>
          </a:xfrm>
          <a:prstGeom prst="rect">
            <a:avLst/>
          </a:prstGeom>
          <a:noFill/>
          <a:ln w="0">
            <a:noFill/>
          </a:ln>
        </p:spPr>
        <p:txBody>
          <a:bodyPr lIns="216000" tIns="108000" rIns="216000" bIns="108000" anchor="t">
            <a:noAutofit/>
          </a:bodyPr>
          <a:lstStyle/>
          <a:p>
            <a:pPr indent="0">
              <a:buNone/>
            </a:pPr>
            <a:r>
              <a:rPr lang="en-US" sz="3500" b="0" u="none" strike="noStrike">
                <a:solidFill>
                  <a:srgbClr val="000000"/>
                </a:solidFill>
                <a:effectLst/>
                <a:uFillTx/>
                <a:latin typeface="Arial"/>
              </a:rPr>
              <a:t>Click to edit the title text format</a:t>
            </a:r>
          </a:p>
        </p:txBody>
      </p:sp>
      <p:pic>
        <p:nvPicPr>
          <p:cNvPr id="130" name="Google Shape;194;p34"/>
          <p:cNvPicPr/>
          <p:nvPr/>
        </p:nvPicPr>
        <p:blipFill>
          <a:blip r:embed="rId2"/>
          <a:stretch/>
        </p:blipFill>
        <p:spPr>
          <a:xfrm>
            <a:off x="10968840" y="-9000"/>
            <a:ext cx="659520" cy="831240"/>
          </a:xfrm>
          <a:prstGeom prst="rect">
            <a:avLst/>
          </a:prstGeom>
          <a:noFill/>
          <a:ln w="0">
            <a:noFill/>
          </a:ln>
        </p:spPr>
      </p:pic>
      <p:sp>
        <p:nvSpPr>
          <p:cNvPr id="131" name="PlaceHolder 3"/>
          <p:cNvSpPr>
            <a:spLocks noGrp="1"/>
          </p:cNvSpPr>
          <p:nvPr>
            <p:ph type="sldNum" idx="29"/>
          </p:nvPr>
        </p:nvSpPr>
        <p:spPr>
          <a:xfrm>
            <a:off x="11409120" y="6333120"/>
            <a:ext cx="731520" cy="524520"/>
          </a:xfrm>
          <a:prstGeom prst="rect">
            <a:avLst/>
          </a:prstGeom>
          <a:noFill/>
          <a:ln w="0">
            <a:noFill/>
          </a:ln>
        </p:spPr>
        <p:txBody>
          <a:bodyPr lIns="91440" tIns="91440" rIns="91440" bIns="91440" anchor="t">
            <a:noAutofit/>
          </a:bodyPr>
          <a:lstStyle>
            <a:lvl1pPr indent="0" algn="r">
              <a:lnSpc>
                <a:spcPct val="100000"/>
              </a:lnSpc>
              <a:buNone/>
              <a:tabLst>
                <a:tab pos="0" algn="l"/>
              </a:tabLst>
              <a:defRPr lang="en" sz="1300" b="0" u="none" strike="noStrike">
                <a:solidFill>
                  <a:schemeClr val="dk1"/>
                </a:solidFill>
                <a:effectLst/>
                <a:uFillTx/>
                <a:latin typeface="Arial"/>
                <a:ea typeface="Arial"/>
              </a:defRPr>
            </a:lvl1pPr>
          </a:lstStyle>
          <a:p>
            <a:pPr indent="0" algn="r">
              <a:lnSpc>
                <a:spcPct val="100000"/>
              </a:lnSpc>
              <a:buNone/>
              <a:tabLst>
                <a:tab pos="0" algn="l"/>
              </a:tabLst>
            </a:pPr>
            <a:fld id="{952CD52D-0529-4E56-8034-53062F315C67}" type="slidenum">
              <a:rPr lang="en" sz="1300" b="0" u="none" strike="noStrike">
                <a:solidFill>
                  <a:schemeClr val="dk1"/>
                </a:solidFill>
                <a:effectLst/>
                <a:uFillTx/>
                <a:latin typeface="Arial"/>
                <a:ea typeface="Arial"/>
              </a:rPr>
              <a:t>‹#›</a:t>
            </a:fld>
            <a:endParaRPr lang="en-US" sz="1300" b="0" u="none" strike="noStrike">
              <a:solidFill>
                <a:srgbClr val="000000"/>
              </a:solidFill>
              <a:effectLst/>
              <a:uFillTx/>
              <a:latin typeface="Times New Roman"/>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Default 10_">
    <p:bg>
      <p:bgPr>
        <a:solidFill>
          <a:schemeClr val="lt1"/>
        </a:solidFill>
        <a:effectLst/>
      </p:bgPr>
    </p:bg>
    <p:spTree>
      <p:nvGrpSpPr>
        <p:cNvPr id="1" name=""/>
        <p:cNvGrpSpPr/>
        <p:nvPr/>
      </p:nvGrpSpPr>
      <p:grpSpPr>
        <a:xfrm>
          <a:off x="0" y="0"/>
          <a:ext cx="0" cy="0"/>
          <a:chOff x="0" y="0"/>
          <a:chExt cx="0" cy="0"/>
        </a:xfrm>
      </p:grpSpPr>
      <p:grpSp>
        <p:nvGrpSpPr>
          <p:cNvPr id="132" name="Google Shape;154;p28"/>
          <p:cNvGrpSpPr/>
          <p:nvPr/>
        </p:nvGrpSpPr>
        <p:grpSpPr>
          <a:xfrm>
            <a:off x="720" y="882360"/>
            <a:ext cx="12192120" cy="127080"/>
            <a:chOff x="720" y="882360"/>
            <a:chExt cx="12192120" cy="127080"/>
          </a:xfrm>
        </p:grpSpPr>
        <p:sp>
          <p:nvSpPr>
            <p:cNvPr id="133" name="Google Shape;155;p28"/>
            <p:cNvSpPr/>
            <p:nvPr/>
          </p:nvSpPr>
          <p:spPr>
            <a:xfrm>
              <a:off x="720" y="882360"/>
              <a:ext cx="12192120" cy="53640"/>
            </a:xfrm>
            <a:prstGeom prst="rect">
              <a:avLst/>
            </a:prstGeom>
            <a:solidFill>
              <a:srgbClr val="D9D9D9"/>
            </a:solidFill>
            <a:ln w="0">
              <a:noFill/>
            </a:ln>
          </p:spPr>
          <p:style>
            <a:lnRef idx="0">
              <a:scrgbClr r="0" g="0" b="0"/>
            </a:lnRef>
            <a:fillRef idx="0">
              <a:scrgbClr r="0" g="0" b="0"/>
            </a:fillRef>
            <a:effectRef idx="0">
              <a:scrgbClr r="0" g="0" b="0"/>
            </a:effectRef>
            <a:fontRef idx="minor"/>
          </p:style>
          <p:txBody>
            <a:bodyPr lIns="198000" tIns="27000" rIns="198000" bIns="27000" anchor="ctr">
              <a:noAutofit/>
            </a:bodyPr>
            <a:lstStyle/>
            <a:p>
              <a:endParaRPr lang="en-US" sz="2400" b="0" u="none" strike="noStrike">
                <a:solidFill>
                  <a:schemeClr val="lt1"/>
                </a:solidFill>
                <a:effectLst/>
                <a:uFillTx/>
                <a:latin typeface="Arial"/>
                <a:ea typeface="Arial"/>
              </a:endParaRPr>
            </a:p>
          </p:txBody>
        </p:sp>
        <p:sp>
          <p:nvSpPr>
            <p:cNvPr id="134" name="Google Shape;156;p28"/>
            <p:cNvSpPr/>
            <p:nvPr/>
          </p:nvSpPr>
          <p:spPr>
            <a:xfrm>
              <a:off x="720" y="955800"/>
              <a:ext cx="12192120" cy="53640"/>
            </a:xfrm>
            <a:prstGeom prst="rect">
              <a:avLst/>
            </a:prstGeom>
            <a:solidFill>
              <a:srgbClr val="D9D9D9"/>
            </a:solidFill>
            <a:ln w="0">
              <a:noFill/>
            </a:ln>
          </p:spPr>
          <p:style>
            <a:lnRef idx="0">
              <a:scrgbClr r="0" g="0" b="0"/>
            </a:lnRef>
            <a:fillRef idx="0">
              <a:scrgbClr r="0" g="0" b="0"/>
            </a:fillRef>
            <a:effectRef idx="0">
              <a:scrgbClr r="0" g="0" b="0"/>
            </a:effectRef>
            <a:fontRef idx="minor"/>
          </p:style>
          <p:txBody>
            <a:bodyPr lIns="198000" tIns="27000" rIns="198000" bIns="27000" anchor="ctr">
              <a:noAutofit/>
            </a:bodyPr>
            <a:lstStyle/>
            <a:p>
              <a:endParaRPr lang="en-US" sz="2400" b="0" u="none" strike="noStrike">
                <a:solidFill>
                  <a:schemeClr val="lt1"/>
                </a:solidFill>
                <a:effectLst/>
                <a:uFillTx/>
                <a:latin typeface="Arial"/>
                <a:ea typeface="Arial"/>
              </a:endParaRPr>
            </a:p>
          </p:txBody>
        </p:sp>
      </p:grpSp>
      <p:sp>
        <p:nvSpPr>
          <p:cNvPr id="135" name="PlaceHolder 1"/>
          <p:cNvSpPr>
            <a:spLocks noGrp="1"/>
          </p:cNvSpPr>
          <p:nvPr>
            <p:ph type="body"/>
          </p:nvPr>
        </p:nvSpPr>
        <p:spPr>
          <a:xfrm>
            <a:off x="391680" y="1325160"/>
            <a:ext cx="11265120" cy="4853520"/>
          </a:xfrm>
          <a:prstGeom prst="rect">
            <a:avLst/>
          </a:prstGeom>
          <a:noFill/>
          <a:ln w="0">
            <a:noFill/>
          </a:ln>
        </p:spPr>
        <p:txBody>
          <a:bodyPr lIns="0" tIns="0" rIns="0" bIns="0" anchor="t">
            <a:noAutofit/>
          </a:bodyPr>
          <a:lstStyle/>
          <a:p>
            <a:pPr marL="432000" indent="-324000">
              <a:spcBef>
                <a:spcPts val="1417"/>
              </a:spcBef>
              <a:buClr>
                <a:srgbClr val="000000"/>
              </a:buClr>
              <a:buSzPct val="45000"/>
              <a:buFont typeface="Wingdings" charset="2"/>
              <a:buChar char=""/>
            </a:pPr>
            <a:r>
              <a:rPr lang="en-US" sz="29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29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29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29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29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29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2900" b="0" u="none" strike="noStrike">
                <a:solidFill>
                  <a:srgbClr val="000000"/>
                </a:solidFill>
                <a:effectLst/>
                <a:uFillTx/>
                <a:latin typeface="Arial"/>
              </a:rPr>
              <a:t>Seventh Outline Level</a:t>
            </a:r>
          </a:p>
        </p:txBody>
      </p:sp>
      <p:sp>
        <p:nvSpPr>
          <p:cNvPr id="136" name="PlaceHolder 2"/>
          <p:cNvSpPr>
            <a:spLocks noGrp="1"/>
          </p:cNvSpPr>
          <p:nvPr>
            <p:ph type="title"/>
          </p:nvPr>
        </p:nvSpPr>
        <p:spPr>
          <a:xfrm>
            <a:off x="533160" y="182520"/>
            <a:ext cx="10324800" cy="831240"/>
          </a:xfrm>
          <a:prstGeom prst="rect">
            <a:avLst/>
          </a:prstGeom>
          <a:noFill/>
          <a:ln w="0">
            <a:noFill/>
          </a:ln>
        </p:spPr>
        <p:txBody>
          <a:bodyPr lIns="216000" tIns="108000" rIns="216000" bIns="108000" anchor="t">
            <a:noAutofit/>
          </a:bodyPr>
          <a:lstStyle/>
          <a:p>
            <a:pPr indent="0">
              <a:buNone/>
            </a:pPr>
            <a:r>
              <a:rPr lang="en-US" sz="3500" b="0" u="none" strike="noStrike">
                <a:solidFill>
                  <a:srgbClr val="000000"/>
                </a:solidFill>
                <a:effectLst/>
                <a:uFillTx/>
                <a:latin typeface="Arial"/>
              </a:rPr>
              <a:t>Click to edit the title text format</a:t>
            </a:r>
          </a:p>
        </p:txBody>
      </p:sp>
      <p:pic>
        <p:nvPicPr>
          <p:cNvPr id="137" name="Google Shape;159;p28"/>
          <p:cNvPicPr/>
          <p:nvPr/>
        </p:nvPicPr>
        <p:blipFill>
          <a:blip r:embed="rId2"/>
          <a:stretch/>
        </p:blipFill>
        <p:spPr>
          <a:xfrm>
            <a:off x="10968840" y="-9000"/>
            <a:ext cx="659520" cy="831240"/>
          </a:xfrm>
          <a:prstGeom prst="rect">
            <a:avLst/>
          </a:prstGeom>
          <a:noFill/>
          <a:ln w="0">
            <a:noFill/>
          </a:ln>
        </p:spPr>
      </p:pic>
      <p:sp>
        <p:nvSpPr>
          <p:cNvPr id="138" name="PlaceHolder 3"/>
          <p:cNvSpPr>
            <a:spLocks noGrp="1"/>
          </p:cNvSpPr>
          <p:nvPr>
            <p:ph type="sldNum" idx="30"/>
          </p:nvPr>
        </p:nvSpPr>
        <p:spPr>
          <a:xfrm>
            <a:off x="11409120" y="6333120"/>
            <a:ext cx="731520" cy="524520"/>
          </a:xfrm>
          <a:prstGeom prst="rect">
            <a:avLst/>
          </a:prstGeom>
          <a:noFill/>
          <a:ln w="0">
            <a:noFill/>
          </a:ln>
        </p:spPr>
        <p:txBody>
          <a:bodyPr lIns="91440" tIns="91440" rIns="91440" bIns="91440" anchor="t">
            <a:noAutofit/>
          </a:bodyPr>
          <a:lstStyle>
            <a:lvl1pPr indent="0" algn="r">
              <a:lnSpc>
                <a:spcPct val="100000"/>
              </a:lnSpc>
              <a:buNone/>
              <a:tabLst>
                <a:tab pos="0" algn="l"/>
              </a:tabLst>
              <a:defRPr lang="en" sz="1300" b="0" u="none" strike="noStrike">
                <a:solidFill>
                  <a:schemeClr val="dk1"/>
                </a:solidFill>
                <a:effectLst/>
                <a:uFillTx/>
                <a:latin typeface="Arial Narrow"/>
                <a:ea typeface="Arial Narrow"/>
              </a:defRPr>
            </a:lvl1pPr>
          </a:lstStyle>
          <a:p>
            <a:pPr indent="0" algn="r">
              <a:lnSpc>
                <a:spcPct val="100000"/>
              </a:lnSpc>
              <a:buNone/>
              <a:tabLst>
                <a:tab pos="0" algn="l"/>
              </a:tabLst>
            </a:pPr>
            <a:fld id="{5F1EF3A6-F664-4069-8182-B6E8D1C6D2DB}" type="slidenum">
              <a:rPr lang="en" sz="1300" b="0" u="none" strike="noStrike">
                <a:solidFill>
                  <a:schemeClr val="dk1"/>
                </a:solidFill>
                <a:effectLst/>
                <a:uFillTx/>
                <a:latin typeface="Arial Narrow"/>
                <a:ea typeface="Arial Narrow"/>
              </a:rPr>
              <a:t>‹#›</a:t>
            </a:fld>
            <a:endParaRPr lang="en-US" sz="1300" b="0" u="none" strike="noStrike">
              <a:solidFill>
                <a:srgbClr val="000000"/>
              </a:solidFill>
              <a:effectLst/>
              <a:uFillTx/>
              <a:latin typeface="Times New Roman"/>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1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theme" Target="../theme/theme3.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29.xml"/><Relationship Id="rId3" Type="http://schemas.openxmlformats.org/officeDocument/2006/relationships/slideLayout" Target="../slideLayouts/slideLayout24.xml"/><Relationship Id="rId7" Type="http://schemas.openxmlformats.org/officeDocument/2006/relationships/slideLayout" Target="../slideLayouts/slideLayout28.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5" Type="http://schemas.openxmlformats.org/officeDocument/2006/relationships/slideLayout" Target="../slideLayouts/slideLayout26.xml"/><Relationship Id="rId4" Type="http://schemas.openxmlformats.org/officeDocument/2006/relationships/slideLayout" Target="../slideLayouts/slideLayout25.xml"/><Relationship Id="rId9"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51" name="PlaceHolder 1"/>
          <p:cNvSpPr>
            <a:spLocks noGrp="1"/>
          </p:cNvSpPr>
          <p:nvPr>
            <p:ph type="title"/>
          </p:nvPr>
        </p:nvSpPr>
        <p:spPr>
          <a:xfrm>
            <a:off x="1148040" y="3457440"/>
            <a:ext cx="10508760" cy="613080"/>
          </a:xfrm>
          <a:prstGeom prst="rect">
            <a:avLst/>
          </a:prstGeom>
          <a:noFill/>
          <a:ln w="0">
            <a:noFill/>
          </a:ln>
        </p:spPr>
        <p:txBody>
          <a:bodyPr lIns="51480" tIns="25920" rIns="51480" bIns="25920" anchor="t">
            <a:noAutofit/>
          </a:bodyPr>
          <a:lstStyle/>
          <a:p>
            <a:pPr indent="0">
              <a:buNone/>
            </a:pPr>
            <a:r>
              <a:rPr lang="en-US" sz="3700" b="0" u="none" strike="noStrike">
                <a:solidFill>
                  <a:srgbClr val="000000"/>
                </a:solidFill>
                <a:effectLst/>
                <a:uFillTx/>
                <a:latin typeface="Arial"/>
              </a:rPr>
              <a:t>Click to edit the title text format</a:t>
            </a:r>
          </a:p>
        </p:txBody>
      </p:sp>
      <p:sp>
        <p:nvSpPr>
          <p:cNvPr id="52" name="PlaceHolder 2"/>
          <p:cNvSpPr>
            <a:spLocks noGrp="1"/>
          </p:cNvSpPr>
          <p:nvPr>
            <p:ph type="body"/>
          </p:nvPr>
        </p:nvSpPr>
        <p:spPr>
          <a:xfrm>
            <a:off x="1148040" y="4510440"/>
            <a:ext cx="7386840" cy="511200"/>
          </a:xfrm>
          <a:prstGeom prst="rect">
            <a:avLst/>
          </a:prstGeom>
          <a:noFill/>
          <a:ln w="0">
            <a:noFill/>
          </a:ln>
        </p:spPr>
        <p:txBody>
          <a:bodyPr lIns="51480" tIns="25920" rIns="51480" bIns="25920" anchor="t">
            <a:noAutofit/>
          </a:bodyPr>
          <a:lstStyle/>
          <a:p>
            <a:pPr marL="432000" indent="-324000">
              <a:spcBef>
                <a:spcPts val="1417"/>
              </a:spcBef>
              <a:buClr>
                <a:srgbClr val="000000"/>
              </a:buClr>
              <a:buSzPct val="45000"/>
              <a:buFont typeface="Wingdings" charset="2"/>
              <a:buChar char=""/>
            </a:pPr>
            <a:r>
              <a:rPr lang="en-US" sz="27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27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27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27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27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27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2700" b="0" u="none" strike="noStrike">
                <a:solidFill>
                  <a:srgbClr val="000000"/>
                </a:solidFill>
                <a:effectLst/>
                <a:uFillTx/>
                <a:latin typeface="Arial"/>
              </a:rPr>
              <a:t>Seventh Outline Level</a:t>
            </a:r>
          </a:p>
        </p:txBody>
      </p:sp>
      <p:sp>
        <p:nvSpPr>
          <p:cNvPr id="53" name="PlaceHolder 3"/>
          <p:cNvSpPr>
            <a:spLocks noGrp="1"/>
          </p:cNvSpPr>
          <p:nvPr>
            <p:ph type="body"/>
          </p:nvPr>
        </p:nvSpPr>
        <p:spPr>
          <a:xfrm>
            <a:off x="1148400" y="5022000"/>
            <a:ext cx="7386480" cy="468360"/>
          </a:xfrm>
          <a:prstGeom prst="rect">
            <a:avLst/>
          </a:prstGeom>
          <a:noFill/>
          <a:ln w="0">
            <a:noFill/>
          </a:ln>
        </p:spPr>
        <p:txBody>
          <a:bodyPr lIns="51480" tIns="25920" rIns="51480" bIns="25920" anchor="t">
            <a:noAutofit/>
          </a:bodyPr>
          <a:lstStyle/>
          <a:p>
            <a:pPr marL="432000" indent="-324000">
              <a:spcBef>
                <a:spcPts val="1417"/>
              </a:spcBef>
              <a:buClr>
                <a:srgbClr val="000000"/>
              </a:buClr>
              <a:buSzPct val="45000"/>
              <a:buFont typeface="Wingdings" charset="2"/>
              <a:buChar char=""/>
            </a:pPr>
            <a:r>
              <a:rPr lang="en-US" sz="27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27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27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27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27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27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2700" b="0" u="none" strike="noStrike">
                <a:solidFill>
                  <a:srgbClr val="000000"/>
                </a:solidFill>
                <a:effectLst/>
                <a:uFillTx/>
                <a:latin typeface="Arial"/>
              </a:rPr>
              <a:t>Seventh Outline Level</a:t>
            </a:r>
          </a:p>
        </p:txBody>
      </p:sp>
      <p:sp>
        <p:nvSpPr>
          <p:cNvPr id="54" name="PlaceHolder 4"/>
          <p:cNvSpPr>
            <a:spLocks noGrp="1"/>
          </p:cNvSpPr>
          <p:nvPr>
            <p:ph type="body"/>
          </p:nvPr>
        </p:nvSpPr>
        <p:spPr>
          <a:xfrm>
            <a:off x="5754240" y="326160"/>
            <a:ext cx="5902920" cy="4183560"/>
          </a:xfrm>
          <a:prstGeom prst="rect">
            <a:avLst/>
          </a:prstGeom>
          <a:noFill/>
          <a:ln w="0">
            <a:noFill/>
          </a:ln>
        </p:spPr>
        <p:txBody>
          <a:bodyPr lIns="51480" tIns="25920" rIns="51480" bIns="25920" anchor="t">
            <a:noAutofit/>
          </a:bodyPr>
          <a:lstStyle/>
          <a:p>
            <a:pPr marL="432000" indent="-324000">
              <a:spcBef>
                <a:spcPts val="1417"/>
              </a:spcBef>
              <a:buClr>
                <a:srgbClr val="000000"/>
              </a:buClr>
              <a:buSzPct val="45000"/>
              <a:buFont typeface="Wingdings" charset="2"/>
              <a:buChar char=""/>
            </a:pPr>
            <a:r>
              <a:rPr lang="en-US" sz="27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27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27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27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27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27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2700" b="0" u="none" strike="noStrike">
                <a:solidFill>
                  <a:srgbClr val="000000"/>
                </a:solidFill>
                <a:effectLst/>
                <a:uFillTx/>
                <a:latin typeface="Arial"/>
              </a:rPr>
              <a:t>Seventh Outline Level</a:t>
            </a:r>
          </a:p>
        </p:txBody>
      </p:sp>
      <p:pic>
        <p:nvPicPr>
          <p:cNvPr id="55" name="Google Shape;80;p13"/>
          <p:cNvPicPr/>
          <p:nvPr/>
        </p:nvPicPr>
        <p:blipFill>
          <a:blip r:embed="rId3"/>
          <a:stretch/>
        </p:blipFill>
        <p:spPr>
          <a:xfrm>
            <a:off x="1208520" y="590400"/>
            <a:ext cx="1071720" cy="1350720"/>
          </a:xfrm>
          <a:prstGeom prst="rect">
            <a:avLst/>
          </a:prstGeom>
          <a:noFill/>
          <a:ln w="0">
            <a:noFill/>
          </a:ln>
        </p:spPr>
      </p:pic>
      <p:sp>
        <p:nvSpPr>
          <p:cNvPr id="56" name="PlaceHolder 5"/>
          <p:cNvSpPr>
            <a:spLocks noGrp="1"/>
          </p:cNvSpPr>
          <p:nvPr>
            <p:ph type="sldNum" idx="11"/>
          </p:nvPr>
        </p:nvSpPr>
        <p:spPr>
          <a:xfrm>
            <a:off x="11409120" y="6333120"/>
            <a:ext cx="731520" cy="524520"/>
          </a:xfrm>
          <a:prstGeom prst="rect">
            <a:avLst/>
          </a:prstGeom>
          <a:noFill/>
          <a:ln w="0">
            <a:noFill/>
          </a:ln>
        </p:spPr>
        <p:txBody>
          <a:bodyPr lIns="91440" tIns="91440" rIns="91440" bIns="91440" anchor="t">
            <a:noAutofit/>
          </a:bodyPr>
          <a:lstStyle>
            <a:lvl1pPr indent="0" algn="r">
              <a:lnSpc>
                <a:spcPct val="100000"/>
              </a:lnSpc>
              <a:buNone/>
              <a:tabLst>
                <a:tab pos="0" algn="l"/>
              </a:tabLst>
              <a:defRPr lang="en" sz="1300" b="0" u="none" strike="noStrike">
                <a:solidFill>
                  <a:schemeClr val="dk1"/>
                </a:solidFill>
                <a:effectLst/>
                <a:uFillTx/>
                <a:latin typeface="Arial"/>
                <a:ea typeface="Arial"/>
              </a:defRPr>
            </a:lvl1pPr>
          </a:lstStyle>
          <a:p>
            <a:pPr indent="0" algn="r">
              <a:lnSpc>
                <a:spcPct val="100000"/>
              </a:lnSpc>
              <a:buNone/>
              <a:tabLst>
                <a:tab pos="0" algn="l"/>
              </a:tabLst>
            </a:pPr>
            <a:fld id="{C19A7DE3-9E13-4CDB-95A2-F2CF4E79F758}" type="slidenum">
              <a:rPr lang="en" sz="1300" b="0" u="none" strike="noStrike">
                <a:solidFill>
                  <a:schemeClr val="dk1"/>
                </a:solidFill>
                <a:effectLst/>
                <a:uFillTx/>
                <a:latin typeface="Arial"/>
                <a:ea typeface="Arial"/>
              </a:rPr>
              <a:t>‹#›</a:t>
            </a:fld>
            <a:endParaRPr lang="en-US" sz="1300" b="0" u="none" strike="noStrike">
              <a:solidFill>
                <a:srgbClr val="000000"/>
              </a:solidFill>
              <a:effectLst/>
              <a:uFillTx/>
              <a:latin typeface="Times New Roman"/>
            </a:endParaRPr>
          </a:p>
        </p:txBody>
      </p:sp>
    </p:spTree>
  </p:cSld>
  <p:clrMap bg1="lt1" tx1="dk1" bg2="dk2" tx2="lt2" accent1="accent1" accent2="accent2" accent3="accent3" accent4="accent4" accent5="accent5" accent6="accent6" hlink="hlink" folHlink="folHlink"/>
  <p:sldLayoutIdLst>
    <p:sldLayoutId id="2147483660"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3.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3.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3.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3.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3.xml"/><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2.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 name="PlaceHolder 1"/>
          <p:cNvSpPr>
            <a:spLocks noGrp="1"/>
          </p:cNvSpPr>
          <p:nvPr>
            <p:ph type="title"/>
          </p:nvPr>
        </p:nvSpPr>
        <p:spPr>
          <a:xfrm>
            <a:off x="1148040" y="2695680"/>
            <a:ext cx="10508760" cy="613080"/>
          </a:xfrm>
          <a:prstGeom prst="rect">
            <a:avLst/>
          </a:prstGeom>
          <a:noFill/>
          <a:ln w="0">
            <a:noFill/>
          </a:ln>
        </p:spPr>
        <p:txBody>
          <a:bodyPr lIns="51480" tIns="25920" rIns="51480" bIns="25920" anchor="t">
            <a:noAutofit/>
          </a:bodyPr>
          <a:lstStyle/>
          <a:p>
            <a:pPr indent="0">
              <a:lnSpc>
                <a:spcPct val="100000"/>
              </a:lnSpc>
              <a:buNone/>
              <a:tabLst>
                <a:tab pos="0" algn="l"/>
              </a:tabLst>
            </a:pPr>
            <a:r>
              <a:rPr lang="en-US" sz="4000" b="0" u="none" strike="noStrike">
                <a:solidFill>
                  <a:schemeClr val="dk1"/>
                </a:solidFill>
                <a:effectLst/>
                <a:uFillTx/>
                <a:latin typeface="Anton"/>
                <a:ea typeface="Anton"/>
              </a:rPr>
              <a:t>On-Device Binary Classification with Federated Learning using the STM32 </a:t>
            </a:r>
            <a:endParaRPr lang="en-US" sz="4000" b="0" u="none" strike="noStrike">
              <a:solidFill>
                <a:srgbClr val="000000"/>
              </a:solidFill>
              <a:effectLst/>
              <a:uFillTx/>
              <a:latin typeface="Arial"/>
            </a:endParaRPr>
          </a:p>
        </p:txBody>
      </p:sp>
      <p:sp>
        <p:nvSpPr>
          <p:cNvPr id="146" name="Google Shape;201;p35"/>
          <p:cNvSpPr/>
          <p:nvPr/>
        </p:nvSpPr>
        <p:spPr>
          <a:xfrm>
            <a:off x="1148400" y="3976560"/>
            <a:ext cx="8415000" cy="511200"/>
          </a:xfrm>
          <a:prstGeom prst="rect">
            <a:avLst/>
          </a:prstGeom>
          <a:noFill/>
          <a:ln w="0">
            <a:noFill/>
          </a:ln>
        </p:spPr>
        <p:style>
          <a:lnRef idx="0">
            <a:scrgbClr r="0" g="0" b="0"/>
          </a:lnRef>
          <a:fillRef idx="0">
            <a:scrgbClr r="0" g="0" b="0"/>
          </a:fillRef>
          <a:effectRef idx="0">
            <a:scrgbClr r="0" g="0" b="0"/>
          </a:effectRef>
          <a:fontRef idx="minor"/>
        </p:style>
        <p:txBody>
          <a:bodyPr lIns="51480" tIns="25920" rIns="51480" bIns="25920" anchor="t">
            <a:noAutofit/>
          </a:bodyPr>
          <a:lstStyle/>
          <a:p>
            <a:pPr marL="380880" indent="-380880">
              <a:lnSpc>
                <a:spcPct val="100000"/>
              </a:lnSpc>
              <a:tabLst>
                <a:tab pos="0" algn="l"/>
              </a:tabLst>
            </a:pPr>
            <a:r>
              <a:rPr lang="en-US" sz="2700" b="1" u="none" strike="noStrike">
                <a:solidFill>
                  <a:schemeClr val="lt2"/>
                </a:solidFill>
                <a:effectLst/>
                <a:uFillTx/>
                <a:latin typeface="Arial"/>
                <a:ea typeface="Arial"/>
              </a:rPr>
              <a:t>Yingshuo Xi, Ali Jahangiri</a:t>
            </a:r>
            <a:endParaRPr lang="en-US" sz="2700" b="0" u="none" strike="noStrike">
              <a:solidFill>
                <a:srgbClr val="000000"/>
              </a:solidFill>
              <a:effectLst/>
              <a:uFillTx/>
              <a:latin typeface="Arial"/>
            </a:endParaRPr>
          </a:p>
        </p:txBody>
      </p:sp>
      <p:sp>
        <p:nvSpPr>
          <p:cNvPr id="147" name="Google Shape;202;p35"/>
          <p:cNvSpPr/>
          <p:nvPr/>
        </p:nvSpPr>
        <p:spPr>
          <a:xfrm>
            <a:off x="1148400" y="4488120"/>
            <a:ext cx="10839960" cy="468360"/>
          </a:xfrm>
          <a:prstGeom prst="rect">
            <a:avLst/>
          </a:prstGeom>
          <a:noFill/>
          <a:ln w="0">
            <a:noFill/>
          </a:ln>
        </p:spPr>
        <p:style>
          <a:lnRef idx="0">
            <a:scrgbClr r="0" g="0" b="0"/>
          </a:lnRef>
          <a:fillRef idx="0">
            <a:scrgbClr r="0" g="0" b="0"/>
          </a:fillRef>
          <a:effectRef idx="0">
            <a:scrgbClr r="0" g="0" b="0"/>
          </a:effectRef>
          <a:fontRef idx="minor"/>
        </p:style>
        <p:txBody>
          <a:bodyPr lIns="51480" tIns="25920" rIns="51480" bIns="25920" anchor="t">
            <a:noAutofit/>
          </a:bodyPr>
          <a:lstStyle/>
          <a:p>
            <a:pPr marL="380880" indent="-380880">
              <a:lnSpc>
                <a:spcPct val="100000"/>
              </a:lnSpc>
              <a:tabLst>
                <a:tab pos="0" algn="l"/>
              </a:tabLst>
            </a:pPr>
            <a:r>
              <a:rPr lang="en" sz="2700" b="0" u="none" strike="noStrike">
                <a:solidFill>
                  <a:srgbClr val="000000"/>
                </a:solidFill>
                <a:effectLst/>
                <a:uFillTx/>
                <a:latin typeface="Arial"/>
                <a:ea typeface="Arial"/>
              </a:rPr>
              <a:t>Department of Electrical and Information Technology, </a:t>
            </a:r>
            <a:endParaRPr lang="en-US" sz="2700" b="0" u="none" strike="noStrike">
              <a:solidFill>
                <a:srgbClr val="000000"/>
              </a:solidFill>
              <a:effectLst/>
              <a:uFillTx/>
              <a:latin typeface="Arial"/>
            </a:endParaRPr>
          </a:p>
          <a:p>
            <a:pPr marL="380880" indent="-380880">
              <a:lnSpc>
                <a:spcPct val="100000"/>
              </a:lnSpc>
              <a:tabLst>
                <a:tab pos="0" algn="l"/>
              </a:tabLst>
            </a:pPr>
            <a:r>
              <a:rPr lang="en" sz="2700" b="0" u="none" strike="noStrike">
                <a:solidFill>
                  <a:srgbClr val="000000"/>
                </a:solidFill>
                <a:effectLst/>
                <a:uFillTx/>
                <a:latin typeface="Arial"/>
                <a:ea typeface="Arial"/>
              </a:rPr>
              <a:t>Lund University, Sweden.</a:t>
            </a:r>
            <a:endParaRPr lang="en-US" sz="2700" b="0" u="none" strike="noStrike">
              <a:solidFill>
                <a:srgbClr val="000000"/>
              </a:solidFill>
              <a:effectLst/>
              <a:uFillTx/>
              <a:latin typeface="Arial"/>
            </a:endParaRPr>
          </a:p>
          <a:p>
            <a:pPr algn="just">
              <a:lnSpc>
                <a:spcPct val="100000"/>
              </a:lnSpc>
              <a:tabLst>
                <a:tab pos="0" algn="l"/>
              </a:tabLst>
            </a:pPr>
            <a:br>
              <a:rPr sz="2700"/>
            </a:br>
            <a:r>
              <a:rPr lang="en" sz="1700" b="0" i="1" u="none" strike="noStrike">
                <a:solidFill>
                  <a:srgbClr val="000000"/>
                </a:solidFill>
                <a:effectLst/>
                <a:uFillTx/>
                <a:latin typeface="Arial"/>
                <a:ea typeface="Arial"/>
              </a:rPr>
              <a:t>This research has been partially supported by the Wallenberg AI, Autonomous Systems and Software Program (WASP), the Swedish Research Council (VR), the ELLIIT Strategic Research Environment, European Union, and an unrestricted gift from Google.</a:t>
            </a:r>
            <a:endParaRPr lang="en-US" sz="1700" b="0" u="none" strike="noStrike">
              <a:solidFill>
                <a:srgbClr val="000000"/>
              </a:solidFill>
              <a:effectLst/>
              <a:uFillTx/>
              <a:latin typeface="Arial"/>
            </a:endParaRPr>
          </a:p>
        </p:txBody>
      </p:sp>
      <p:sp>
        <p:nvSpPr>
          <p:cNvPr id="149" name="PlaceHolder 2"/>
          <p:cNvSpPr>
            <a:spLocks noGrp="1"/>
          </p:cNvSpPr>
          <p:nvPr>
            <p:ph type="sldNum" idx="34"/>
          </p:nvPr>
        </p:nvSpPr>
        <p:spPr>
          <a:xfrm>
            <a:off x="11409120" y="6333120"/>
            <a:ext cx="731520" cy="524520"/>
          </a:xfrm>
          <a:prstGeom prst="rect">
            <a:avLst/>
          </a:prstGeom>
          <a:noFill/>
          <a:ln w="0">
            <a:noFill/>
          </a:ln>
        </p:spPr>
        <p:txBody>
          <a:bodyPr lIns="91440" tIns="91440" rIns="91440" bIns="91440" anchor="t">
            <a:noAutofit/>
          </a:bodyPr>
          <a:lstStyle>
            <a:lvl1pPr indent="0" algn="r">
              <a:lnSpc>
                <a:spcPct val="100000"/>
              </a:lnSpc>
              <a:buNone/>
              <a:tabLst>
                <a:tab pos="0" algn="l"/>
              </a:tabLst>
              <a:defRPr lang="en" sz="1300" b="0" u="none" strike="noStrike">
                <a:solidFill>
                  <a:schemeClr val="dk1"/>
                </a:solidFill>
                <a:effectLst/>
                <a:uFillTx/>
                <a:latin typeface="Arial"/>
                <a:ea typeface="Arial"/>
              </a:defRPr>
            </a:lvl1pPr>
          </a:lstStyle>
          <a:p>
            <a:pPr indent="0" algn="r">
              <a:lnSpc>
                <a:spcPct val="100000"/>
              </a:lnSpc>
              <a:buNone/>
              <a:tabLst>
                <a:tab pos="0" algn="l"/>
              </a:tabLst>
            </a:pPr>
            <a:fld id="{103D14C9-8233-4034-9555-4BB651D43A85}" type="slidenum">
              <a:rPr lang="en" sz="1300" b="0" u="none" strike="noStrike">
                <a:solidFill>
                  <a:schemeClr val="dk1"/>
                </a:solidFill>
                <a:effectLst/>
                <a:uFillTx/>
                <a:latin typeface="Arial"/>
                <a:ea typeface="Arial"/>
              </a:rPr>
              <a:t>1</a:t>
            </a:fld>
            <a:endParaRPr lang="en-US" sz="1300" b="0" u="none" strike="noStrike">
              <a:solidFill>
                <a:srgbClr val="000000"/>
              </a:solidFill>
              <a:effectLst/>
              <a:uFillTx/>
              <a:latin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Rectangle: Rounded Corners 16"/>
          <p:cNvSpPr/>
          <p:nvPr/>
        </p:nvSpPr>
        <p:spPr>
          <a:xfrm>
            <a:off x="6095880" y="912960"/>
            <a:ext cx="4536360" cy="5038920"/>
          </a:xfrm>
          <a:prstGeom prst="roundRect">
            <a:avLst>
              <a:gd name="adj" fmla="val 7164"/>
            </a:avLst>
          </a:prstGeom>
          <a:solidFill>
            <a:schemeClr val="lt2">
              <a:alpha val="10000"/>
            </a:schemeClr>
          </a:solidFill>
          <a:ln w="50800">
            <a:noFill/>
          </a:ln>
        </p:spPr>
        <p:style>
          <a:lnRef idx="2">
            <a:schemeClr val="accent1">
              <a:shade val="15000"/>
            </a:schemeClr>
          </a:lnRef>
          <a:fillRef idx="1">
            <a:schemeClr val="accent1"/>
          </a:fillRef>
          <a:effectRef idx="0">
            <a:schemeClr val="accent1"/>
          </a:effectRef>
          <a:fontRef idx="minor"/>
        </p:style>
        <p:txBody>
          <a:bodyPr lIns="0" tIns="0" rIns="0" bIns="0" anchor="ctr">
            <a:noAutofit/>
          </a:bodyPr>
          <a:lstStyle/>
          <a:p>
            <a:pPr algn="ctr">
              <a:lnSpc>
                <a:spcPct val="100000"/>
              </a:lnSpc>
            </a:pPr>
            <a:endParaRPr lang="en-SE" sz="2400" b="0" u="none" strike="noStrike">
              <a:solidFill>
                <a:schemeClr val="lt2"/>
              </a:solidFill>
              <a:effectLst/>
              <a:uFillTx/>
              <a:latin typeface="Arial"/>
              <a:ea typeface="Arial"/>
            </a:endParaRPr>
          </a:p>
        </p:txBody>
      </p:sp>
      <p:sp>
        <p:nvSpPr>
          <p:cNvPr id="151" name="PlaceHolder 1"/>
          <p:cNvSpPr>
            <a:spLocks noGrp="1"/>
          </p:cNvSpPr>
          <p:nvPr>
            <p:ph type="title"/>
          </p:nvPr>
        </p:nvSpPr>
        <p:spPr>
          <a:xfrm>
            <a:off x="1148040" y="3432600"/>
            <a:ext cx="10509120" cy="613080"/>
          </a:xfrm>
          <a:prstGeom prst="rect">
            <a:avLst/>
          </a:prstGeom>
          <a:noFill/>
          <a:ln w="0">
            <a:noFill/>
          </a:ln>
        </p:spPr>
        <p:txBody>
          <a:bodyPr lIns="91440" tIns="45720" rIns="91440" bIns="45720" anchor="t">
            <a:noAutofit/>
          </a:bodyPr>
          <a:lstStyle/>
          <a:p>
            <a:pPr indent="0">
              <a:lnSpc>
                <a:spcPct val="100000"/>
              </a:lnSpc>
              <a:buNone/>
              <a:tabLst>
                <a:tab pos="0" algn="l"/>
              </a:tabLst>
            </a:pPr>
            <a:r>
              <a:rPr lang="en" sz="3500" b="0" u="none" strike="noStrike">
                <a:solidFill>
                  <a:srgbClr val="000000"/>
                </a:solidFill>
                <a:effectLst/>
                <a:uFillTx/>
                <a:latin typeface="Anton"/>
                <a:ea typeface="Anton"/>
              </a:rPr>
              <a:t>Data Collection</a:t>
            </a:r>
            <a:endParaRPr lang="en-US" sz="3500" b="0" u="none" strike="noStrike">
              <a:solidFill>
                <a:srgbClr val="000000"/>
              </a:solidFill>
              <a:effectLst/>
              <a:uFillTx/>
              <a:latin typeface="Arial"/>
            </a:endParaRPr>
          </a:p>
        </p:txBody>
      </p:sp>
      <p:sp>
        <p:nvSpPr>
          <p:cNvPr id="152" name="PlaceHolder 2"/>
          <p:cNvSpPr>
            <a:spLocks noGrp="1"/>
          </p:cNvSpPr>
          <p:nvPr>
            <p:ph type="sldNum" idx="35"/>
          </p:nvPr>
        </p:nvSpPr>
        <p:spPr>
          <a:xfrm>
            <a:off x="11409120" y="6333120"/>
            <a:ext cx="731520" cy="524520"/>
          </a:xfrm>
          <a:prstGeom prst="rect">
            <a:avLst/>
          </a:prstGeom>
          <a:noFill/>
          <a:ln w="0">
            <a:noFill/>
          </a:ln>
        </p:spPr>
        <p:txBody>
          <a:bodyPr lIns="91440" tIns="91440" rIns="91440" bIns="91440" anchor="t">
            <a:noAutofit/>
          </a:bodyPr>
          <a:lstStyle>
            <a:lvl1pPr indent="0" algn="r">
              <a:lnSpc>
                <a:spcPct val="100000"/>
              </a:lnSpc>
              <a:buNone/>
              <a:tabLst>
                <a:tab pos="0" algn="l"/>
              </a:tabLst>
              <a:defRPr lang="en" sz="1300" b="0" u="none" strike="noStrike">
                <a:solidFill>
                  <a:schemeClr val="dk1"/>
                </a:solidFill>
                <a:effectLst/>
                <a:uFillTx/>
                <a:latin typeface="Arial"/>
                <a:ea typeface="Arial"/>
              </a:defRPr>
            </a:lvl1pPr>
          </a:lstStyle>
          <a:p>
            <a:pPr indent="0" algn="r">
              <a:lnSpc>
                <a:spcPct val="100000"/>
              </a:lnSpc>
              <a:buNone/>
              <a:tabLst>
                <a:tab pos="0" algn="l"/>
              </a:tabLst>
            </a:pPr>
            <a:fld id="{7C0B6D4E-3CF3-41A4-9AC0-C8ECF8541B6C}" type="slidenum">
              <a:rPr lang="en" sz="1300" b="0" u="none" strike="noStrike">
                <a:solidFill>
                  <a:schemeClr val="dk1"/>
                </a:solidFill>
                <a:effectLst/>
                <a:uFillTx/>
                <a:latin typeface="Arial"/>
                <a:ea typeface="Arial"/>
              </a:rPr>
              <a:t>2</a:t>
            </a:fld>
            <a:endParaRPr lang="en-US" sz="1300" b="0" u="none" strike="noStrike">
              <a:solidFill>
                <a:srgbClr val="000000"/>
              </a:solidFill>
              <a:effectLst/>
              <a:uFillTx/>
              <a:latin typeface="Times New Roman"/>
            </a:endParaRPr>
          </a:p>
        </p:txBody>
      </p:sp>
      <p:sp>
        <p:nvSpPr>
          <p:cNvPr id="153" name="Rectangle: Rounded Corners 2"/>
          <p:cNvSpPr/>
          <p:nvPr/>
        </p:nvSpPr>
        <p:spPr>
          <a:xfrm>
            <a:off x="6614280" y="3450960"/>
            <a:ext cx="3474360" cy="895680"/>
          </a:xfrm>
          <a:prstGeom prst="roundRect">
            <a:avLst>
              <a:gd name="adj" fmla="val 26871"/>
            </a:avLst>
          </a:prstGeom>
          <a:noFill/>
          <a:ln w="50800">
            <a:solidFill>
              <a:srgbClr val="9C6114"/>
            </a:solidFill>
            <a:round/>
          </a:ln>
        </p:spPr>
        <p:style>
          <a:lnRef idx="2">
            <a:schemeClr val="accent1">
              <a:shade val="15000"/>
            </a:schemeClr>
          </a:lnRef>
          <a:fillRef idx="1">
            <a:schemeClr val="accent1"/>
          </a:fillRef>
          <a:effectRef idx="0">
            <a:schemeClr val="accent1"/>
          </a:effectRef>
          <a:fontRef idx="minor"/>
        </p:style>
        <p:txBody>
          <a:bodyPr lIns="0" tIns="0" rIns="0" bIns="0" anchor="ctr">
            <a:noAutofit/>
          </a:bodyPr>
          <a:lstStyle/>
          <a:p>
            <a:pPr algn="ctr">
              <a:lnSpc>
                <a:spcPct val="100000"/>
              </a:lnSpc>
            </a:pPr>
            <a:r>
              <a:rPr lang="en-US" sz="2400" b="0" u="none" strike="noStrike">
                <a:solidFill>
                  <a:schemeClr val="lt2"/>
                </a:solidFill>
                <a:effectLst/>
                <a:uFillTx/>
                <a:latin typeface="Arial"/>
                <a:ea typeface="Arial"/>
              </a:rPr>
              <a:t>On-device Training</a:t>
            </a:r>
            <a:endParaRPr lang="en-US" sz="2400" b="0" u="none" strike="noStrike">
              <a:solidFill>
                <a:srgbClr val="000000"/>
              </a:solidFill>
              <a:effectLst/>
              <a:uFillTx/>
              <a:latin typeface="Arial"/>
            </a:endParaRPr>
          </a:p>
        </p:txBody>
      </p:sp>
      <p:sp>
        <p:nvSpPr>
          <p:cNvPr id="154" name="Rectangle: Rounded Corners 3"/>
          <p:cNvSpPr/>
          <p:nvPr/>
        </p:nvSpPr>
        <p:spPr>
          <a:xfrm>
            <a:off x="6614280" y="4582080"/>
            <a:ext cx="3474360" cy="895680"/>
          </a:xfrm>
          <a:prstGeom prst="roundRect">
            <a:avLst>
              <a:gd name="adj" fmla="val 26871"/>
            </a:avLst>
          </a:prstGeom>
          <a:noFill/>
          <a:ln w="50800">
            <a:solidFill>
              <a:srgbClr val="9C6114"/>
            </a:solidFill>
            <a:round/>
          </a:ln>
        </p:spPr>
        <p:style>
          <a:lnRef idx="2">
            <a:schemeClr val="accent1">
              <a:shade val="15000"/>
            </a:schemeClr>
          </a:lnRef>
          <a:fillRef idx="1">
            <a:schemeClr val="accent1"/>
          </a:fillRef>
          <a:effectRef idx="0">
            <a:schemeClr val="accent1"/>
          </a:effectRef>
          <a:fontRef idx="minor"/>
        </p:style>
        <p:txBody>
          <a:bodyPr lIns="0" tIns="0" rIns="0" bIns="0" anchor="ctr">
            <a:noAutofit/>
          </a:bodyPr>
          <a:lstStyle/>
          <a:p>
            <a:pPr algn="ctr">
              <a:lnSpc>
                <a:spcPct val="100000"/>
              </a:lnSpc>
            </a:pPr>
            <a:r>
              <a:rPr lang="en-US" sz="2400" b="0" u="none" strike="noStrike">
                <a:solidFill>
                  <a:schemeClr val="lt2"/>
                </a:solidFill>
                <a:effectLst/>
                <a:uFillTx/>
                <a:latin typeface="Arial"/>
                <a:ea typeface="Arial"/>
              </a:rPr>
              <a:t>Federated Learning</a:t>
            </a:r>
            <a:endParaRPr lang="en-US" sz="2400" b="0" u="none" strike="noStrike">
              <a:solidFill>
                <a:srgbClr val="000000"/>
              </a:solidFill>
              <a:effectLst/>
              <a:uFillTx/>
              <a:latin typeface="Arial"/>
            </a:endParaRPr>
          </a:p>
        </p:txBody>
      </p:sp>
      <p:cxnSp>
        <p:nvCxnSpPr>
          <p:cNvPr id="155" name="Straight Connector 5"/>
          <p:cNvCxnSpPr>
            <a:stCxn id="156" idx="2"/>
            <a:endCxn id="153" idx="0"/>
          </p:cNvCxnSpPr>
          <p:nvPr/>
        </p:nvCxnSpPr>
        <p:spPr>
          <a:xfrm>
            <a:off x="8351280" y="3215520"/>
            <a:ext cx="360" cy="235800"/>
          </a:xfrm>
          <a:prstGeom prst="straightConnector1">
            <a:avLst/>
          </a:prstGeom>
          <a:ln w="50800">
            <a:solidFill>
              <a:srgbClr val="9C6114"/>
            </a:solidFill>
            <a:round/>
          </a:ln>
        </p:spPr>
      </p:cxnSp>
      <p:cxnSp>
        <p:nvCxnSpPr>
          <p:cNvPr id="157" name="Straight Connector 6"/>
          <p:cNvCxnSpPr>
            <a:stCxn id="153" idx="2"/>
            <a:endCxn id="154" idx="0"/>
          </p:cNvCxnSpPr>
          <p:nvPr/>
        </p:nvCxnSpPr>
        <p:spPr>
          <a:xfrm>
            <a:off x="8351280" y="4346640"/>
            <a:ext cx="360" cy="235800"/>
          </a:xfrm>
          <a:prstGeom prst="straightConnector1">
            <a:avLst/>
          </a:prstGeom>
          <a:ln w="50800">
            <a:solidFill>
              <a:srgbClr val="9C6114"/>
            </a:solidFill>
            <a:round/>
          </a:ln>
        </p:spPr>
      </p:cxnSp>
      <p:sp>
        <p:nvSpPr>
          <p:cNvPr id="156" name="Rectangle: Rounded Corners 1"/>
          <p:cNvSpPr/>
          <p:nvPr/>
        </p:nvSpPr>
        <p:spPr>
          <a:xfrm>
            <a:off x="6614280" y="2319840"/>
            <a:ext cx="3474360" cy="895680"/>
          </a:xfrm>
          <a:prstGeom prst="roundRect">
            <a:avLst>
              <a:gd name="adj" fmla="val 26871"/>
            </a:avLst>
          </a:prstGeom>
          <a:solidFill>
            <a:schemeClr val="tx2"/>
          </a:solidFill>
          <a:ln w="50800">
            <a:solidFill>
              <a:srgbClr val="9C6114"/>
            </a:solidFill>
            <a:round/>
          </a:ln>
        </p:spPr>
        <p:style>
          <a:lnRef idx="2">
            <a:schemeClr val="accent1">
              <a:shade val="15000"/>
            </a:schemeClr>
          </a:lnRef>
          <a:fillRef idx="1">
            <a:schemeClr val="accent1"/>
          </a:fillRef>
          <a:effectRef idx="0">
            <a:schemeClr val="accent1"/>
          </a:effectRef>
          <a:fontRef idx="minor"/>
        </p:style>
        <p:txBody>
          <a:bodyPr lIns="0" tIns="0" rIns="0" bIns="0" anchor="ctr">
            <a:noAutofit/>
          </a:bodyPr>
          <a:lstStyle/>
          <a:p>
            <a:pPr algn="ctr">
              <a:lnSpc>
                <a:spcPct val="100000"/>
              </a:lnSpc>
            </a:pPr>
            <a:r>
              <a:rPr lang="en-US" sz="2400" b="0" u="none" strike="noStrike">
                <a:solidFill>
                  <a:schemeClr val="lt1"/>
                </a:solidFill>
                <a:effectLst/>
                <a:uFillTx/>
                <a:latin typeface="Arial"/>
                <a:ea typeface="Arial"/>
              </a:rPr>
              <a:t>Data Collection</a:t>
            </a:r>
            <a:endParaRPr lang="en-US" sz="2400" b="0" u="none" strike="noStrike">
              <a:solidFill>
                <a:srgbClr val="FFFFFF"/>
              </a:solidFill>
              <a:effectLst/>
              <a:uFillTx/>
              <a:latin typeface="Arial"/>
            </a:endParaRPr>
          </a:p>
        </p:txBody>
      </p:sp>
      <p:sp>
        <p:nvSpPr>
          <p:cNvPr id="158" name="Rectangle: Rounded Corners 17"/>
          <p:cNvSpPr/>
          <p:nvPr/>
        </p:nvSpPr>
        <p:spPr>
          <a:xfrm>
            <a:off x="6626880" y="1238760"/>
            <a:ext cx="3474360" cy="714240"/>
          </a:xfrm>
          <a:prstGeom prst="roundRect">
            <a:avLst>
              <a:gd name="adj" fmla="val 50000"/>
            </a:avLst>
          </a:prstGeom>
          <a:solidFill>
            <a:schemeClr val="lt1"/>
          </a:solidFill>
          <a:ln w="50800">
            <a:noFill/>
          </a:ln>
        </p:spPr>
        <p:style>
          <a:lnRef idx="2">
            <a:schemeClr val="accent1">
              <a:shade val="15000"/>
            </a:schemeClr>
          </a:lnRef>
          <a:fillRef idx="1">
            <a:schemeClr val="accent1"/>
          </a:fillRef>
          <a:effectRef idx="0">
            <a:schemeClr val="accent1"/>
          </a:effectRef>
          <a:fontRef idx="minor"/>
        </p:style>
        <p:txBody>
          <a:bodyPr lIns="0" tIns="0" rIns="0" bIns="0" anchor="ctr">
            <a:noAutofit/>
          </a:bodyPr>
          <a:lstStyle/>
          <a:p>
            <a:pPr algn="ctr">
              <a:lnSpc>
                <a:spcPct val="100000"/>
              </a:lnSpc>
            </a:pPr>
            <a:r>
              <a:rPr lang="en-US" sz="2400" b="1" u="none" strike="noStrike">
                <a:solidFill>
                  <a:schemeClr val="lt2"/>
                </a:solidFill>
                <a:effectLst/>
                <a:uFillTx/>
                <a:latin typeface="Arial"/>
                <a:ea typeface="Arial"/>
              </a:rPr>
              <a:t>CONTENTS</a:t>
            </a:r>
            <a:endParaRPr lang="en-US" sz="2400" b="0" u="none" strike="noStrike">
              <a:solidFill>
                <a:srgbClr val="000000"/>
              </a:solidFill>
              <a:effectLst/>
              <a:uFillTx/>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 name="PlaceHolder 1"/>
          <p:cNvSpPr>
            <a:spLocks noGrp="1"/>
          </p:cNvSpPr>
          <p:nvPr>
            <p:ph type="title"/>
          </p:nvPr>
        </p:nvSpPr>
        <p:spPr>
          <a:xfrm>
            <a:off x="533160" y="182520"/>
            <a:ext cx="10324800" cy="831240"/>
          </a:xfrm>
          <a:prstGeom prst="rect">
            <a:avLst/>
          </a:prstGeom>
          <a:noFill/>
          <a:ln w="0">
            <a:noFill/>
          </a:ln>
        </p:spPr>
        <p:txBody>
          <a:bodyPr lIns="216000" tIns="108000" rIns="216000" bIns="108000" anchor="t">
            <a:noAutofit/>
          </a:bodyPr>
          <a:lstStyle/>
          <a:p>
            <a:pPr indent="0">
              <a:lnSpc>
                <a:spcPct val="100000"/>
              </a:lnSpc>
              <a:spcAft>
                <a:spcPts val="1599"/>
              </a:spcAft>
              <a:buNone/>
            </a:pPr>
            <a:r>
              <a:rPr lang="en" sz="3500" b="0" u="none" strike="noStrike">
                <a:solidFill>
                  <a:schemeClr val="dk1"/>
                </a:solidFill>
                <a:effectLst/>
                <a:uFillTx/>
                <a:latin typeface="Anton"/>
                <a:ea typeface="Anton"/>
              </a:rPr>
              <a:t>Data</a:t>
            </a:r>
            <a:r>
              <a:rPr lang="en-US" sz="3500" b="0" u="none" strike="noStrike">
                <a:solidFill>
                  <a:schemeClr val="dk1"/>
                </a:solidFill>
                <a:effectLst/>
                <a:uFillTx/>
                <a:latin typeface="Anton"/>
                <a:ea typeface="Anton"/>
              </a:rPr>
              <a:t>set - acoustic dataset of brushless DC motors</a:t>
            </a:r>
            <a:endParaRPr lang="en-US" sz="3500" b="0" u="none" strike="noStrike">
              <a:solidFill>
                <a:srgbClr val="000000"/>
              </a:solidFill>
              <a:effectLst/>
              <a:uFillTx/>
              <a:latin typeface="Arial"/>
            </a:endParaRPr>
          </a:p>
        </p:txBody>
      </p:sp>
      <p:sp>
        <p:nvSpPr>
          <p:cNvPr id="160" name="PlaceHolder 2"/>
          <p:cNvSpPr>
            <a:spLocks noGrp="1"/>
          </p:cNvSpPr>
          <p:nvPr>
            <p:ph type="sldNum" idx="36"/>
          </p:nvPr>
        </p:nvSpPr>
        <p:spPr>
          <a:xfrm>
            <a:off x="11409120" y="6333120"/>
            <a:ext cx="731520" cy="524520"/>
          </a:xfrm>
          <a:prstGeom prst="rect">
            <a:avLst/>
          </a:prstGeom>
          <a:noFill/>
          <a:ln w="0">
            <a:noFill/>
          </a:ln>
        </p:spPr>
        <p:txBody>
          <a:bodyPr lIns="91440" tIns="91440" rIns="91440" bIns="91440" anchor="t">
            <a:noAutofit/>
          </a:bodyPr>
          <a:lstStyle>
            <a:lvl1pPr indent="0" algn="r">
              <a:lnSpc>
                <a:spcPct val="100000"/>
              </a:lnSpc>
              <a:buNone/>
              <a:tabLst>
                <a:tab pos="0" algn="l"/>
              </a:tabLst>
              <a:defRPr lang="en" sz="1300" b="0" u="none" strike="noStrike">
                <a:solidFill>
                  <a:schemeClr val="dk1"/>
                </a:solidFill>
                <a:effectLst/>
                <a:uFillTx/>
                <a:latin typeface="Arial Narrow"/>
                <a:ea typeface="Arial Narrow"/>
              </a:defRPr>
            </a:lvl1pPr>
          </a:lstStyle>
          <a:p>
            <a:pPr indent="0" algn="r">
              <a:lnSpc>
                <a:spcPct val="100000"/>
              </a:lnSpc>
              <a:buNone/>
              <a:tabLst>
                <a:tab pos="0" algn="l"/>
              </a:tabLst>
            </a:pPr>
            <a:fld id="{F5CE1A15-A8CA-4D00-B863-0C638725C4BB}" type="slidenum">
              <a:rPr lang="en" sz="1300" b="0" u="none" strike="noStrike">
                <a:solidFill>
                  <a:schemeClr val="dk1"/>
                </a:solidFill>
                <a:effectLst/>
                <a:uFillTx/>
                <a:latin typeface="Arial Narrow"/>
                <a:ea typeface="Arial Narrow"/>
              </a:rPr>
              <a:t>3</a:t>
            </a:fld>
            <a:endParaRPr lang="en-US" sz="1300" b="0" u="none" strike="noStrike">
              <a:solidFill>
                <a:srgbClr val="000000"/>
              </a:solidFill>
              <a:effectLst/>
              <a:uFillTx/>
              <a:latin typeface="Times New Roman"/>
            </a:endParaRPr>
          </a:p>
        </p:txBody>
      </p:sp>
      <p:grpSp>
        <p:nvGrpSpPr>
          <p:cNvPr id="161" name="Group 17"/>
          <p:cNvGrpSpPr/>
          <p:nvPr/>
        </p:nvGrpSpPr>
        <p:grpSpPr>
          <a:xfrm>
            <a:off x="537840" y="1160280"/>
            <a:ext cx="11116080" cy="5135400"/>
            <a:chOff x="537840" y="1160280"/>
            <a:chExt cx="11116080" cy="5135400"/>
          </a:xfrm>
        </p:grpSpPr>
        <p:cxnSp>
          <p:nvCxnSpPr>
            <p:cNvPr id="162" name="Straight Connector 272"/>
            <p:cNvCxnSpPr/>
            <p:nvPr/>
          </p:nvCxnSpPr>
          <p:spPr>
            <a:xfrm>
              <a:off x="2231640" y="3696120"/>
              <a:ext cx="7503120" cy="360"/>
            </a:xfrm>
            <a:prstGeom prst="straightConnector1">
              <a:avLst/>
            </a:prstGeom>
            <a:ln w="12700" cap="rnd">
              <a:solidFill>
                <a:srgbClr val="9C6114"/>
              </a:solidFill>
              <a:prstDash val="sysDash"/>
              <a:round/>
            </a:ln>
          </p:spPr>
        </p:cxnSp>
        <p:sp>
          <p:nvSpPr>
            <p:cNvPr id="163" name="Rectangle: Rounded Corners 214"/>
            <p:cNvSpPr/>
            <p:nvPr/>
          </p:nvSpPr>
          <p:spPr>
            <a:xfrm>
              <a:off x="3003480" y="2894400"/>
              <a:ext cx="380880" cy="3401280"/>
            </a:xfrm>
            <a:prstGeom prst="roundRect">
              <a:avLst>
                <a:gd name="adj" fmla="val 26871"/>
              </a:avLst>
            </a:prstGeom>
            <a:solidFill>
              <a:schemeClr val="lt2">
                <a:alpha val="21000"/>
              </a:schemeClr>
            </a:solidFill>
            <a:ln w="50800">
              <a:noFill/>
            </a:ln>
          </p:spPr>
          <p:style>
            <a:lnRef idx="2">
              <a:schemeClr val="accent1">
                <a:shade val="15000"/>
              </a:schemeClr>
            </a:lnRef>
            <a:fillRef idx="1">
              <a:schemeClr val="accent1"/>
            </a:fillRef>
            <a:effectRef idx="0">
              <a:schemeClr val="accent1"/>
            </a:effectRef>
            <a:fontRef idx="minor"/>
          </p:style>
          <p:txBody>
            <a:bodyPr lIns="0" tIns="0" rIns="0" bIns="0" anchor="ctr">
              <a:noAutofit/>
            </a:bodyPr>
            <a:lstStyle/>
            <a:p>
              <a:pPr algn="ctr">
                <a:lnSpc>
                  <a:spcPct val="100000"/>
                </a:lnSpc>
              </a:pPr>
              <a:endParaRPr lang="en-US" sz="1800" b="1" u="none" strike="noStrike">
                <a:solidFill>
                  <a:schemeClr val="lt2"/>
                </a:solidFill>
                <a:effectLst/>
                <a:uFillTx/>
                <a:latin typeface="Arial"/>
                <a:ea typeface="Arial"/>
              </a:endParaRPr>
            </a:p>
          </p:txBody>
        </p:sp>
        <p:sp>
          <p:nvSpPr>
            <p:cNvPr id="164" name="Rectangle: Rounded Corners 223"/>
            <p:cNvSpPr/>
            <p:nvPr/>
          </p:nvSpPr>
          <p:spPr>
            <a:xfrm>
              <a:off x="3544920" y="2894400"/>
              <a:ext cx="380880" cy="2727000"/>
            </a:xfrm>
            <a:prstGeom prst="roundRect">
              <a:avLst>
                <a:gd name="adj" fmla="val 26871"/>
              </a:avLst>
            </a:prstGeom>
            <a:solidFill>
              <a:schemeClr val="lt2">
                <a:alpha val="21000"/>
              </a:schemeClr>
            </a:solidFill>
            <a:ln w="50800">
              <a:noFill/>
            </a:ln>
          </p:spPr>
          <p:style>
            <a:lnRef idx="2">
              <a:schemeClr val="accent1">
                <a:shade val="15000"/>
              </a:schemeClr>
            </a:lnRef>
            <a:fillRef idx="1">
              <a:schemeClr val="accent1"/>
            </a:fillRef>
            <a:effectRef idx="0">
              <a:schemeClr val="accent1"/>
            </a:effectRef>
            <a:fontRef idx="minor"/>
          </p:style>
          <p:txBody>
            <a:bodyPr lIns="0" tIns="0" rIns="0" bIns="0" anchor="ctr">
              <a:noAutofit/>
            </a:bodyPr>
            <a:lstStyle/>
            <a:p>
              <a:pPr algn="ctr">
                <a:lnSpc>
                  <a:spcPct val="100000"/>
                </a:lnSpc>
              </a:pPr>
              <a:endParaRPr lang="en-US" sz="1800" b="1" u="none" strike="noStrike">
                <a:solidFill>
                  <a:schemeClr val="lt2"/>
                </a:solidFill>
                <a:effectLst/>
                <a:uFillTx/>
                <a:latin typeface="Arial"/>
                <a:ea typeface="Arial"/>
              </a:endParaRPr>
            </a:p>
          </p:txBody>
        </p:sp>
        <p:sp>
          <p:nvSpPr>
            <p:cNvPr id="165" name="Rectangle: Rounded Corners 232"/>
            <p:cNvSpPr/>
            <p:nvPr/>
          </p:nvSpPr>
          <p:spPr>
            <a:xfrm>
              <a:off x="5792760" y="2894400"/>
              <a:ext cx="380880" cy="3089160"/>
            </a:xfrm>
            <a:prstGeom prst="roundRect">
              <a:avLst>
                <a:gd name="adj" fmla="val 26871"/>
              </a:avLst>
            </a:prstGeom>
            <a:solidFill>
              <a:schemeClr val="lt2">
                <a:alpha val="21000"/>
              </a:schemeClr>
            </a:solidFill>
            <a:ln w="50800">
              <a:noFill/>
            </a:ln>
          </p:spPr>
          <p:style>
            <a:lnRef idx="2">
              <a:schemeClr val="accent1">
                <a:shade val="15000"/>
              </a:schemeClr>
            </a:lnRef>
            <a:fillRef idx="1">
              <a:schemeClr val="accent1"/>
            </a:fillRef>
            <a:effectRef idx="0">
              <a:schemeClr val="accent1"/>
            </a:effectRef>
            <a:fontRef idx="minor"/>
          </p:style>
          <p:txBody>
            <a:bodyPr lIns="0" tIns="0" rIns="0" bIns="0" anchor="ctr">
              <a:noAutofit/>
            </a:bodyPr>
            <a:lstStyle/>
            <a:p>
              <a:pPr algn="ctr">
                <a:lnSpc>
                  <a:spcPct val="100000"/>
                </a:lnSpc>
              </a:pPr>
              <a:endParaRPr lang="en-US" sz="1800" b="1" u="none" strike="noStrike">
                <a:solidFill>
                  <a:schemeClr val="lt2"/>
                </a:solidFill>
                <a:effectLst/>
                <a:uFillTx/>
                <a:latin typeface="Arial"/>
                <a:ea typeface="Arial"/>
              </a:endParaRPr>
            </a:p>
          </p:txBody>
        </p:sp>
        <p:sp>
          <p:nvSpPr>
            <p:cNvPr id="166" name="Rectangle: Rounded Corners 241"/>
            <p:cNvSpPr/>
            <p:nvPr/>
          </p:nvSpPr>
          <p:spPr>
            <a:xfrm>
              <a:off x="8331480" y="2894400"/>
              <a:ext cx="380880" cy="2727000"/>
            </a:xfrm>
            <a:prstGeom prst="roundRect">
              <a:avLst>
                <a:gd name="adj" fmla="val 26871"/>
              </a:avLst>
            </a:prstGeom>
            <a:solidFill>
              <a:schemeClr val="lt2">
                <a:alpha val="21000"/>
              </a:schemeClr>
            </a:solidFill>
            <a:ln w="50800">
              <a:noFill/>
            </a:ln>
          </p:spPr>
          <p:style>
            <a:lnRef idx="2">
              <a:schemeClr val="accent1">
                <a:shade val="15000"/>
              </a:schemeClr>
            </a:lnRef>
            <a:fillRef idx="1">
              <a:schemeClr val="accent1"/>
            </a:fillRef>
            <a:effectRef idx="0">
              <a:schemeClr val="accent1"/>
            </a:effectRef>
            <a:fontRef idx="minor"/>
          </p:style>
          <p:txBody>
            <a:bodyPr lIns="0" tIns="0" rIns="0" bIns="0" anchor="ctr">
              <a:noAutofit/>
            </a:bodyPr>
            <a:lstStyle/>
            <a:p>
              <a:pPr algn="ctr">
                <a:lnSpc>
                  <a:spcPct val="100000"/>
                </a:lnSpc>
              </a:pPr>
              <a:endParaRPr lang="en-US" sz="1800" b="1" u="none" strike="noStrike">
                <a:solidFill>
                  <a:schemeClr val="lt2"/>
                </a:solidFill>
                <a:effectLst/>
                <a:uFillTx/>
                <a:latin typeface="Arial"/>
                <a:ea typeface="Arial"/>
              </a:endParaRPr>
            </a:p>
          </p:txBody>
        </p:sp>
        <p:sp>
          <p:nvSpPr>
            <p:cNvPr id="167" name="Rectangle: Rounded Corners 253"/>
            <p:cNvSpPr/>
            <p:nvPr/>
          </p:nvSpPr>
          <p:spPr>
            <a:xfrm>
              <a:off x="8856360" y="2894400"/>
              <a:ext cx="380880" cy="3401280"/>
            </a:xfrm>
            <a:prstGeom prst="roundRect">
              <a:avLst>
                <a:gd name="adj" fmla="val 26871"/>
              </a:avLst>
            </a:prstGeom>
            <a:solidFill>
              <a:schemeClr val="lt2">
                <a:alpha val="21000"/>
              </a:schemeClr>
            </a:solidFill>
            <a:ln w="50800">
              <a:noFill/>
            </a:ln>
          </p:spPr>
          <p:style>
            <a:lnRef idx="2">
              <a:schemeClr val="accent1">
                <a:shade val="15000"/>
              </a:schemeClr>
            </a:lnRef>
            <a:fillRef idx="1">
              <a:schemeClr val="accent1"/>
            </a:fillRef>
            <a:effectRef idx="0">
              <a:schemeClr val="accent1"/>
            </a:effectRef>
            <a:fontRef idx="minor"/>
          </p:style>
          <p:txBody>
            <a:bodyPr lIns="0" tIns="0" rIns="0" bIns="0" anchor="ctr">
              <a:noAutofit/>
            </a:bodyPr>
            <a:lstStyle/>
            <a:p>
              <a:pPr algn="ctr">
                <a:lnSpc>
                  <a:spcPct val="100000"/>
                </a:lnSpc>
              </a:pPr>
              <a:endParaRPr lang="en-US" sz="1800" b="1" u="none" strike="noStrike">
                <a:solidFill>
                  <a:schemeClr val="lt2"/>
                </a:solidFill>
                <a:effectLst/>
                <a:uFillTx/>
                <a:latin typeface="Arial"/>
                <a:ea typeface="Arial"/>
              </a:endParaRPr>
            </a:p>
          </p:txBody>
        </p:sp>
        <p:sp>
          <p:nvSpPr>
            <p:cNvPr id="168" name="Rectangle: Rounded Corners 7"/>
            <p:cNvSpPr/>
            <p:nvPr/>
          </p:nvSpPr>
          <p:spPr>
            <a:xfrm>
              <a:off x="537840" y="2202840"/>
              <a:ext cx="3900600" cy="1411920"/>
            </a:xfrm>
            <a:prstGeom prst="roundRect">
              <a:avLst>
                <a:gd name="adj" fmla="val 26588"/>
              </a:avLst>
            </a:prstGeom>
            <a:solidFill>
              <a:schemeClr val="lt2">
                <a:alpha val="10000"/>
              </a:schemeClr>
            </a:solidFill>
            <a:ln w="50800">
              <a:noFill/>
            </a:ln>
          </p:spPr>
          <p:style>
            <a:lnRef idx="2">
              <a:schemeClr val="accent1">
                <a:shade val="15000"/>
              </a:schemeClr>
            </a:lnRef>
            <a:fillRef idx="1">
              <a:schemeClr val="accent1"/>
            </a:fillRef>
            <a:effectRef idx="0">
              <a:schemeClr val="accent1"/>
            </a:effectRef>
            <a:fontRef idx="minor"/>
          </p:style>
          <p:txBody>
            <a:bodyPr lIns="0" tIns="0" rIns="0" bIns="0" anchor="ctr">
              <a:noAutofit/>
            </a:bodyPr>
            <a:lstStyle/>
            <a:p>
              <a:pPr algn="ctr">
                <a:lnSpc>
                  <a:spcPct val="100000"/>
                </a:lnSpc>
              </a:pPr>
              <a:endParaRPr lang="en-SE" sz="2400" b="0" u="none" strike="noStrike">
                <a:solidFill>
                  <a:schemeClr val="lt2"/>
                </a:solidFill>
                <a:effectLst/>
                <a:uFillTx/>
                <a:latin typeface="Arial"/>
                <a:ea typeface="Arial"/>
              </a:endParaRPr>
            </a:p>
          </p:txBody>
        </p:sp>
        <p:sp>
          <p:nvSpPr>
            <p:cNvPr id="169" name="Rectangle: Rounded Corners 2"/>
            <p:cNvSpPr/>
            <p:nvPr/>
          </p:nvSpPr>
          <p:spPr>
            <a:xfrm>
              <a:off x="2231640" y="2460960"/>
              <a:ext cx="1901880" cy="895680"/>
            </a:xfrm>
            <a:prstGeom prst="roundRect">
              <a:avLst>
                <a:gd name="adj" fmla="val 26871"/>
              </a:avLst>
            </a:prstGeom>
            <a:solidFill>
              <a:schemeClr val="tx2"/>
            </a:solidFill>
            <a:ln w="50800">
              <a:solidFill>
                <a:srgbClr val="9C6114"/>
              </a:solidFill>
              <a:round/>
            </a:ln>
          </p:spPr>
          <p:style>
            <a:lnRef idx="2">
              <a:schemeClr val="accent1">
                <a:shade val="15000"/>
              </a:schemeClr>
            </a:lnRef>
            <a:fillRef idx="1">
              <a:schemeClr val="accent1"/>
            </a:fillRef>
            <a:effectRef idx="0">
              <a:schemeClr val="accent1"/>
            </a:effectRef>
            <a:fontRef idx="minor"/>
          </p:style>
          <p:txBody>
            <a:bodyPr lIns="0" tIns="0" rIns="0" bIns="0" anchor="t">
              <a:noAutofit/>
            </a:bodyPr>
            <a:lstStyle/>
            <a:p>
              <a:pPr algn="ctr">
                <a:lnSpc>
                  <a:spcPct val="100000"/>
                </a:lnSpc>
              </a:pPr>
              <a:r>
                <a:rPr lang="en-US" sz="1800" b="0" u="none" strike="noStrike">
                  <a:solidFill>
                    <a:schemeClr val="lt1"/>
                  </a:solidFill>
                  <a:effectLst/>
                  <a:uFillTx/>
                  <a:latin typeface="Arial"/>
                  <a:ea typeface="Arial"/>
                </a:rPr>
                <a:t>Healthy</a:t>
              </a:r>
              <a:endParaRPr lang="en-US" sz="1800" b="0" u="none" strike="noStrike">
                <a:solidFill>
                  <a:srgbClr val="FFFFFF"/>
                </a:solidFill>
                <a:effectLst/>
                <a:uFillTx/>
                <a:latin typeface="Arial"/>
              </a:endParaRPr>
            </a:p>
          </p:txBody>
        </p:sp>
        <p:sp>
          <p:nvSpPr>
            <p:cNvPr id="170" name="Rectangle: Rounded Corners 203"/>
            <p:cNvSpPr/>
            <p:nvPr/>
          </p:nvSpPr>
          <p:spPr>
            <a:xfrm>
              <a:off x="2451600" y="2894400"/>
              <a:ext cx="380880" cy="3401280"/>
            </a:xfrm>
            <a:prstGeom prst="roundRect">
              <a:avLst>
                <a:gd name="adj" fmla="val 26871"/>
              </a:avLst>
            </a:prstGeom>
            <a:solidFill>
              <a:schemeClr val="lt2">
                <a:alpha val="21000"/>
              </a:schemeClr>
            </a:solidFill>
            <a:ln w="50800">
              <a:noFill/>
            </a:ln>
          </p:spPr>
          <p:style>
            <a:lnRef idx="2">
              <a:schemeClr val="accent1">
                <a:shade val="15000"/>
              </a:schemeClr>
            </a:lnRef>
            <a:fillRef idx="1">
              <a:schemeClr val="accent1"/>
            </a:fillRef>
            <a:effectRef idx="0">
              <a:schemeClr val="accent1"/>
            </a:effectRef>
            <a:fontRef idx="minor"/>
          </p:style>
          <p:txBody>
            <a:bodyPr lIns="0" tIns="0" rIns="0" bIns="0" anchor="ctr">
              <a:noAutofit/>
            </a:bodyPr>
            <a:lstStyle/>
            <a:p>
              <a:pPr algn="ctr">
                <a:lnSpc>
                  <a:spcPct val="100000"/>
                </a:lnSpc>
              </a:pPr>
              <a:endParaRPr lang="en-US" sz="1800" b="1" u="none" strike="noStrike">
                <a:solidFill>
                  <a:schemeClr val="lt2"/>
                </a:solidFill>
                <a:effectLst/>
                <a:uFillTx/>
                <a:latin typeface="Arial"/>
                <a:ea typeface="Arial"/>
              </a:endParaRPr>
            </a:p>
          </p:txBody>
        </p:sp>
        <p:sp>
          <p:nvSpPr>
            <p:cNvPr id="171" name="Rectangle: Rounded Corners 6"/>
            <p:cNvSpPr/>
            <p:nvPr/>
          </p:nvSpPr>
          <p:spPr>
            <a:xfrm>
              <a:off x="4784400" y="2202840"/>
              <a:ext cx="6869520" cy="1411920"/>
            </a:xfrm>
            <a:prstGeom prst="roundRect">
              <a:avLst>
                <a:gd name="adj" fmla="val 26588"/>
              </a:avLst>
            </a:prstGeom>
            <a:solidFill>
              <a:schemeClr val="lt2">
                <a:alpha val="10000"/>
              </a:schemeClr>
            </a:solidFill>
            <a:ln w="50800">
              <a:noFill/>
            </a:ln>
          </p:spPr>
          <p:style>
            <a:lnRef idx="2">
              <a:schemeClr val="accent1">
                <a:shade val="15000"/>
              </a:schemeClr>
            </a:lnRef>
            <a:fillRef idx="1">
              <a:schemeClr val="accent1"/>
            </a:fillRef>
            <a:effectRef idx="0">
              <a:schemeClr val="accent1"/>
            </a:effectRef>
            <a:fontRef idx="minor"/>
          </p:style>
          <p:txBody>
            <a:bodyPr lIns="0" tIns="0" rIns="0" bIns="0" anchor="ctr">
              <a:noAutofit/>
            </a:bodyPr>
            <a:lstStyle/>
            <a:p>
              <a:pPr algn="ctr">
                <a:lnSpc>
                  <a:spcPct val="100000"/>
                </a:lnSpc>
              </a:pPr>
              <a:endParaRPr lang="en-SE" sz="2400" b="0" u="none" strike="noStrike">
                <a:solidFill>
                  <a:schemeClr val="lt2"/>
                </a:solidFill>
                <a:effectLst/>
                <a:uFillTx/>
                <a:latin typeface="Arial"/>
                <a:ea typeface="Arial"/>
              </a:endParaRPr>
            </a:p>
          </p:txBody>
        </p:sp>
        <p:sp>
          <p:nvSpPr>
            <p:cNvPr id="172" name="Rectangle: Rounded Corners 1"/>
            <p:cNvSpPr/>
            <p:nvPr/>
          </p:nvSpPr>
          <p:spPr>
            <a:xfrm>
              <a:off x="4245840" y="1160280"/>
              <a:ext cx="3474360" cy="692640"/>
            </a:xfrm>
            <a:prstGeom prst="roundRect">
              <a:avLst>
                <a:gd name="adj" fmla="val 26871"/>
              </a:avLst>
            </a:prstGeom>
            <a:solidFill>
              <a:schemeClr val="tx2"/>
            </a:solidFill>
            <a:ln w="50800">
              <a:solidFill>
                <a:srgbClr val="9C6114"/>
              </a:solidFill>
              <a:round/>
            </a:ln>
          </p:spPr>
          <p:style>
            <a:lnRef idx="2">
              <a:schemeClr val="accent1">
                <a:shade val="15000"/>
              </a:schemeClr>
            </a:lnRef>
            <a:fillRef idx="1">
              <a:schemeClr val="accent1"/>
            </a:fillRef>
            <a:effectRef idx="0">
              <a:schemeClr val="accent1"/>
            </a:effectRef>
            <a:fontRef idx="minor"/>
          </p:style>
          <p:txBody>
            <a:bodyPr lIns="0" tIns="0" rIns="0" bIns="0" anchor="ctr">
              <a:noAutofit/>
            </a:bodyPr>
            <a:lstStyle/>
            <a:p>
              <a:pPr algn="ctr">
                <a:lnSpc>
                  <a:spcPct val="100000"/>
                </a:lnSpc>
              </a:pPr>
              <a:r>
                <a:rPr lang="en-US" sz="1800" b="0" u="none" strike="noStrike">
                  <a:solidFill>
                    <a:schemeClr val="lt1"/>
                  </a:solidFill>
                  <a:effectLst/>
                  <a:uFillTx/>
                  <a:latin typeface="Arial"/>
                  <a:ea typeface="Arial"/>
                </a:rPr>
                <a:t>Dataset</a:t>
              </a:r>
              <a:endParaRPr lang="en-US" sz="1800" b="0" u="none" strike="noStrike">
                <a:solidFill>
                  <a:srgbClr val="FFFFFF"/>
                </a:solidFill>
                <a:effectLst/>
                <a:uFillTx/>
                <a:latin typeface="Arial"/>
              </a:endParaRPr>
            </a:p>
            <a:p>
              <a:pPr algn="ctr">
                <a:lnSpc>
                  <a:spcPct val="100000"/>
                </a:lnSpc>
              </a:pPr>
              <a:r>
                <a:rPr lang="en-US" sz="1800" b="0" u="none" strike="noStrike">
                  <a:solidFill>
                    <a:schemeClr val="lt1"/>
                  </a:solidFill>
                  <a:effectLst/>
                  <a:uFillTx/>
                  <a:latin typeface="Arial"/>
                  <a:ea typeface="Arial"/>
                </a:rPr>
                <a:t>(Data in Brief *)</a:t>
              </a:r>
              <a:endParaRPr lang="en-US" sz="1800" b="0" u="none" strike="noStrike">
                <a:solidFill>
                  <a:srgbClr val="FFFFFF"/>
                </a:solidFill>
                <a:effectLst/>
                <a:uFillTx/>
                <a:latin typeface="Arial"/>
              </a:endParaRPr>
            </a:p>
          </p:txBody>
        </p:sp>
        <p:sp>
          <p:nvSpPr>
            <p:cNvPr id="173" name="Rectangle: Rounded Corners 4"/>
            <p:cNvSpPr/>
            <p:nvPr/>
          </p:nvSpPr>
          <p:spPr>
            <a:xfrm>
              <a:off x="5032080" y="2460960"/>
              <a:ext cx="1901880" cy="895680"/>
            </a:xfrm>
            <a:prstGeom prst="roundRect">
              <a:avLst>
                <a:gd name="adj" fmla="val 26871"/>
              </a:avLst>
            </a:prstGeom>
            <a:solidFill>
              <a:schemeClr val="tx2"/>
            </a:solidFill>
            <a:ln w="50800">
              <a:solidFill>
                <a:srgbClr val="9C6114"/>
              </a:solidFill>
              <a:round/>
            </a:ln>
          </p:spPr>
          <p:style>
            <a:lnRef idx="2">
              <a:schemeClr val="accent1">
                <a:shade val="15000"/>
              </a:schemeClr>
            </a:lnRef>
            <a:fillRef idx="1">
              <a:schemeClr val="accent1"/>
            </a:fillRef>
            <a:effectRef idx="0">
              <a:schemeClr val="accent1"/>
            </a:effectRef>
            <a:fontRef idx="minor"/>
          </p:style>
          <p:txBody>
            <a:bodyPr lIns="0" tIns="0" rIns="0" bIns="0" anchor="t">
              <a:noAutofit/>
            </a:bodyPr>
            <a:lstStyle/>
            <a:p>
              <a:pPr algn="ctr">
                <a:lnSpc>
                  <a:spcPct val="100000"/>
                </a:lnSpc>
              </a:pPr>
              <a:r>
                <a:rPr lang="en-US" sz="1800" b="0" u="none" strike="noStrike">
                  <a:solidFill>
                    <a:schemeClr val="lt1"/>
                  </a:solidFill>
                  <a:effectLst/>
                  <a:uFillTx/>
                  <a:latin typeface="Arial"/>
                  <a:ea typeface="Arial"/>
                </a:rPr>
                <a:t>Bearing</a:t>
              </a:r>
              <a:endParaRPr lang="en-US" sz="1800" b="0" u="none" strike="noStrike">
                <a:solidFill>
                  <a:srgbClr val="FFFFFF"/>
                </a:solidFill>
                <a:effectLst/>
                <a:uFillTx/>
                <a:latin typeface="Arial"/>
              </a:endParaRPr>
            </a:p>
            <a:p>
              <a:pPr algn="ctr">
                <a:lnSpc>
                  <a:spcPct val="100000"/>
                </a:lnSpc>
              </a:pPr>
              <a:endParaRPr lang="en-US" sz="1800" b="0" u="none" strike="noStrike">
                <a:solidFill>
                  <a:srgbClr val="FFFFFF"/>
                </a:solidFill>
                <a:effectLst/>
                <a:uFillTx/>
                <a:latin typeface="Arial"/>
              </a:endParaRPr>
            </a:p>
          </p:txBody>
        </p:sp>
        <p:sp>
          <p:nvSpPr>
            <p:cNvPr id="174" name="Rectangle: Rounded Corners 5"/>
            <p:cNvSpPr/>
            <p:nvPr/>
          </p:nvSpPr>
          <p:spPr>
            <a:xfrm>
              <a:off x="7832160" y="2460960"/>
              <a:ext cx="1901880" cy="895680"/>
            </a:xfrm>
            <a:prstGeom prst="roundRect">
              <a:avLst>
                <a:gd name="adj" fmla="val 26871"/>
              </a:avLst>
            </a:prstGeom>
            <a:solidFill>
              <a:schemeClr val="tx2"/>
            </a:solidFill>
            <a:ln w="50800">
              <a:solidFill>
                <a:srgbClr val="9C6114"/>
              </a:solidFill>
              <a:round/>
            </a:ln>
          </p:spPr>
          <p:style>
            <a:lnRef idx="2">
              <a:schemeClr val="accent1">
                <a:shade val="15000"/>
              </a:schemeClr>
            </a:lnRef>
            <a:fillRef idx="1">
              <a:schemeClr val="accent1"/>
            </a:fillRef>
            <a:effectRef idx="0">
              <a:schemeClr val="accent1"/>
            </a:effectRef>
            <a:fontRef idx="minor"/>
          </p:style>
          <p:txBody>
            <a:bodyPr lIns="0" tIns="0" rIns="0" bIns="0" anchor="t">
              <a:noAutofit/>
            </a:bodyPr>
            <a:lstStyle/>
            <a:p>
              <a:pPr algn="ctr">
                <a:lnSpc>
                  <a:spcPct val="100000"/>
                </a:lnSpc>
              </a:pPr>
              <a:r>
                <a:rPr lang="en-US" sz="1800" b="0" u="none" strike="noStrike">
                  <a:solidFill>
                    <a:schemeClr val="lt1"/>
                  </a:solidFill>
                  <a:effectLst/>
                  <a:uFillTx/>
                  <a:latin typeface="Arial"/>
                  <a:ea typeface="Arial"/>
                </a:rPr>
                <a:t>Propeller</a:t>
              </a:r>
              <a:endParaRPr lang="en-US" sz="1800" b="0" u="none" strike="noStrike">
                <a:solidFill>
                  <a:srgbClr val="FFFFFF"/>
                </a:solidFill>
                <a:effectLst/>
                <a:uFillTx/>
                <a:latin typeface="Arial"/>
              </a:endParaRPr>
            </a:p>
          </p:txBody>
        </p:sp>
        <p:sp>
          <p:nvSpPr>
            <p:cNvPr id="175" name="TextBox 8"/>
            <p:cNvSpPr/>
            <p:nvPr/>
          </p:nvSpPr>
          <p:spPr>
            <a:xfrm>
              <a:off x="714960" y="2554920"/>
              <a:ext cx="1343520" cy="707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US" sz="2000" b="1" u="none" strike="noStrike">
                  <a:solidFill>
                    <a:schemeClr val="lt2"/>
                  </a:solidFill>
                  <a:effectLst/>
                  <a:uFillTx/>
                  <a:latin typeface="Arial"/>
                  <a:ea typeface="Arial"/>
                </a:rPr>
                <a:t>Healthy</a:t>
              </a:r>
              <a:endParaRPr lang="en-US" sz="2000" b="0" u="none" strike="noStrike">
                <a:solidFill>
                  <a:srgbClr val="000000"/>
                </a:solidFill>
                <a:effectLst/>
                <a:uFillTx/>
                <a:latin typeface="Arial"/>
              </a:endParaRPr>
            </a:p>
            <a:p>
              <a:pPr algn="ctr">
                <a:lnSpc>
                  <a:spcPct val="100000"/>
                </a:lnSpc>
              </a:pPr>
              <a:r>
                <a:rPr lang="en-US" sz="2000" b="1" u="none" strike="noStrike">
                  <a:solidFill>
                    <a:schemeClr val="lt2"/>
                  </a:solidFill>
                  <a:effectLst/>
                  <a:uFillTx/>
                  <a:latin typeface="Arial"/>
                  <a:ea typeface="Arial"/>
                </a:rPr>
                <a:t>(class 0)</a:t>
              </a:r>
              <a:endParaRPr lang="en-US" sz="2000" b="0" u="none" strike="noStrike">
                <a:solidFill>
                  <a:srgbClr val="000000"/>
                </a:solidFill>
                <a:effectLst/>
                <a:uFillTx/>
                <a:latin typeface="Arial"/>
              </a:endParaRPr>
            </a:p>
          </p:txBody>
        </p:sp>
        <p:sp>
          <p:nvSpPr>
            <p:cNvPr id="176" name="TextBox 9"/>
            <p:cNvSpPr/>
            <p:nvPr/>
          </p:nvSpPr>
          <p:spPr>
            <a:xfrm>
              <a:off x="10084320" y="2554920"/>
              <a:ext cx="1343520" cy="707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US" sz="2000" b="1" u="none" strike="noStrike">
                  <a:solidFill>
                    <a:schemeClr val="lt2"/>
                  </a:solidFill>
                  <a:effectLst/>
                  <a:uFillTx/>
                  <a:latin typeface="Arial"/>
                  <a:ea typeface="Arial"/>
                </a:rPr>
                <a:t>Defect</a:t>
              </a:r>
              <a:endParaRPr lang="en-US" sz="2000" b="0" u="none" strike="noStrike">
                <a:solidFill>
                  <a:srgbClr val="000000"/>
                </a:solidFill>
                <a:effectLst/>
                <a:uFillTx/>
                <a:latin typeface="Arial"/>
              </a:endParaRPr>
            </a:p>
            <a:p>
              <a:pPr algn="ctr">
                <a:lnSpc>
                  <a:spcPct val="100000"/>
                </a:lnSpc>
              </a:pPr>
              <a:r>
                <a:rPr lang="en-US" sz="2000" b="1" u="none" strike="noStrike">
                  <a:solidFill>
                    <a:schemeClr val="lt2"/>
                  </a:solidFill>
                  <a:effectLst/>
                  <a:uFillTx/>
                  <a:latin typeface="Arial"/>
                  <a:ea typeface="Arial"/>
                </a:rPr>
                <a:t>(class 1)</a:t>
              </a:r>
              <a:endParaRPr lang="en-US" sz="2000" b="0" u="none" strike="noStrike">
                <a:solidFill>
                  <a:srgbClr val="000000"/>
                </a:solidFill>
                <a:effectLst/>
                <a:uFillTx/>
                <a:latin typeface="Arial"/>
              </a:endParaRPr>
            </a:p>
          </p:txBody>
        </p:sp>
        <p:cxnSp>
          <p:nvCxnSpPr>
            <p:cNvPr id="177" name="Connector: Curved 11"/>
            <p:cNvCxnSpPr>
              <a:stCxn id="172" idx="2"/>
              <a:endCxn id="169" idx="0"/>
            </p:cNvCxnSpPr>
            <p:nvPr/>
          </p:nvCxnSpPr>
          <p:spPr>
            <a:xfrm rot="5400000">
              <a:off x="4278240" y="756720"/>
              <a:ext cx="608400" cy="2800800"/>
            </a:xfrm>
            <a:prstGeom prst="curvedConnector3">
              <a:avLst>
                <a:gd name="adj1" fmla="val 61870"/>
              </a:avLst>
            </a:prstGeom>
            <a:ln w="50800">
              <a:solidFill>
                <a:srgbClr val="9C6114"/>
              </a:solidFill>
              <a:round/>
            </a:ln>
          </p:spPr>
        </p:cxnSp>
        <p:cxnSp>
          <p:nvCxnSpPr>
            <p:cNvPr id="178" name="Connector: Curved 12"/>
            <p:cNvCxnSpPr>
              <a:stCxn id="172" idx="2"/>
              <a:endCxn id="174" idx="0"/>
            </p:cNvCxnSpPr>
            <p:nvPr/>
          </p:nvCxnSpPr>
          <p:spPr>
            <a:xfrm rot="16200000" flipH="1">
              <a:off x="7079040" y="756720"/>
              <a:ext cx="608400" cy="2800440"/>
            </a:xfrm>
            <a:prstGeom prst="curvedConnector3">
              <a:avLst>
                <a:gd name="adj1" fmla="val 61870"/>
              </a:avLst>
            </a:prstGeom>
            <a:ln w="50800">
              <a:solidFill>
                <a:srgbClr val="9C6114"/>
              </a:solidFill>
              <a:round/>
            </a:ln>
          </p:spPr>
        </p:cxnSp>
        <p:cxnSp>
          <p:nvCxnSpPr>
            <p:cNvPr id="179" name="Connector: Curved 16"/>
            <p:cNvCxnSpPr>
              <a:stCxn id="172" idx="2"/>
              <a:endCxn id="173" idx="0"/>
            </p:cNvCxnSpPr>
            <p:nvPr/>
          </p:nvCxnSpPr>
          <p:spPr>
            <a:xfrm rot="16200000">
              <a:off x="5679000" y="2156760"/>
              <a:ext cx="608400" cy="360"/>
            </a:xfrm>
            <a:prstGeom prst="curvedConnector2">
              <a:avLst/>
            </a:prstGeom>
            <a:ln w="50800">
              <a:solidFill>
                <a:srgbClr val="9C6114"/>
              </a:solidFill>
              <a:round/>
            </a:ln>
          </p:spPr>
        </p:cxnSp>
        <p:sp>
          <p:nvSpPr>
            <p:cNvPr id="180" name="Rectangle: Rounded Corners 21"/>
            <p:cNvSpPr/>
            <p:nvPr/>
          </p:nvSpPr>
          <p:spPr>
            <a:xfrm>
              <a:off x="5792400" y="2900160"/>
              <a:ext cx="380880" cy="390240"/>
            </a:xfrm>
            <a:prstGeom prst="roundRect">
              <a:avLst>
                <a:gd name="adj" fmla="val 26871"/>
              </a:avLst>
            </a:prstGeom>
            <a:solidFill>
              <a:schemeClr val="bg1"/>
            </a:solidFill>
            <a:ln w="50800">
              <a:solidFill>
                <a:srgbClr val="9C6114"/>
              </a:solidFill>
              <a:round/>
            </a:ln>
          </p:spPr>
          <p:style>
            <a:lnRef idx="2">
              <a:schemeClr val="accent1">
                <a:shade val="15000"/>
              </a:schemeClr>
            </a:lnRef>
            <a:fillRef idx="1">
              <a:schemeClr val="accent1"/>
            </a:fillRef>
            <a:effectRef idx="0">
              <a:schemeClr val="accent1"/>
            </a:effectRef>
            <a:fontRef idx="minor"/>
          </p:style>
          <p:txBody>
            <a:bodyPr lIns="0" tIns="0" rIns="0" bIns="0" anchor="ctr">
              <a:noAutofit/>
            </a:bodyPr>
            <a:lstStyle/>
            <a:p>
              <a:pPr algn="ctr">
                <a:lnSpc>
                  <a:spcPct val="100000"/>
                </a:lnSpc>
              </a:pPr>
              <a:r>
                <a:rPr lang="en-US" sz="1800" b="1" u="none" strike="noStrike">
                  <a:solidFill>
                    <a:schemeClr val="lt2"/>
                  </a:solidFill>
                  <a:effectLst/>
                  <a:uFillTx/>
                  <a:latin typeface="Arial"/>
                  <a:ea typeface="Arial"/>
                </a:rPr>
                <a:t>7</a:t>
              </a:r>
              <a:endParaRPr lang="en-US" sz="1800" b="0" u="none" strike="noStrike">
                <a:solidFill>
                  <a:srgbClr val="000000"/>
                </a:solidFill>
                <a:effectLst/>
                <a:uFillTx/>
                <a:latin typeface="Arial"/>
              </a:endParaRPr>
            </a:p>
          </p:txBody>
        </p:sp>
        <p:sp>
          <p:nvSpPr>
            <p:cNvPr id="181" name="Rectangle: Rounded Corners 22"/>
            <p:cNvSpPr/>
            <p:nvPr/>
          </p:nvSpPr>
          <p:spPr>
            <a:xfrm>
              <a:off x="8336160" y="2900160"/>
              <a:ext cx="380880" cy="390240"/>
            </a:xfrm>
            <a:prstGeom prst="roundRect">
              <a:avLst>
                <a:gd name="adj" fmla="val 26871"/>
              </a:avLst>
            </a:prstGeom>
            <a:solidFill>
              <a:schemeClr val="bg1"/>
            </a:solidFill>
            <a:ln w="50800">
              <a:solidFill>
                <a:srgbClr val="9C6114"/>
              </a:solidFill>
              <a:round/>
            </a:ln>
          </p:spPr>
          <p:style>
            <a:lnRef idx="2">
              <a:schemeClr val="accent1">
                <a:shade val="15000"/>
              </a:schemeClr>
            </a:lnRef>
            <a:fillRef idx="1">
              <a:schemeClr val="accent1"/>
            </a:fillRef>
            <a:effectRef idx="0">
              <a:schemeClr val="accent1"/>
            </a:effectRef>
            <a:fontRef idx="minor"/>
          </p:style>
          <p:txBody>
            <a:bodyPr lIns="0" tIns="0" rIns="0" bIns="0" anchor="ctr">
              <a:noAutofit/>
            </a:bodyPr>
            <a:lstStyle/>
            <a:p>
              <a:pPr algn="ctr">
                <a:lnSpc>
                  <a:spcPct val="100000"/>
                </a:lnSpc>
              </a:pPr>
              <a:r>
                <a:rPr lang="en-US" sz="1800" b="1" u="none" strike="noStrike">
                  <a:solidFill>
                    <a:schemeClr val="lt2"/>
                  </a:solidFill>
                  <a:effectLst/>
                  <a:uFillTx/>
                  <a:latin typeface="Arial"/>
                  <a:ea typeface="Arial"/>
                </a:rPr>
                <a:t>6</a:t>
              </a:r>
              <a:endParaRPr lang="en-US" sz="1800" b="0" u="none" strike="noStrike">
                <a:solidFill>
                  <a:srgbClr val="000000"/>
                </a:solidFill>
                <a:effectLst/>
                <a:uFillTx/>
                <a:latin typeface="Arial"/>
              </a:endParaRPr>
            </a:p>
          </p:txBody>
        </p:sp>
        <p:sp>
          <p:nvSpPr>
            <p:cNvPr id="182" name="Rectangle: Rounded Corners 23"/>
            <p:cNvSpPr/>
            <p:nvPr/>
          </p:nvSpPr>
          <p:spPr>
            <a:xfrm>
              <a:off x="8872200" y="2900160"/>
              <a:ext cx="380880" cy="390240"/>
            </a:xfrm>
            <a:prstGeom prst="roundRect">
              <a:avLst>
                <a:gd name="adj" fmla="val 26871"/>
              </a:avLst>
            </a:prstGeom>
            <a:solidFill>
              <a:schemeClr val="bg1"/>
            </a:solidFill>
            <a:ln w="50800">
              <a:solidFill>
                <a:srgbClr val="9C6114"/>
              </a:solidFill>
              <a:round/>
            </a:ln>
          </p:spPr>
          <p:style>
            <a:lnRef idx="2">
              <a:schemeClr val="accent1">
                <a:shade val="15000"/>
              </a:schemeClr>
            </a:lnRef>
            <a:fillRef idx="1">
              <a:schemeClr val="accent1"/>
            </a:fillRef>
            <a:effectRef idx="0">
              <a:schemeClr val="accent1"/>
            </a:effectRef>
            <a:fontRef idx="minor"/>
          </p:style>
          <p:txBody>
            <a:bodyPr lIns="0" tIns="0" rIns="0" bIns="0" anchor="ctr">
              <a:noAutofit/>
            </a:bodyPr>
            <a:lstStyle/>
            <a:p>
              <a:pPr algn="ctr">
                <a:lnSpc>
                  <a:spcPct val="100000"/>
                </a:lnSpc>
              </a:pPr>
              <a:r>
                <a:rPr lang="en-US" sz="1800" b="1" u="none" strike="noStrike">
                  <a:solidFill>
                    <a:schemeClr val="lt2"/>
                  </a:solidFill>
                  <a:effectLst/>
                  <a:uFillTx/>
                  <a:latin typeface="Arial"/>
                  <a:ea typeface="Arial"/>
                </a:rPr>
                <a:t>8</a:t>
              </a:r>
              <a:endParaRPr lang="en-US" sz="1800" b="0" u="none" strike="noStrike">
                <a:solidFill>
                  <a:srgbClr val="000000"/>
                </a:solidFill>
                <a:effectLst/>
                <a:uFillTx/>
                <a:latin typeface="Arial"/>
              </a:endParaRPr>
            </a:p>
          </p:txBody>
        </p:sp>
        <p:sp>
          <p:nvSpPr>
            <p:cNvPr id="183" name="Rectangle: Rounded Corners 25"/>
            <p:cNvSpPr/>
            <p:nvPr/>
          </p:nvSpPr>
          <p:spPr>
            <a:xfrm>
              <a:off x="2992320" y="2900160"/>
              <a:ext cx="380880" cy="390240"/>
            </a:xfrm>
            <a:prstGeom prst="roundRect">
              <a:avLst>
                <a:gd name="adj" fmla="val 26871"/>
              </a:avLst>
            </a:prstGeom>
            <a:solidFill>
              <a:schemeClr val="bg1"/>
            </a:solidFill>
            <a:ln w="50800">
              <a:solidFill>
                <a:srgbClr val="9C6114"/>
              </a:solidFill>
              <a:round/>
            </a:ln>
          </p:spPr>
          <p:style>
            <a:lnRef idx="2">
              <a:schemeClr val="accent1">
                <a:shade val="15000"/>
              </a:schemeClr>
            </a:lnRef>
            <a:fillRef idx="1">
              <a:schemeClr val="accent1"/>
            </a:fillRef>
            <a:effectRef idx="0">
              <a:schemeClr val="accent1"/>
            </a:effectRef>
            <a:fontRef idx="minor"/>
          </p:style>
          <p:txBody>
            <a:bodyPr lIns="0" tIns="0" rIns="0" bIns="0" anchor="ctr">
              <a:noAutofit/>
            </a:bodyPr>
            <a:lstStyle/>
            <a:p>
              <a:pPr algn="ctr">
                <a:lnSpc>
                  <a:spcPct val="100000"/>
                </a:lnSpc>
              </a:pPr>
              <a:r>
                <a:rPr lang="en-US" sz="1800" b="1" u="none" strike="noStrike">
                  <a:solidFill>
                    <a:schemeClr val="lt2"/>
                  </a:solidFill>
                  <a:effectLst/>
                  <a:uFillTx/>
                  <a:latin typeface="Arial"/>
                  <a:ea typeface="Arial"/>
                </a:rPr>
                <a:t>8</a:t>
              </a:r>
              <a:endParaRPr lang="en-US" sz="1800" b="0" u="none" strike="noStrike">
                <a:solidFill>
                  <a:srgbClr val="000000"/>
                </a:solidFill>
                <a:effectLst/>
                <a:uFillTx/>
                <a:latin typeface="Arial"/>
              </a:endParaRPr>
            </a:p>
          </p:txBody>
        </p:sp>
        <p:sp>
          <p:nvSpPr>
            <p:cNvPr id="184" name="Rectangle: Rounded Corners 26"/>
            <p:cNvSpPr/>
            <p:nvPr/>
          </p:nvSpPr>
          <p:spPr>
            <a:xfrm>
              <a:off x="3528360" y="2900160"/>
              <a:ext cx="380880" cy="390240"/>
            </a:xfrm>
            <a:prstGeom prst="roundRect">
              <a:avLst>
                <a:gd name="adj" fmla="val 26871"/>
              </a:avLst>
            </a:prstGeom>
            <a:solidFill>
              <a:schemeClr val="bg1"/>
            </a:solidFill>
            <a:ln w="50800">
              <a:solidFill>
                <a:srgbClr val="9C6114"/>
              </a:solidFill>
              <a:round/>
            </a:ln>
          </p:spPr>
          <p:style>
            <a:lnRef idx="2">
              <a:schemeClr val="accent1">
                <a:shade val="15000"/>
              </a:schemeClr>
            </a:lnRef>
            <a:fillRef idx="1">
              <a:schemeClr val="accent1"/>
            </a:fillRef>
            <a:effectRef idx="0">
              <a:schemeClr val="accent1"/>
            </a:effectRef>
            <a:fontRef idx="minor"/>
          </p:style>
          <p:txBody>
            <a:bodyPr lIns="0" tIns="0" rIns="0" bIns="0" anchor="ctr">
              <a:noAutofit/>
            </a:bodyPr>
            <a:lstStyle/>
            <a:p>
              <a:pPr algn="ctr">
                <a:lnSpc>
                  <a:spcPct val="100000"/>
                </a:lnSpc>
              </a:pPr>
              <a:r>
                <a:rPr lang="en-US" sz="1800" b="1" u="none" strike="noStrike">
                  <a:solidFill>
                    <a:schemeClr val="lt2"/>
                  </a:solidFill>
                  <a:effectLst/>
                  <a:uFillTx/>
                  <a:latin typeface="Arial"/>
                  <a:ea typeface="Arial"/>
                </a:rPr>
                <a:t>6</a:t>
              </a:r>
              <a:endParaRPr lang="en-US" sz="1800" b="0" u="none" strike="noStrike">
                <a:solidFill>
                  <a:srgbClr val="000000"/>
                </a:solidFill>
                <a:effectLst/>
                <a:uFillTx/>
                <a:latin typeface="Arial"/>
              </a:endParaRPr>
            </a:p>
          </p:txBody>
        </p:sp>
        <p:sp>
          <p:nvSpPr>
            <p:cNvPr id="185" name="Rectangle: Rounded Corners 194"/>
            <p:cNvSpPr/>
            <p:nvPr/>
          </p:nvSpPr>
          <p:spPr>
            <a:xfrm>
              <a:off x="2456280" y="2900160"/>
              <a:ext cx="380880" cy="390240"/>
            </a:xfrm>
            <a:prstGeom prst="roundRect">
              <a:avLst>
                <a:gd name="adj" fmla="val 26871"/>
              </a:avLst>
            </a:prstGeom>
            <a:solidFill>
              <a:schemeClr val="bg1"/>
            </a:solidFill>
            <a:ln w="50800">
              <a:solidFill>
                <a:srgbClr val="9C6114"/>
              </a:solidFill>
              <a:round/>
            </a:ln>
          </p:spPr>
          <p:style>
            <a:lnRef idx="2">
              <a:schemeClr val="accent1">
                <a:shade val="15000"/>
              </a:schemeClr>
            </a:lnRef>
            <a:fillRef idx="1">
              <a:schemeClr val="accent1"/>
            </a:fillRef>
            <a:effectRef idx="0">
              <a:schemeClr val="accent1"/>
            </a:effectRef>
            <a:fontRef idx="minor"/>
          </p:style>
          <p:txBody>
            <a:bodyPr lIns="0" tIns="0" rIns="0" bIns="0" anchor="ctr">
              <a:noAutofit/>
            </a:bodyPr>
            <a:lstStyle/>
            <a:p>
              <a:pPr algn="ctr">
                <a:lnSpc>
                  <a:spcPct val="100000"/>
                </a:lnSpc>
              </a:pPr>
              <a:r>
                <a:rPr lang="en-US" sz="1800" b="1" u="none" strike="noStrike">
                  <a:solidFill>
                    <a:schemeClr val="lt2"/>
                  </a:solidFill>
                  <a:effectLst/>
                  <a:uFillTx/>
                  <a:latin typeface="Arial"/>
                  <a:ea typeface="Arial"/>
                </a:rPr>
                <a:t>8</a:t>
              </a:r>
              <a:endParaRPr lang="en-US" sz="1800" b="0" u="none" strike="noStrike">
                <a:solidFill>
                  <a:srgbClr val="000000"/>
                </a:solidFill>
                <a:effectLst/>
                <a:uFillTx/>
                <a:latin typeface="Arial"/>
              </a:endParaRPr>
            </a:p>
          </p:txBody>
        </p:sp>
        <p:sp>
          <p:nvSpPr>
            <p:cNvPr id="186" name="Oval 205"/>
            <p:cNvSpPr/>
            <p:nvPr/>
          </p:nvSpPr>
          <p:spPr>
            <a:xfrm>
              <a:off x="2523600" y="3752280"/>
              <a:ext cx="241560" cy="241560"/>
            </a:xfrm>
            <a:prstGeom prst="ellipse">
              <a:avLst/>
            </a:prstGeom>
            <a:pattFill prst="wdUpDiag">
              <a:fgClr>
                <a:srgbClr val="9C6114"/>
              </a:fgClr>
              <a:bgClr>
                <a:srgbClr val="FFFFFF"/>
              </a:bgClr>
            </a:pattFill>
            <a:ln>
              <a:solidFill>
                <a:srgbClr val="9C6114"/>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endParaRPr lang="en-SE" sz="1400" b="0" u="none" strike="noStrike">
                <a:solidFill>
                  <a:schemeClr val="lt1"/>
                </a:solidFill>
                <a:effectLst/>
                <a:uFillTx/>
                <a:latin typeface="Arial"/>
                <a:ea typeface="Arial"/>
              </a:endParaRPr>
            </a:p>
          </p:txBody>
        </p:sp>
        <p:sp>
          <p:nvSpPr>
            <p:cNvPr id="187" name="Oval 206"/>
            <p:cNvSpPr/>
            <p:nvPr/>
          </p:nvSpPr>
          <p:spPr>
            <a:xfrm>
              <a:off x="2523600" y="4064760"/>
              <a:ext cx="241560" cy="241560"/>
            </a:xfrm>
            <a:prstGeom prst="ellipse">
              <a:avLst/>
            </a:prstGeom>
            <a:pattFill prst="wdUpDiag">
              <a:fgClr>
                <a:srgbClr val="9C6114"/>
              </a:fgClr>
              <a:bgClr>
                <a:srgbClr val="FFFFFF"/>
              </a:bgClr>
            </a:pattFill>
            <a:ln>
              <a:solidFill>
                <a:srgbClr val="9C6114"/>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endParaRPr lang="en-SE" sz="1400" b="0" u="none" strike="noStrike">
                <a:solidFill>
                  <a:schemeClr val="lt1"/>
                </a:solidFill>
                <a:effectLst/>
                <a:uFillTx/>
                <a:latin typeface="Arial"/>
                <a:ea typeface="Arial"/>
              </a:endParaRPr>
            </a:p>
          </p:txBody>
        </p:sp>
        <p:sp>
          <p:nvSpPr>
            <p:cNvPr id="188" name="Oval 207"/>
            <p:cNvSpPr/>
            <p:nvPr/>
          </p:nvSpPr>
          <p:spPr>
            <a:xfrm>
              <a:off x="2523600" y="4376880"/>
              <a:ext cx="241560" cy="241560"/>
            </a:xfrm>
            <a:prstGeom prst="ellipse">
              <a:avLst/>
            </a:prstGeom>
            <a:pattFill prst="wdDnDiag">
              <a:fgClr>
                <a:srgbClr val="9C6114"/>
              </a:fgClr>
              <a:bgClr>
                <a:srgbClr val="FFFFFF"/>
              </a:bgClr>
            </a:pattFill>
            <a:ln>
              <a:solidFill>
                <a:srgbClr val="9C6114"/>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endParaRPr lang="en-SE" sz="1400" b="0" u="none" strike="noStrike">
                <a:solidFill>
                  <a:schemeClr val="lt1"/>
                </a:solidFill>
                <a:effectLst/>
                <a:uFillTx/>
                <a:latin typeface="Arial"/>
                <a:ea typeface="Arial"/>
              </a:endParaRPr>
            </a:p>
          </p:txBody>
        </p:sp>
        <p:sp>
          <p:nvSpPr>
            <p:cNvPr id="189" name="Oval 209"/>
            <p:cNvSpPr/>
            <p:nvPr/>
          </p:nvSpPr>
          <p:spPr>
            <a:xfrm>
              <a:off x="2523600" y="4689360"/>
              <a:ext cx="241560" cy="241560"/>
            </a:xfrm>
            <a:prstGeom prst="ellipse">
              <a:avLst/>
            </a:prstGeom>
            <a:pattFill prst="openDmnd">
              <a:fgClr>
                <a:srgbClr val="9C6114"/>
              </a:fgClr>
              <a:bgClr>
                <a:srgbClr val="FFFFFF"/>
              </a:bgClr>
            </a:pattFill>
            <a:ln>
              <a:solidFill>
                <a:srgbClr val="9C6114"/>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endParaRPr lang="en-SE" sz="1400" b="0" u="none" strike="noStrike">
                <a:solidFill>
                  <a:schemeClr val="lt1"/>
                </a:solidFill>
                <a:effectLst/>
                <a:uFillTx/>
                <a:latin typeface="Arial"/>
                <a:ea typeface="Arial"/>
              </a:endParaRPr>
            </a:p>
          </p:txBody>
        </p:sp>
        <p:sp>
          <p:nvSpPr>
            <p:cNvPr id="190" name="Oval 210"/>
            <p:cNvSpPr/>
            <p:nvPr/>
          </p:nvSpPr>
          <p:spPr>
            <a:xfrm>
              <a:off x="2523600" y="4997160"/>
              <a:ext cx="241560" cy="241560"/>
            </a:xfrm>
            <a:prstGeom prst="ellipse">
              <a:avLst/>
            </a:prstGeom>
            <a:solidFill>
              <a:schemeClr val="tx2"/>
            </a:solidFill>
            <a:ln>
              <a:solidFill>
                <a:srgbClr val="9C6114"/>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endParaRPr lang="en-SE" sz="1400" b="0" u="none" strike="noStrike">
                <a:solidFill>
                  <a:schemeClr val="lt1"/>
                </a:solidFill>
                <a:effectLst/>
                <a:uFillTx/>
                <a:latin typeface="Arial"/>
                <a:ea typeface="Arial"/>
              </a:endParaRPr>
            </a:p>
          </p:txBody>
        </p:sp>
        <p:sp>
          <p:nvSpPr>
            <p:cNvPr id="191" name="Oval 211"/>
            <p:cNvSpPr/>
            <p:nvPr/>
          </p:nvSpPr>
          <p:spPr>
            <a:xfrm>
              <a:off x="2523600" y="5309280"/>
              <a:ext cx="241560" cy="241560"/>
            </a:xfrm>
            <a:prstGeom prst="ellipse">
              <a:avLst/>
            </a:prstGeom>
            <a:solidFill>
              <a:schemeClr val="tx2"/>
            </a:solidFill>
            <a:ln>
              <a:solidFill>
                <a:srgbClr val="9C6114"/>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endParaRPr lang="en-SE" sz="1400" b="0" u="none" strike="noStrike">
                <a:solidFill>
                  <a:schemeClr val="lt1"/>
                </a:solidFill>
                <a:effectLst/>
                <a:uFillTx/>
                <a:latin typeface="Arial"/>
                <a:ea typeface="Arial"/>
              </a:endParaRPr>
            </a:p>
          </p:txBody>
        </p:sp>
        <p:sp>
          <p:nvSpPr>
            <p:cNvPr id="192" name="Oval 212"/>
            <p:cNvSpPr/>
            <p:nvPr/>
          </p:nvSpPr>
          <p:spPr>
            <a:xfrm>
              <a:off x="2523600" y="5621760"/>
              <a:ext cx="241560" cy="241560"/>
            </a:xfrm>
            <a:prstGeom prst="ellipse">
              <a:avLst/>
            </a:prstGeom>
            <a:solidFill>
              <a:schemeClr val="tx2"/>
            </a:solidFill>
            <a:ln>
              <a:solidFill>
                <a:srgbClr val="9C6114"/>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endParaRPr lang="en-SE" sz="1400" b="0" u="none" strike="noStrike">
                <a:solidFill>
                  <a:schemeClr val="lt1"/>
                </a:solidFill>
                <a:effectLst/>
                <a:uFillTx/>
                <a:latin typeface="Arial"/>
                <a:ea typeface="Arial"/>
              </a:endParaRPr>
            </a:p>
          </p:txBody>
        </p:sp>
        <p:sp>
          <p:nvSpPr>
            <p:cNvPr id="193" name="Oval 213"/>
            <p:cNvSpPr/>
            <p:nvPr/>
          </p:nvSpPr>
          <p:spPr>
            <a:xfrm>
              <a:off x="2523600" y="5934240"/>
              <a:ext cx="241560" cy="241560"/>
            </a:xfrm>
            <a:prstGeom prst="ellipse">
              <a:avLst/>
            </a:prstGeom>
            <a:solidFill>
              <a:schemeClr val="tx2"/>
            </a:solidFill>
            <a:ln>
              <a:solidFill>
                <a:srgbClr val="9C6114"/>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endParaRPr lang="en-SE" sz="1400" b="0" u="none" strike="noStrike">
                <a:solidFill>
                  <a:schemeClr val="lt1"/>
                </a:solidFill>
                <a:effectLst/>
                <a:uFillTx/>
                <a:latin typeface="Arial"/>
                <a:ea typeface="Arial"/>
              </a:endParaRPr>
            </a:p>
          </p:txBody>
        </p:sp>
        <p:sp>
          <p:nvSpPr>
            <p:cNvPr id="194" name="Oval 215"/>
            <p:cNvSpPr/>
            <p:nvPr/>
          </p:nvSpPr>
          <p:spPr>
            <a:xfrm>
              <a:off x="3075480" y="3752280"/>
              <a:ext cx="241560" cy="241560"/>
            </a:xfrm>
            <a:prstGeom prst="ellipse">
              <a:avLst/>
            </a:prstGeom>
            <a:pattFill prst="wdUpDiag">
              <a:fgClr>
                <a:srgbClr val="9C6114"/>
              </a:fgClr>
              <a:bgClr>
                <a:srgbClr val="FFFFFF"/>
              </a:bgClr>
            </a:pattFill>
            <a:ln>
              <a:solidFill>
                <a:srgbClr val="9C6114"/>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endParaRPr lang="en-SE" sz="1400" b="0" u="none" strike="noStrike">
                <a:solidFill>
                  <a:schemeClr val="lt1"/>
                </a:solidFill>
                <a:effectLst/>
                <a:uFillTx/>
                <a:latin typeface="Arial"/>
                <a:ea typeface="Arial"/>
              </a:endParaRPr>
            </a:p>
          </p:txBody>
        </p:sp>
        <p:sp>
          <p:nvSpPr>
            <p:cNvPr id="195" name="Oval 216"/>
            <p:cNvSpPr/>
            <p:nvPr/>
          </p:nvSpPr>
          <p:spPr>
            <a:xfrm>
              <a:off x="3075480" y="4064760"/>
              <a:ext cx="241560" cy="241560"/>
            </a:xfrm>
            <a:prstGeom prst="ellipse">
              <a:avLst/>
            </a:prstGeom>
            <a:pattFill prst="wdUpDiag">
              <a:fgClr>
                <a:srgbClr val="9C6114"/>
              </a:fgClr>
              <a:bgClr>
                <a:srgbClr val="FFFFFF"/>
              </a:bgClr>
            </a:pattFill>
            <a:ln>
              <a:solidFill>
                <a:srgbClr val="9C6114"/>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endParaRPr lang="en-SE" sz="1400" b="0" u="none" strike="noStrike">
                <a:solidFill>
                  <a:schemeClr val="lt1"/>
                </a:solidFill>
                <a:effectLst/>
                <a:uFillTx/>
                <a:latin typeface="Arial"/>
                <a:ea typeface="Arial"/>
              </a:endParaRPr>
            </a:p>
          </p:txBody>
        </p:sp>
        <p:sp>
          <p:nvSpPr>
            <p:cNvPr id="196" name="Oval 217"/>
            <p:cNvSpPr/>
            <p:nvPr/>
          </p:nvSpPr>
          <p:spPr>
            <a:xfrm>
              <a:off x="3075480" y="4376880"/>
              <a:ext cx="241560" cy="241560"/>
            </a:xfrm>
            <a:prstGeom prst="ellipse">
              <a:avLst/>
            </a:prstGeom>
            <a:pattFill prst="wdDnDiag">
              <a:fgClr>
                <a:srgbClr val="9C6114"/>
              </a:fgClr>
              <a:bgClr>
                <a:srgbClr val="FFFFFF"/>
              </a:bgClr>
            </a:pattFill>
            <a:ln>
              <a:solidFill>
                <a:srgbClr val="9C6114"/>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endParaRPr lang="en-SE" sz="1400" b="0" u="none" strike="noStrike">
                <a:solidFill>
                  <a:schemeClr val="lt1"/>
                </a:solidFill>
                <a:effectLst/>
                <a:uFillTx/>
                <a:latin typeface="Arial"/>
                <a:ea typeface="Arial"/>
              </a:endParaRPr>
            </a:p>
          </p:txBody>
        </p:sp>
        <p:sp>
          <p:nvSpPr>
            <p:cNvPr id="197" name="Oval 218"/>
            <p:cNvSpPr/>
            <p:nvPr/>
          </p:nvSpPr>
          <p:spPr>
            <a:xfrm>
              <a:off x="3075480" y="4689360"/>
              <a:ext cx="241560" cy="241560"/>
            </a:xfrm>
            <a:prstGeom prst="ellipse">
              <a:avLst/>
            </a:prstGeom>
            <a:pattFill prst="openDmnd">
              <a:fgClr>
                <a:srgbClr val="9C6114"/>
              </a:fgClr>
              <a:bgClr>
                <a:srgbClr val="FFFFFF"/>
              </a:bgClr>
            </a:pattFill>
            <a:ln>
              <a:solidFill>
                <a:srgbClr val="9C6114"/>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endParaRPr lang="en-SE" sz="1400" b="0" u="none" strike="noStrike">
                <a:solidFill>
                  <a:schemeClr val="lt1"/>
                </a:solidFill>
                <a:effectLst/>
                <a:uFillTx/>
                <a:latin typeface="Arial"/>
                <a:ea typeface="Arial"/>
              </a:endParaRPr>
            </a:p>
          </p:txBody>
        </p:sp>
        <p:sp>
          <p:nvSpPr>
            <p:cNvPr id="198" name="Oval 219"/>
            <p:cNvSpPr/>
            <p:nvPr/>
          </p:nvSpPr>
          <p:spPr>
            <a:xfrm>
              <a:off x="3075480" y="4997160"/>
              <a:ext cx="241560" cy="241560"/>
            </a:xfrm>
            <a:prstGeom prst="ellipse">
              <a:avLst/>
            </a:prstGeom>
            <a:solidFill>
              <a:schemeClr val="tx2"/>
            </a:solidFill>
            <a:ln>
              <a:solidFill>
                <a:srgbClr val="9C6114"/>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endParaRPr lang="en-SE" sz="1400" b="0" u="none" strike="noStrike">
                <a:solidFill>
                  <a:schemeClr val="lt1"/>
                </a:solidFill>
                <a:effectLst/>
                <a:uFillTx/>
                <a:latin typeface="Arial"/>
                <a:ea typeface="Arial"/>
              </a:endParaRPr>
            </a:p>
          </p:txBody>
        </p:sp>
        <p:sp>
          <p:nvSpPr>
            <p:cNvPr id="199" name="Oval 220"/>
            <p:cNvSpPr/>
            <p:nvPr/>
          </p:nvSpPr>
          <p:spPr>
            <a:xfrm>
              <a:off x="3075480" y="5309280"/>
              <a:ext cx="241560" cy="241560"/>
            </a:xfrm>
            <a:prstGeom prst="ellipse">
              <a:avLst/>
            </a:prstGeom>
            <a:solidFill>
              <a:schemeClr val="tx2"/>
            </a:solidFill>
            <a:ln>
              <a:solidFill>
                <a:srgbClr val="9C6114"/>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endParaRPr lang="en-SE" sz="1400" b="0" u="none" strike="noStrike">
                <a:solidFill>
                  <a:schemeClr val="lt1"/>
                </a:solidFill>
                <a:effectLst/>
                <a:uFillTx/>
                <a:latin typeface="Arial"/>
                <a:ea typeface="Arial"/>
              </a:endParaRPr>
            </a:p>
          </p:txBody>
        </p:sp>
        <p:sp>
          <p:nvSpPr>
            <p:cNvPr id="200" name="Oval 221"/>
            <p:cNvSpPr/>
            <p:nvPr/>
          </p:nvSpPr>
          <p:spPr>
            <a:xfrm>
              <a:off x="3075480" y="5621760"/>
              <a:ext cx="241560" cy="241560"/>
            </a:xfrm>
            <a:prstGeom prst="ellipse">
              <a:avLst/>
            </a:prstGeom>
            <a:solidFill>
              <a:schemeClr val="tx2"/>
            </a:solidFill>
            <a:ln>
              <a:solidFill>
                <a:srgbClr val="9C6114"/>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endParaRPr lang="en-SE" sz="1400" b="0" u="none" strike="noStrike">
                <a:solidFill>
                  <a:schemeClr val="lt1"/>
                </a:solidFill>
                <a:effectLst/>
                <a:uFillTx/>
                <a:latin typeface="Arial"/>
                <a:ea typeface="Arial"/>
              </a:endParaRPr>
            </a:p>
          </p:txBody>
        </p:sp>
        <p:sp>
          <p:nvSpPr>
            <p:cNvPr id="201" name="Oval 222"/>
            <p:cNvSpPr/>
            <p:nvPr/>
          </p:nvSpPr>
          <p:spPr>
            <a:xfrm>
              <a:off x="3075480" y="5934240"/>
              <a:ext cx="241560" cy="241560"/>
            </a:xfrm>
            <a:prstGeom prst="ellipse">
              <a:avLst/>
            </a:prstGeom>
            <a:solidFill>
              <a:schemeClr val="tx2"/>
            </a:solidFill>
            <a:ln>
              <a:solidFill>
                <a:srgbClr val="9C6114"/>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endParaRPr lang="en-SE" sz="1400" b="0" u="none" strike="noStrike">
                <a:solidFill>
                  <a:schemeClr val="lt1"/>
                </a:solidFill>
                <a:effectLst/>
                <a:uFillTx/>
                <a:latin typeface="Arial"/>
                <a:ea typeface="Arial"/>
              </a:endParaRPr>
            </a:p>
          </p:txBody>
        </p:sp>
        <p:sp>
          <p:nvSpPr>
            <p:cNvPr id="202" name="Oval 224"/>
            <p:cNvSpPr/>
            <p:nvPr/>
          </p:nvSpPr>
          <p:spPr>
            <a:xfrm>
              <a:off x="3616560" y="3752280"/>
              <a:ext cx="241560" cy="241560"/>
            </a:xfrm>
            <a:prstGeom prst="ellipse">
              <a:avLst/>
            </a:prstGeom>
            <a:pattFill prst="wdUpDiag">
              <a:fgClr>
                <a:srgbClr val="9C6114"/>
              </a:fgClr>
              <a:bgClr>
                <a:srgbClr val="FFFFFF"/>
              </a:bgClr>
            </a:pattFill>
            <a:ln>
              <a:solidFill>
                <a:srgbClr val="9C6114"/>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endParaRPr lang="en-SE" sz="1400" b="0" u="none" strike="noStrike">
                <a:solidFill>
                  <a:schemeClr val="lt1"/>
                </a:solidFill>
                <a:effectLst/>
                <a:uFillTx/>
                <a:latin typeface="Arial"/>
                <a:ea typeface="Arial"/>
              </a:endParaRPr>
            </a:p>
          </p:txBody>
        </p:sp>
        <p:sp>
          <p:nvSpPr>
            <p:cNvPr id="203" name="Oval 225"/>
            <p:cNvSpPr/>
            <p:nvPr/>
          </p:nvSpPr>
          <p:spPr>
            <a:xfrm>
              <a:off x="3616560" y="4064760"/>
              <a:ext cx="241560" cy="241560"/>
            </a:xfrm>
            <a:prstGeom prst="ellipse">
              <a:avLst/>
            </a:prstGeom>
            <a:pattFill prst="wdUpDiag">
              <a:fgClr>
                <a:srgbClr val="9C6114"/>
              </a:fgClr>
              <a:bgClr>
                <a:srgbClr val="FFFFFF"/>
              </a:bgClr>
            </a:pattFill>
            <a:ln>
              <a:solidFill>
                <a:srgbClr val="9C6114"/>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endParaRPr lang="en-SE" sz="1400" b="0" u="none" strike="noStrike">
                <a:solidFill>
                  <a:schemeClr val="lt1"/>
                </a:solidFill>
                <a:effectLst/>
                <a:uFillTx/>
                <a:latin typeface="Arial"/>
                <a:ea typeface="Arial"/>
              </a:endParaRPr>
            </a:p>
          </p:txBody>
        </p:sp>
        <p:sp>
          <p:nvSpPr>
            <p:cNvPr id="204" name="Oval 226"/>
            <p:cNvSpPr/>
            <p:nvPr/>
          </p:nvSpPr>
          <p:spPr>
            <a:xfrm>
              <a:off x="3616560" y="4376880"/>
              <a:ext cx="241560" cy="241560"/>
            </a:xfrm>
            <a:prstGeom prst="ellipse">
              <a:avLst/>
            </a:prstGeom>
            <a:pattFill prst="wdDnDiag">
              <a:fgClr>
                <a:srgbClr val="9C6114"/>
              </a:fgClr>
              <a:bgClr>
                <a:srgbClr val="FFFFFF"/>
              </a:bgClr>
            </a:pattFill>
            <a:ln>
              <a:solidFill>
                <a:srgbClr val="9C6114"/>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endParaRPr lang="en-SE" sz="1400" b="0" u="none" strike="noStrike">
                <a:solidFill>
                  <a:schemeClr val="lt1"/>
                </a:solidFill>
                <a:effectLst/>
                <a:uFillTx/>
                <a:latin typeface="Arial"/>
                <a:ea typeface="Arial"/>
              </a:endParaRPr>
            </a:p>
          </p:txBody>
        </p:sp>
        <p:sp>
          <p:nvSpPr>
            <p:cNvPr id="205" name="Oval 227"/>
            <p:cNvSpPr/>
            <p:nvPr/>
          </p:nvSpPr>
          <p:spPr>
            <a:xfrm>
              <a:off x="3616560" y="4689360"/>
              <a:ext cx="241560" cy="241560"/>
            </a:xfrm>
            <a:prstGeom prst="ellipse">
              <a:avLst/>
            </a:prstGeom>
            <a:pattFill prst="openDmnd">
              <a:fgClr>
                <a:srgbClr val="9C6114"/>
              </a:fgClr>
              <a:bgClr>
                <a:srgbClr val="FFFFFF"/>
              </a:bgClr>
            </a:pattFill>
            <a:ln>
              <a:solidFill>
                <a:srgbClr val="9C6114"/>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endParaRPr lang="en-SE" sz="1400" b="0" u="none" strike="noStrike">
                <a:solidFill>
                  <a:schemeClr val="lt1"/>
                </a:solidFill>
                <a:effectLst/>
                <a:uFillTx/>
                <a:latin typeface="Arial"/>
                <a:ea typeface="Arial"/>
              </a:endParaRPr>
            </a:p>
          </p:txBody>
        </p:sp>
        <p:sp>
          <p:nvSpPr>
            <p:cNvPr id="206" name="Oval 228"/>
            <p:cNvSpPr/>
            <p:nvPr/>
          </p:nvSpPr>
          <p:spPr>
            <a:xfrm>
              <a:off x="3616560" y="4997160"/>
              <a:ext cx="241560" cy="241560"/>
            </a:xfrm>
            <a:prstGeom prst="ellipse">
              <a:avLst/>
            </a:prstGeom>
            <a:solidFill>
              <a:schemeClr val="tx2"/>
            </a:solidFill>
            <a:ln>
              <a:solidFill>
                <a:srgbClr val="9C6114"/>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endParaRPr lang="en-SE" sz="1400" b="0" u="none" strike="noStrike">
                <a:solidFill>
                  <a:schemeClr val="lt1"/>
                </a:solidFill>
                <a:effectLst/>
                <a:uFillTx/>
                <a:latin typeface="Arial"/>
                <a:ea typeface="Arial"/>
              </a:endParaRPr>
            </a:p>
          </p:txBody>
        </p:sp>
        <p:sp>
          <p:nvSpPr>
            <p:cNvPr id="207" name="Oval 229"/>
            <p:cNvSpPr/>
            <p:nvPr/>
          </p:nvSpPr>
          <p:spPr>
            <a:xfrm>
              <a:off x="3616560" y="5309280"/>
              <a:ext cx="241560" cy="241560"/>
            </a:xfrm>
            <a:prstGeom prst="ellipse">
              <a:avLst/>
            </a:prstGeom>
            <a:solidFill>
              <a:schemeClr val="tx2"/>
            </a:solidFill>
            <a:ln>
              <a:solidFill>
                <a:srgbClr val="9C6114"/>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endParaRPr lang="en-SE" sz="1400" b="0" u="none" strike="noStrike">
                <a:solidFill>
                  <a:schemeClr val="lt1"/>
                </a:solidFill>
                <a:effectLst/>
                <a:uFillTx/>
                <a:latin typeface="Arial"/>
                <a:ea typeface="Arial"/>
              </a:endParaRPr>
            </a:p>
          </p:txBody>
        </p:sp>
        <p:sp>
          <p:nvSpPr>
            <p:cNvPr id="208" name="Oval 233"/>
            <p:cNvSpPr/>
            <p:nvPr/>
          </p:nvSpPr>
          <p:spPr>
            <a:xfrm>
              <a:off x="5864760" y="3752280"/>
              <a:ext cx="241560" cy="241560"/>
            </a:xfrm>
            <a:prstGeom prst="ellipse">
              <a:avLst/>
            </a:prstGeom>
            <a:pattFill prst="wdUpDiag">
              <a:fgClr>
                <a:srgbClr val="9C6114"/>
              </a:fgClr>
              <a:bgClr>
                <a:srgbClr val="FFFFFF"/>
              </a:bgClr>
            </a:pattFill>
            <a:ln>
              <a:solidFill>
                <a:srgbClr val="9C6114"/>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endParaRPr lang="en-SE" sz="1400" b="0" u="none" strike="noStrike">
                <a:solidFill>
                  <a:schemeClr val="lt1"/>
                </a:solidFill>
                <a:effectLst/>
                <a:uFillTx/>
                <a:latin typeface="Arial"/>
                <a:ea typeface="Arial"/>
              </a:endParaRPr>
            </a:p>
          </p:txBody>
        </p:sp>
        <p:sp>
          <p:nvSpPr>
            <p:cNvPr id="209" name="Oval 234"/>
            <p:cNvSpPr/>
            <p:nvPr/>
          </p:nvSpPr>
          <p:spPr>
            <a:xfrm>
              <a:off x="5864760" y="4064760"/>
              <a:ext cx="241560" cy="241560"/>
            </a:xfrm>
            <a:prstGeom prst="ellipse">
              <a:avLst/>
            </a:prstGeom>
            <a:pattFill prst="wdUpDiag">
              <a:fgClr>
                <a:srgbClr val="9C6114"/>
              </a:fgClr>
              <a:bgClr>
                <a:srgbClr val="FFFFFF"/>
              </a:bgClr>
            </a:pattFill>
            <a:ln>
              <a:solidFill>
                <a:srgbClr val="9C6114"/>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endParaRPr lang="en-SE" sz="1400" b="0" u="none" strike="noStrike">
                <a:solidFill>
                  <a:schemeClr val="lt1"/>
                </a:solidFill>
                <a:effectLst/>
                <a:uFillTx/>
                <a:latin typeface="Arial"/>
                <a:ea typeface="Arial"/>
              </a:endParaRPr>
            </a:p>
          </p:txBody>
        </p:sp>
        <p:sp>
          <p:nvSpPr>
            <p:cNvPr id="210" name="Oval 235"/>
            <p:cNvSpPr/>
            <p:nvPr/>
          </p:nvSpPr>
          <p:spPr>
            <a:xfrm>
              <a:off x="5864760" y="4376880"/>
              <a:ext cx="241560" cy="241560"/>
            </a:xfrm>
            <a:prstGeom prst="ellipse">
              <a:avLst/>
            </a:prstGeom>
            <a:pattFill prst="wdDnDiag">
              <a:fgClr>
                <a:srgbClr val="9C6114"/>
              </a:fgClr>
              <a:bgClr>
                <a:srgbClr val="FFFFFF"/>
              </a:bgClr>
            </a:pattFill>
            <a:ln>
              <a:solidFill>
                <a:srgbClr val="9C6114"/>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endParaRPr lang="en-SE" sz="1400" b="0" u="none" strike="noStrike">
                <a:solidFill>
                  <a:schemeClr val="lt1"/>
                </a:solidFill>
                <a:effectLst/>
                <a:uFillTx/>
                <a:latin typeface="Arial"/>
                <a:ea typeface="Arial"/>
              </a:endParaRPr>
            </a:p>
          </p:txBody>
        </p:sp>
        <p:sp>
          <p:nvSpPr>
            <p:cNvPr id="211" name="Oval 236"/>
            <p:cNvSpPr/>
            <p:nvPr/>
          </p:nvSpPr>
          <p:spPr>
            <a:xfrm>
              <a:off x="5864760" y="4689360"/>
              <a:ext cx="241560" cy="241560"/>
            </a:xfrm>
            <a:prstGeom prst="ellipse">
              <a:avLst/>
            </a:prstGeom>
            <a:pattFill prst="openDmnd">
              <a:fgClr>
                <a:srgbClr val="9C6114"/>
              </a:fgClr>
              <a:bgClr>
                <a:srgbClr val="FFFFFF"/>
              </a:bgClr>
            </a:pattFill>
            <a:ln>
              <a:solidFill>
                <a:srgbClr val="9C6114"/>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endParaRPr lang="en-SE" sz="1400" b="0" u="none" strike="noStrike">
                <a:solidFill>
                  <a:schemeClr val="lt1"/>
                </a:solidFill>
                <a:effectLst/>
                <a:uFillTx/>
                <a:latin typeface="Arial"/>
                <a:ea typeface="Arial"/>
              </a:endParaRPr>
            </a:p>
          </p:txBody>
        </p:sp>
        <p:sp>
          <p:nvSpPr>
            <p:cNvPr id="212" name="Oval 237"/>
            <p:cNvSpPr/>
            <p:nvPr/>
          </p:nvSpPr>
          <p:spPr>
            <a:xfrm>
              <a:off x="5864760" y="4997160"/>
              <a:ext cx="241560" cy="241560"/>
            </a:xfrm>
            <a:prstGeom prst="ellipse">
              <a:avLst/>
            </a:prstGeom>
            <a:solidFill>
              <a:schemeClr val="tx2"/>
            </a:solidFill>
            <a:ln>
              <a:solidFill>
                <a:srgbClr val="9C6114"/>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endParaRPr lang="en-SE" sz="1400" b="0" u="none" strike="noStrike">
                <a:solidFill>
                  <a:schemeClr val="lt1"/>
                </a:solidFill>
                <a:effectLst/>
                <a:uFillTx/>
                <a:latin typeface="Arial"/>
                <a:ea typeface="Arial"/>
              </a:endParaRPr>
            </a:p>
          </p:txBody>
        </p:sp>
        <p:sp>
          <p:nvSpPr>
            <p:cNvPr id="213" name="Oval 238"/>
            <p:cNvSpPr/>
            <p:nvPr/>
          </p:nvSpPr>
          <p:spPr>
            <a:xfrm>
              <a:off x="5864760" y="5309280"/>
              <a:ext cx="241560" cy="241560"/>
            </a:xfrm>
            <a:prstGeom prst="ellipse">
              <a:avLst/>
            </a:prstGeom>
            <a:solidFill>
              <a:schemeClr val="tx2"/>
            </a:solidFill>
            <a:ln>
              <a:solidFill>
                <a:srgbClr val="9C6114"/>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endParaRPr lang="en-SE" sz="1400" b="0" u="none" strike="noStrike">
                <a:solidFill>
                  <a:schemeClr val="lt1"/>
                </a:solidFill>
                <a:effectLst/>
                <a:uFillTx/>
                <a:latin typeface="Arial"/>
                <a:ea typeface="Arial"/>
              </a:endParaRPr>
            </a:p>
          </p:txBody>
        </p:sp>
        <p:sp>
          <p:nvSpPr>
            <p:cNvPr id="214" name="Oval 239"/>
            <p:cNvSpPr/>
            <p:nvPr/>
          </p:nvSpPr>
          <p:spPr>
            <a:xfrm>
              <a:off x="5864760" y="5621760"/>
              <a:ext cx="241560" cy="241560"/>
            </a:xfrm>
            <a:prstGeom prst="ellipse">
              <a:avLst/>
            </a:prstGeom>
            <a:solidFill>
              <a:schemeClr val="tx2"/>
            </a:solidFill>
            <a:ln>
              <a:solidFill>
                <a:srgbClr val="9C6114"/>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endParaRPr lang="en-SE" sz="1400" b="0" u="none" strike="noStrike">
                <a:solidFill>
                  <a:schemeClr val="lt1"/>
                </a:solidFill>
                <a:effectLst/>
                <a:uFillTx/>
                <a:latin typeface="Arial"/>
                <a:ea typeface="Arial"/>
              </a:endParaRPr>
            </a:p>
          </p:txBody>
        </p:sp>
        <p:sp>
          <p:nvSpPr>
            <p:cNvPr id="215" name="Oval 242"/>
            <p:cNvSpPr/>
            <p:nvPr/>
          </p:nvSpPr>
          <p:spPr>
            <a:xfrm>
              <a:off x="8403480" y="3752280"/>
              <a:ext cx="241560" cy="241560"/>
            </a:xfrm>
            <a:prstGeom prst="ellipse">
              <a:avLst/>
            </a:prstGeom>
            <a:pattFill prst="wdUpDiag">
              <a:fgClr>
                <a:srgbClr val="9C6114"/>
              </a:fgClr>
              <a:bgClr>
                <a:srgbClr val="FFFFFF"/>
              </a:bgClr>
            </a:pattFill>
            <a:ln>
              <a:solidFill>
                <a:srgbClr val="9C6114"/>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endParaRPr lang="en-SE" sz="1400" b="0" u="none" strike="noStrike">
                <a:solidFill>
                  <a:schemeClr val="lt1"/>
                </a:solidFill>
                <a:effectLst/>
                <a:uFillTx/>
                <a:latin typeface="Arial"/>
                <a:ea typeface="Arial"/>
              </a:endParaRPr>
            </a:p>
          </p:txBody>
        </p:sp>
        <p:sp>
          <p:nvSpPr>
            <p:cNvPr id="216" name="Oval 243"/>
            <p:cNvSpPr/>
            <p:nvPr/>
          </p:nvSpPr>
          <p:spPr>
            <a:xfrm>
              <a:off x="8403480" y="4064760"/>
              <a:ext cx="241560" cy="241560"/>
            </a:xfrm>
            <a:prstGeom prst="ellipse">
              <a:avLst/>
            </a:prstGeom>
            <a:pattFill prst="wdUpDiag">
              <a:fgClr>
                <a:srgbClr val="9C6114"/>
              </a:fgClr>
              <a:bgClr>
                <a:srgbClr val="FFFFFF"/>
              </a:bgClr>
            </a:pattFill>
            <a:ln>
              <a:solidFill>
                <a:srgbClr val="9C6114"/>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endParaRPr lang="en-SE" sz="1400" b="0" u="none" strike="noStrike">
                <a:solidFill>
                  <a:schemeClr val="lt1"/>
                </a:solidFill>
                <a:effectLst/>
                <a:uFillTx/>
                <a:latin typeface="Arial"/>
                <a:ea typeface="Arial"/>
              </a:endParaRPr>
            </a:p>
          </p:txBody>
        </p:sp>
        <p:sp>
          <p:nvSpPr>
            <p:cNvPr id="217" name="Oval 244"/>
            <p:cNvSpPr/>
            <p:nvPr/>
          </p:nvSpPr>
          <p:spPr>
            <a:xfrm>
              <a:off x="8403480" y="4376880"/>
              <a:ext cx="241560" cy="241560"/>
            </a:xfrm>
            <a:prstGeom prst="ellipse">
              <a:avLst/>
            </a:prstGeom>
            <a:pattFill prst="wdDnDiag">
              <a:fgClr>
                <a:srgbClr val="9C6114"/>
              </a:fgClr>
              <a:bgClr>
                <a:srgbClr val="FFFFFF"/>
              </a:bgClr>
            </a:pattFill>
            <a:ln>
              <a:solidFill>
                <a:srgbClr val="9C6114"/>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endParaRPr lang="en-SE" sz="1400" b="0" u="none" strike="noStrike">
                <a:solidFill>
                  <a:schemeClr val="lt1"/>
                </a:solidFill>
                <a:effectLst/>
                <a:uFillTx/>
                <a:latin typeface="Arial"/>
                <a:ea typeface="Arial"/>
              </a:endParaRPr>
            </a:p>
          </p:txBody>
        </p:sp>
        <p:sp>
          <p:nvSpPr>
            <p:cNvPr id="218" name="Oval 245"/>
            <p:cNvSpPr/>
            <p:nvPr/>
          </p:nvSpPr>
          <p:spPr>
            <a:xfrm>
              <a:off x="8403480" y="4689360"/>
              <a:ext cx="241560" cy="241560"/>
            </a:xfrm>
            <a:prstGeom prst="ellipse">
              <a:avLst/>
            </a:prstGeom>
            <a:pattFill prst="openDmnd">
              <a:fgClr>
                <a:srgbClr val="9C6114"/>
              </a:fgClr>
              <a:bgClr>
                <a:srgbClr val="FFFFFF"/>
              </a:bgClr>
            </a:pattFill>
            <a:ln>
              <a:solidFill>
                <a:srgbClr val="9C6114"/>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endParaRPr lang="en-SE" sz="1400" b="0" u="none" strike="noStrike">
                <a:solidFill>
                  <a:schemeClr val="lt1"/>
                </a:solidFill>
                <a:effectLst/>
                <a:uFillTx/>
                <a:latin typeface="Arial"/>
                <a:ea typeface="Arial"/>
              </a:endParaRPr>
            </a:p>
          </p:txBody>
        </p:sp>
        <p:sp>
          <p:nvSpPr>
            <p:cNvPr id="219" name="Oval 246"/>
            <p:cNvSpPr/>
            <p:nvPr/>
          </p:nvSpPr>
          <p:spPr>
            <a:xfrm>
              <a:off x="8403480" y="4997160"/>
              <a:ext cx="241560" cy="241560"/>
            </a:xfrm>
            <a:prstGeom prst="ellipse">
              <a:avLst/>
            </a:prstGeom>
            <a:solidFill>
              <a:schemeClr val="tx2"/>
            </a:solidFill>
            <a:ln>
              <a:solidFill>
                <a:srgbClr val="9C6114"/>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endParaRPr lang="en-SE" sz="1400" b="0" u="none" strike="noStrike">
                <a:solidFill>
                  <a:schemeClr val="lt1"/>
                </a:solidFill>
                <a:effectLst/>
                <a:uFillTx/>
                <a:latin typeface="Arial"/>
                <a:ea typeface="Arial"/>
              </a:endParaRPr>
            </a:p>
          </p:txBody>
        </p:sp>
        <p:sp>
          <p:nvSpPr>
            <p:cNvPr id="220" name="Oval 250"/>
            <p:cNvSpPr/>
            <p:nvPr/>
          </p:nvSpPr>
          <p:spPr>
            <a:xfrm>
              <a:off x="8403480" y="5309280"/>
              <a:ext cx="241560" cy="241560"/>
            </a:xfrm>
            <a:prstGeom prst="ellipse">
              <a:avLst/>
            </a:prstGeom>
            <a:solidFill>
              <a:schemeClr val="tx2"/>
            </a:solidFill>
            <a:ln>
              <a:solidFill>
                <a:srgbClr val="9C6114"/>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endParaRPr lang="en-SE" sz="1400" b="0" u="none" strike="noStrike">
                <a:solidFill>
                  <a:schemeClr val="lt1"/>
                </a:solidFill>
                <a:effectLst/>
                <a:uFillTx/>
                <a:latin typeface="Arial"/>
                <a:ea typeface="Arial"/>
              </a:endParaRPr>
            </a:p>
          </p:txBody>
        </p:sp>
        <p:sp>
          <p:nvSpPr>
            <p:cNvPr id="221" name="Oval 254"/>
            <p:cNvSpPr/>
            <p:nvPr/>
          </p:nvSpPr>
          <p:spPr>
            <a:xfrm>
              <a:off x="8928360" y="3752280"/>
              <a:ext cx="241560" cy="241560"/>
            </a:xfrm>
            <a:prstGeom prst="ellipse">
              <a:avLst/>
            </a:prstGeom>
            <a:pattFill prst="wdUpDiag">
              <a:fgClr>
                <a:srgbClr val="9C6114"/>
              </a:fgClr>
              <a:bgClr>
                <a:srgbClr val="FFFFFF"/>
              </a:bgClr>
            </a:pattFill>
            <a:ln>
              <a:solidFill>
                <a:srgbClr val="9C6114"/>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endParaRPr lang="en-SE" sz="1400" b="0" u="none" strike="noStrike">
                <a:solidFill>
                  <a:schemeClr val="lt1"/>
                </a:solidFill>
                <a:effectLst/>
                <a:uFillTx/>
                <a:latin typeface="Arial"/>
                <a:ea typeface="Arial"/>
              </a:endParaRPr>
            </a:p>
          </p:txBody>
        </p:sp>
        <p:sp>
          <p:nvSpPr>
            <p:cNvPr id="222" name="Oval 255"/>
            <p:cNvSpPr/>
            <p:nvPr/>
          </p:nvSpPr>
          <p:spPr>
            <a:xfrm>
              <a:off x="8928360" y="4064760"/>
              <a:ext cx="241560" cy="241560"/>
            </a:xfrm>
            <a:prstGeom prst="ellipse">
              <a:avLst/>
            </a:prstGeom>
            <a:pattFill prst="wdUpDiag">
              <a:fgClr>
                <a:srgbClr val="9C6114"/>
              </a:fgClr>
              <a:bgClr>
                <a:srgbClr val="FFFFFF"/>
              </a:bgClr>
            </a:pattFill>
            <a:ln>
              <a:solidFill>
                <a:srgbClr val="9C6114"/>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endParaRPr lang="en-SE" sz="1400" b="0" u="none" strike="noStrike">
                <a:solidFill>
                  <a:schemeClr val="lt1"/>
                </a:solidFill>
                <a:effectLst/>
                <a:uFillTx/>
                <a:latin typeface="Arial"/>
                <a:ea typeface="Arial"/>
              </a:endParaRPr>
            </a:p>
          </p:txBody>
        </p:sp>
        <p:sp>
          <p:nvSpPr>
            <p:cNvPr id="223" name="Oval 256"/>
            <p:cNvSpPr/>
            <p:nvPr/>
          </p:nvSpPr>
          <p:spPr>
            <a:xfrm>
              <a:off x="8928360" y="4376880"/>
              <a:ext cx="241560" cy="241560"/>
            </a:xfrm>
            <a:prstGeom prst="ellipse">
              <a:avLst/>
            </a:prstGeom>
            <a:pattFill prst="wdDnDiag">
              <a:fgClr>
                <a:srgbClr val="9C6114"/>
              </a:fgClr>
              <a:bgClr>
                <a:srgbClr val="FFFFFF"/>
              </a:bgClr>
            </a:pattFill>
            <a:ln>
              <a:solidFill>
                <a:srgbClr val="9C6114"/>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endParaRPr lang="en-SE" sz="1400" b="0" u="none" strike="noStrike">
                <a:solidFill>
                  <a:schemeClr val="lt1"/>
                </a:solidFill>
                <a:effectLst/>
                <a:uFillTx/>
                <a:latin typeface="Arial"/>
                <a:ea typeface="Arial"/>
              </a:endParaRPr>
            </a:p>
          </p:txBody>
        </p:sp>
        <p:sp>
          <p:nvSpPr>
            <p:cNvPr id="224" name="Oval 257"/>
            <p:cNvSpPr/>
            <p:nvPr/>
          </p:nvSpPr>
          <p:spPr>
            <a:xfrm>
              <a:off x="8928360" y="4689360"/>
              <a:ext cx="241560" cy="241560"/>
            </a:xfrm>
            <a:prstGeom prst="ellipse">
              <a:avLst/>
            </a:prstGeom>
            <a:pattFill prst="openDmnd">
              <a:fgClr>
                <a:srgbClr val="9C6114"/>
              </a:fgClr>
              <a:bgClr>
                <a:srgbClr val="FFFFFF"/>
              </a:bgClr>
            </a:pattFill>
            <a:ln>
              <a:solidFill>
                <a:srgbClr val="9C6114"/>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endParaRPr lang="en-SE" sz="1400" b="0" u="none" strike="noStrike">
                <a:solidFill>
                  <a:schemeClr val="lt1"/>
                </a:solidFill>
                <a:effectLst/>
                <a:uFillTx/>
                <a:latin typeface="Arial"/>
                <a:ea typeface="Arial"/>
              </a:endParaRPr>
            </a:p>
          </p:txBody>
        </p:sp>
        <p:sp>
          <p:nvSpPr>
            <p:cNvPr id="225" name="Oval 258"/>
            <p:cNvSpPr/>
            <p:nvPr/>
          </p:nvSpPr>
          <p:spPr>
            <a:xfrm>
              <a:off x="8928360" y="4997160"/>
              <a:ext cx="241560" cy="241560"/>
            </a:xfrm>
            <a:prstGeom prst="ellipse">
              <a:avLst/>
            </a:prstGeom>
            <a:solidFill>
              <a:schemeClr val="tx2"/>
            </a:solidFill>
            <a:ln>
              <a:solidFill>
                <a:srgbClr val="9C6114"/>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endParaRPr lang="en-SE" sz="1400" b="0" u="none" strike="noStrike">
                <a:solidFill>
                  <a:schemeClr val="lt1"/>
                </a:solidFill>
                <a:effectLst/>
                <a:uFillTx/>
                <a:latin typeface="Arial"/>
                <a:ea typeface="Arial"/>
              </a:endParaRPr>
            </a:p>
          </p:txBody>
        </p:sp>
        <p:sp>
          <p:nvSpPr>
            <p:cNvPr id="226" name="Oval 259"/>
            <p:cNvSpPr/>
            <p:nvPr/>
          </p:nvSpPr>
          <p:spPr>
            <a:xfrm>
              <a:off x="8928360" y="5309280"/>
              <a:ext cx="241560" cy="241560"/>
            </a:xfrm>
            <a:prstGeom prst="ellipse">
              <a:avLst/>
            </a:prstGeom>
            <a:solidFill>
              <a:schemeClr val="tx2"/>
            </a:solidFill>
            <a:ln>
              <a:solidFill>
                <a:srgbClr val="9C6114"/>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endParaRPr lang="en-SE" sz="1400" b="0" u="none" strike="noStrike">
                <a:solidFill>
                  <a:schemeClr val="lt1"/>
                </a:solidFill>
                <a:effectLst/>
                <a:uFillTx/>
                <a:latin typeface="Arial"/>
                <a:ea typeface="Arial"/>
              </a:endParaRPr>
            </a:p>
          </p:txBody>
        </p:sp>
        <p:sp>
          <p:nvSpPr>
            <p:cNvPr id="227" name="Oval 260"/>
            <p:cNvSpPr/>
            <p:nvPr/>
          </p:nvSpPr>
          <p:spPr>
            <a:xfrm>
              <a:off x="8928360" y="5621760"/>
              <a:ext cx="241560" cy="241560"/>
            </a:xfrm>
            <a:prstGeom prst="ellipse">
              <a:avLst/>
            </a:prstGeom>
            <a:solidFill>
              <a:schemeClr val="tx2"/>
            </a:solidFill>
            <a:ln>
              <a:solidFill>
                <a:srgbClr val="9C6114"/>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endParaRPr lang="en-SE" sz="1400" b="0" u="none" strike="noStrike">
                <a:solidFill>
                  <a:schemeClr val="lt1"/>
                </a:solidFill>
                <a:effectLst/>
                <a:uFillTx/>
                <a:latin typeface="Arial"/>
                <a:ea typeface="Arial"/>
              </a:endParaRPr>
            </a:p>
          </p:txBody>
        </p:sp>
        <p:sp>
          <p:nvSpPr>
            <p:cNvPr id="228" name="Oval 261"/>
            <p:cNvSpPr/>
            <p:nvPr/>
          </p:nvSpPr>
          <p:spPr>
            <a:xfrm>
              <a:off x="8928360" y="5934240"/>
              <a:ext cx="241560" cy="241560"/>
            </a:xfrm>
            <a:prstGeom prst="ellipse">
              <a:avLst/>
            </a:prstGeom>
            <a:solidFill>
              <a:schemeClr val="tx2"/>
            </a:solidFill>
            <a:ln>
              <a:solidFill>
                <a:srgbClr val="9C6114"/>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endParaRPr lang="en-SE" sz="1400" b="0" u="none" strike="noStrike">
                <a:solidFill>
                  <a:schemeClr val="lt1"/>
                </a:solidFill>
                <a:effectLst/>
                <a:uFillTx/>
                <a:latin typeface="Arial"/>
                <a:ea typeface="Arial"/>
              </a:endParaRPr>
            </a:p>
          </p:txBody>
        </p:sp>
        <p:sp>
          <p:nvSpPr>
            <p:cNvPr id="229" name="TextBox 267"/>
            <p:cNvSpPr/>
            <p:nvPr/>
          </p:nvSpPr>
          <p:spPr>
            <a:xfrm>
              <a:off x="6580800" y="3858120"/>
              <a:ext cx="1343520" cy="338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US" sz="1600" b="1" u="none" strike="noStrike">
                  <a:solidFill>
                    <a:schemeClr val="lt2"/>
                  </a:solidFill>
                  <a:effectLst/>
                  <a:uFillTx/>
                  <a:latin typeface="Arial"/>
                  <a:ea typeface="Arial"/>
                </a:rPr>
                <a:t>Train set</a:t>
              </a:r>
              <a:endParaRPr lang="en-US" sz="1600" b="0" u="none" strike="noStrike">
                <a:solidFill>
                  <a:srgbClr val="000000"/>
                </a:solidFill>
                <a:effectLst/>
                <a:uFillTx/>
                <a:latin typeface="Arial"/>
              </a:endParaRPr>
            </a:p>
          </p:txBody>
        </p:sp>
        <p:sp>
          <p:nvSpPr>
            <p:cNvPr id="230" name="TextBox 268"/>
            <p:cNvSpPr/>
            <p:nvPr/>
          </p:nvSpPr>
          <p:spPr>
            <a:xfrm>
              <a:off x="6137280" y="4330440"/>
              <a:ext cx="2157840" cy="338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US" sz="1600" b="1" u="none" strike="noStrike">
                  <a:solidFill>
                    <a:schemeClr val="lt2"/>
                  </a:solidFill>
                  <a:effectLst/>
                  <a:uFillTx/>
                  <a:latin typeface="Arial"/>
                  <a:ea typeface="Arial"/>
                </a:rPr>
                <a:t>Validation set</a:t>
              </a:r>
              <a:endParaRPr lang="en-US" sz="1600" b="0" u="none" strike="noStrike">
                <a:solidFill>
                  <a:srgbClr val="000000"/>
                </a:solidFill>
                <a:effectLst/>
                <a:uFillTx/>
                <a:latin typeface="Arial"/>
              </a:endParaRPr>
            </a:p>
          </p:txBody>
        </p:sp>
        <p:sp>
          <p:nvSpPr>
            <p:cNvPr id="231" name="TextBox 269"/>
            <p:cNvSpPr/>
            <p:nvPr/>
          </p:nvSpPr>
          <p:spPr>
            <a:xfrm>
              <a:off x="6597360" y="4645080"/>
              <a:ext cx="1343520" cy="338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US" sz="1600" b="1" u="none" strike="noStrike">
                  <a:solidFill>
                    <a:schemeClr val="lt2"/>
                  </a:solidFill>
                  <a:effectLst/>
                  <a:uFillTx/>
                  <a:latin typeface="Arial"/>
                  <a:ea typeface="Arial"/>
                </a:rPr>
                <a:t>Test set</a:t>
              </a:r>
              <a:endParaRPr lang="en-US" sz="1600" b="0" u="none" strike="noStrike">
                <a:solidFill>
                  <a:srgbClr val="000000"/>
                </a:solidFill>
                <a:effectLst/>
                <a:uFillTx/>
                <a:latin typeface="Arial"/>
              </a:endParaRPr>
            </a:p>
          </p:txBody>
        </p:sp>
        <p:sp>
          <p:nvSpPr>
            <p:cNvPr id="232" name="TextBox 270"/>
            <p:cNvSpPr/>
            <p:nvPr/>
          </p:nvSpPr>
          <p:spPr>
            <a:xfrm>
              <a:off x="6229800" y="5405760"/>
              <a:ext cx="2157840" cy="338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US" sz="1600" b="1" u="none" strike="noStrike">
                  <a:solidFill>
                    <a:schemeClr val="lt2"/>
                  </a:solidFill>
                  <a:effectLst/>
                  <a:uFillTx/>
                  <a:latin typeface="Arial"/>
                  <a:ea typeface="Arial"/>
                </a:rPr>
                <a:t>Not used</a:t>
              </a:r>
              <a:endParaRPr lang="en-US" sz="1600" b="0" u="none" strike="noStrike">
                <a:solidFill>
                  <a:srgbClr val="000000"/>
                </a:solidFill>
                <a:effectLst/>
                <a:uFillTx/>
                <a:latin typeface="Arial"/>
              </a:endParaRPr>
            </a:p>
          </p:txBody>
        </p:sp>
        <p:cxnSp>
          <p:nvCxnSpPr>
            <p:cNvPr id="233" name="Straight Connector 275"/>
            <p:cNvCxnSpPr/>
            <p:nvPr/>
          </p:nvCxnSpPr>
          <p:spPr>
            <a:xfrm>
              <a:off x="2231640" y="4339800"/>
              <a:ext cx="7503120" cy="360"/>
            </a:xfrm>
            <a:prstGeom prst="straightConnector1">
              <a:avLst/>
            </a:prstGeom>
            <a:ln w="12700" cap="rnd">
              <a:solidFill>
                <a:srgbClr val="9C6114"/>
              </a:solidFill>
              <a:prstDash val="sysDash"/>
              <a:round/>
            </a:ln>
          </p:spPr>
        </p:cxnSp>
        <p:cxnSp>
          <p:nvCxnSpPr>
            <p:cNvPr id="234" name="Straight Connector 276"/>
            <p:cNvCxnSpPr/>
            <p:nvPr/>
          </p:nvCxnSpPr>
          <p:spPr>
            <a:xfrm>
              <a:off x="2231640" y="4653000"/>
              <a:ext cx="7503120" cy="360"/>
            </a:xfrm>
            <a:prstGeom prst="straightConnector1">
              <a:avLst/>
            </a:prstGeom>
            <a:ln w="12700" cap="rnd">
              <a:solidFill>
                <a:srgbClr val="9C6114"/>
              </a:solidFill>
              <a:prstDash val="sysDash"/>
              <a:round/>
            </a:ln>
          </p:spPr>
        </p:cxnSp>
        <p:cxnSp>
          <p:nvCxnSpPr>
            <p:cNvPr id="235" name="Straight Connector 277"/>
            <p:cNvCxnSpPr/>
            <p:nvPr/>
          </p:nvCxnSpPr>
          <p:spPr>
            <a:xfrm>
              <a:off x="2231640" y="4957920"/>
              <a:ext cx="7503120" cy="360"/>
            </a:xfrm>
            <a:prstGeom prst="straightConnector1">
              <a:avLst/>
            </a:prstGeom>
            <a:ln w="12700" cap="rnd">
              <a:solidFill>
                <a:srgbClr val="9C6114"/>
              </a:solidFill>
              <a:prstDash val="sysDash"/>
              <a:round/>
            </a:ln>
          </p:spPr>
        </p:cxnSp>
        <p:cxnSp>
          <p:nvCxnSpPr>
            <p:cNvPr id="236" name="Straight Connector 278"/>
            <p:cNvCxnSpPr/>
            <p:nvPr/>
          </p:nvCxnSpPr>
          <p:spPr>
            <a:xfrm>
              <a:off x="2231640" y="6287040"/>
              <a:ext cx="7503120" cy="360"/>
            </a:xfrm>
            <a:prstGeom prst="straightConnector1">
              <a:avLst/>
            </a:prstGeom>
            <a:ln w="12700" cap="rnd">
              <a:solidFill>
                <a:srgbClr val="9C6114"/>
              </a:solidFill>
              <a:prstDash val="sysDash"/>
              <a:round/>
            </a:ln>
          </p:spPr>
        </p:cxnSp>
      </p:grpSp>
      <p:sp>
        <p:nvSpPr>
          <p:cNvPr id="237" name="Rectangle 2"/>
          <p:cNvSpPr/>
          <p:nvPr/>
        </p:nvSpPr>
        <p:spPr>
          <a:xfrm>
            <a:off x="0" y="6434640"/>
            <a:ext cx="10028160" cy="430560"/>
          </a:xfrm>
          <a:prstGeom prst="rect">
            <a:avLst/>
          </a:prstGeom>
          <a:noFill/>
          <a:ln w="0">
            <a:noFill/>
          </a:ln>
        </p:spPr>
        <p:style>
          <a:lnRef idx="0">
            <a:scrgbClr r="0" g="0" b="0"/>
          </a:lnRef>
          <a:fillRef idx="0">
            <a:scrgbClr r="0" g="0" b="0"/>
          </a:fillRef>
          <a:effectRef idx="0">
            <a:scrgbClr r="0" g="0" b="0"/>
          </a:effectRef>
          <a:fontRef idx="minor"/>
        </p:style>
        <p:txBody>
          <a:bodyPr numCol="1" spcCol="0" anchor="ctr">
            <a:spAutoFit/>
          </a:bodyPr>
          <a:lstStyle/>
          <a:p>
            <a:pPr defTabSz="914400">
              <a:lnSpc>
                <a:spcPct val="100000"/>
              </a:lnSpc>
              <a:tabLst>
                <a:tab pos="0" algn="l"/>
              </a:tabLst>
            </a:pPr>
            <a:r>
              <a:rPr lang="en-US" sz="1100" b="0" u="none" strike="noStrike">
                <a:solidFill>
                  <a:schemeClr val="lt2"/>
                </a:solidFill>
                <a:effectLst/>
                <a:uFillTx/>
                <a:latin typeface="Arial"/>
                <a:ea typeface="Arial"/>
              </a:rPr>
              <a:t>* </a:t>
            </a:r>
            <a:r>
              <a:rPr lang="en-SE" sz="1100" b="0" u="none" strike="noStrike">
                <a:solidFill>
                  <a:schemeClr val="lt2"/>
                </a:solidFill>
                <a:effectLst/>
                <a:uFillTx/>
                <a:latin typeface="Arial"/>
                <a:ea typeface="Arial"/>
              </a:rPr>
              <a:t>Prieto Estacio, R. S., Bravo Montenegro, D. A., &amp; Rengifo Rodas, C. F. (2023). Dataset of audio signals from brushless DC motors for predictive maintenance. </a:t>
            </a:r>
            <a:endParaRPr lang="en-US" sz="1100" b="0" u="none" strike="noStrike">
              <a:solidFill>
                <a:srgbClr val="000000"/>
              </a:solidFill>
              <a:effectLst/>
              <a:uFillTx/>
              <a:latin typeface="Arial"/>
            </a:endParaRPr>
          </a:p>
          <a:p>
            <a:pPr defTabSz="914400">
              <a:lnSpc>
                <a:spcPct val="100000"/>
              </a:lnSpc>
              <a:tabLst>
                <a:tab pos="0" algn="l"/>
              </a:tabLst>
            </a:pPr>
            <a:r>
              <a:rPr lang="en-SE" sz="1100" b="0" i="1" u="none" strike="noStrike">
                <a:solidFill>
                  <a:schemeClr val="lt2"/>
                </a:solidFill>
                <a:effectLst/>
                <a:uFillTx/>
                <a:latin typeface="Arial"/>
                <a:ea typeface="Arial"/>
              </a:rPr>
              <a:t>Data in Brief</a:t>
            </a:r>
            <a:r>
              <a:rPr lang="en-SE" sz="1100" b="0" u="none" strike="noStrike">
                <a:solidFill>
                  <a:schemeClr val="lt2"/>
                </a:solidFill>
                <a:effectLst/>
                <a:uFillTx/>
                <a:latin typeface="Arial"/>
                <a:ea typeface="Arial"/>
              </a:rPr>
              <a:t>, </a:t>
            </a:r>
            <a:r>
              <a:rPr lang="en-SE" sz="1100" b="0" i="1" u="none" strike="noStrike">
                <a:solidFill>
                  <a:schemeClr val="lt2"/>
                </a:solidFill>
                <a:effectLst/>
                <a:uFillTx/>
                <a:latin typeface="Arial"/>
                <a:ea typeface="Arial"/>
              </a:rPr>
              <a:t>50</a:t>
            </a:r>
            <a:r>
              <a:rPr lang="en-SE" sz="1100" b="0" u="none" strike="noStrike">
                <a:solidFill>
                  <a:schemeClr val="lt2"/>
                </a:solidFill>
                <a:effectLst/>
                <a:uFillTx/>
                <a:latin typeface="Arial"/>
                <a:ea typeface="Arial"/>
              </a:rPr>
              <a:t>, 109569. https://doi.org/10.1016/j.dib.2023.109569</a:t>
            </a:r>
            <a:endParaRPr lang="en-US" sz="1100" b="0" u="none" strike="noStrike">
              <a:solidFill>
                <a:srgbClr val="000000"/>
              </a:solidFill>
              <a:effectLst/>
              <a:uFillTx/>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 name="Rectangle: Rounded Corners 13"/>
          <p:cNvSpPr/>
          <p:nvPr/>
        </p:nvSpPr>
        <p:spPr>
          <a:xfrm>
            <a:off x="533160" y="1130400"/>
            <a:ext cx="10875600" cy="5333760"/>
          </a:xfrm>
          <a:prstGeom prst="roundRect">
            <a:avLst>
              <a:gd name="adj" fmla="val 4311"/>
            </a:avLst>
          </a:prstGeom>
          <a:solidFill>
            <a:schemeClr val="lt2">
              <a:alpha val="10000"/>
            </a:schemeClr>
          </a:solidFill>
          <a:ln w="50800">
            <a:noFill/>
          </a:ln>
        </p:spPr>
        <p:style>
          <a:lnRef idx="2">
            <a:schemeClr val="accent1">
              <a:shade val="15000"/>
            </a:schemeClr>
          </a:lnRef>
          <a:fillRef idx="1">
            <a:schemeClr val="accent1"/>
          </a:fillRef>
          <a:effectRef idx="0">
            <a:schemeClr val="accent1"/>
          </a:effectRef>
          <a:fontRef idx="minor"/>
        </p:style>
        <p:txBody>
          <a:bodyPr lIns="0" tIns="0" rIns="0" bIns="0" anchor="ctr">
            <a:noAutofit/>
          </a:bodyPr>
          <a:lstStyle/>
          <a:p>
            <a:pPr algn="ctr">
              <a:lnSpc>
                <a:spcPct val="100000"/>
              </a:lnSpc>
            </a:pPr>
            <a:endParaRPr lang="en-SE" sz="2400" b="0" u="none" strike="noStrike">
              <a:solidFill>
                <a:schemeClr val="lt2"/>
              </a:solidFill>
              <a:effectLst/>
              <a:uFillTx/>
              <a:latin typeface="Arial"/>
              <a:ea typeface="Arial"/>
            </a:endParaRPr>
          </a:p>
        </p:txBody>
      </p:sp>
      <p:sp>
        <p:nvSpPr>
          <p:cNvPr id="239" name="PlaceHolder 1"/>
          <p:cNvSpPr>
            <a:spLocks noGrp="1"/>
          </p:cNvSpPr>
          <p:nvPr>
            <p:ph type="title"/>
          </p:nvPr>
        </p:nvSpPr>
        <p:spPr>
          <a:xfrm>
            <a:off x="533160" y="182520"/>
            <a:ext cx="10324800" cy="831240"/>
          </a:xfrm>
          <a:prstGeom prst="rect">
            <a:avLst/>
          </a:prstGeom>
          <a:noFill/>
          <a:ln w="0">
            <a:noFill/>
          </a:ln>
        </p:spPr>
        <p:txBody>
          <a:bodyPr lIns="216000" tIns="108000" rIns="216000" bIns="108000" anchor="t">
            <a:noAutofit/>
          </a:bodyPr>
          <a:lstStyle/>
          <a:p>
            <a:pPr indent="0">
              <a:lnSpc>
                <a:spcPct val="100000"/>
              </a:lnSpc>
              <a:spcAft>
                <a:spcPts val="1599"/>
              </a:spcAft>
              <a:buNone/>
            </a:pPr>
            <a:r>
              <a:rPr lang="en-US" sz="3500" b="0" u="none" strike="noStrike">
                <a:solidFill>
                  <a:schemeClr val="dk1"/>
                </a:solidFill>
                <a:effectLst/>
                <a:uFillTx/>
                <a:latin typeface="Anton"/>
                <a:ea typeface="Anton"/>
              </a:rPr>
              <a:t>Fourier Transform</a:t>
            </a:r>
            <a:endParaRPr lang="en-US" sz="3500" b="0" u="none" strike="noStrike">
              <a:solidFill>
                <a:srgbClr val="000000"/>
              </a:solidFill>
              <a:effectLst/>
              <a:uFillTx/>
              <a:latin typeface="Arial"/>
            </a:endParaRPr>
          </a:p>
        </p:txBody>
      </p:sp>
      <p:sp>
        <p:nvSpPr>
          <p:cNvPr id="240" name="PlaceHolder 2"/>
          <p:cNvSpPr>
            <a:spLocks noGrp="1"/>
          </p:cNvSpPr>
          <p:nvPr>
            <p:ph type="sldNum" idx="37"/>
          </p:nvPr>
        </p:nvSpPr>
        <p:spPr>
          <a:xfrm>
            <a:off x="11409120" y="6333120"/>
            <a:ext cx="731520" cy="524520"/>
          </a:xfrm>
          <a:prstGeom prst="rect">
            <a:avLst/>
          </a:prstGeom>
          <a:noFill/>
          <a:ln w="0">
            <a:noFill/>
          </a:ln>
        </p:spPr>
        <p:txBody>
          <a:bodyPr lIns="91440" tIns="91440" rIns="91440" bIns="91440" anchor="t">
            <a:noAutofit/>
          </a:bodyPr>
          <a:lstStyle>
            <a:lvl1pPr indent="0" algn="r">
              <a:lnSpc>
                <a:spcPct val="100000"/>
              </a:lnSpc>
              <a:buNone/>
              <a:tabLst>
                <a:tab pos="0" algn="l"/>
              </a:tabLst>
              <a:defRPr lang="en" sz="1300" b="0" u="none" strike="noStrike">
                <a:solidFill>
                  <a:schemeClr val="dk1"/>
                </a:solidFill>
                <a:effectLst/>
                <a:uFillTx/>
                <a:latin typeface="Arial Narrow"/>
                <a:ea typeface="Arial Narrow"/>
              </a:defRPr>
            </a:lvl1pPr>
          </a:lstStyle>
          <a:p>
            <a:pPr indent="0" algn="r">
              <a:lnSpc>
                <a:spcPct val="100000"/>
              </a:lnSpc>
              <a:buNone/>
              <a:tabLst>
                <a:tab pos="0" algn="l"/>
              </a:tabLst>
            </a:pPr>
            <a:fld id="{3C2ABFE2-B74E-4DE1-A946-E8FC95C7BF82}" type="slidenum">
              <a:rPr lang="en" sz="1300" b="0" u="none" strike="noStrike">
                <a:solidFill>
                  <a:schemeClr val="dk1"/>
                </a:solidFill>
                <a:effectLst/>
                <a:uFillTx/>
                <a:latin typeface="Arial Narrow"/>
                <a:ea typeface="Arial Narrow"/>
              </a:rPr>
              <a:t>4</a:t>
            </a:fld>
            <a:endParaRPr lang="en-US" sz="1300" b="0" u="none" strike="noStrike">
              <a:solidFill>
                <a:srgbClr val="000000"/>
              </a:solidFill>
              <a:effectLst/>
              <a:uFillTx/>
              <a:latin typeface="Times New Roman"/>
            </a:endParaRPr>
          </a:p>
        </p:txBody>
      </p:sp>
      <p:sp>
        <p:nvSpPr>
          <p:cNvPr id="241" name="TextBox 10"/>
          <p:cNvSpPr/>
          <p:nvPr/>
        </p:nvSpPr>
        <p:spPr>
          <a:xfrm>
            <a:off x="834120" y="5686920"/>
            <a:ext cx="10523520" cy="645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800" b="0" u="none" strike="noStrike">
                <a:solidFill>
                  <a:schemeClr val="lt2"/>
                </a:solidFill>
                <a:effectLst/>
                <a:uFillTx/>
                <a:latin typeface="Arial"/>
                <a:ea typeface="Arial"/>
              </a:rPr>
              <a:t>To capture enough cycles (5) of the frequency (1000 Hz) based on the sampling rate (16000 Hz),</a:t>
            </a:r>
            <a:endParaRPr lang="en-US" sz="1800" b="0" u="none" strike="noStrike">
              <a:solidFill>
                <a:srgbClr val="000000"/>
              </a:solidFill>
              <a:effectLst/>
              <a:uFillTx/>
              <a:latin typeface="Arial"/>
            </a:endParaRPr>
          </a:p>
          <a:p>
            <a:pPr>
              <a:lnSpc>
                <a:spcPct val="100000"/>
              </a:lnSpc>
            </a:pPr>
            <a:r>
              <a:rPr lang="en-US" sz="1800" b="1" u="none" strike="noStrike">
                <a:solidFill>
                  <a:schemeClr val="lt2"/>
                </a:solidFill>
                <a:effectLst/>
                <a:uFillTx/>
                <a:latin typeface="Arial"/>
                <a:ea typeface="Arial"/>
              </a:rPr>
              <a:t>the minimal data points per sample: 80</a:t>
            </a:r>
            <a:r>
              <a:rPr lang="en-US" sz="1800" b="0" u="none" strike="noStrike">
                <a:solidFill>
                  <a:schemeClr val="lt2"/>
                </a:solidFill>
                <a:effectLst/>
                <a:uFillTx/>
                <a:latin typeface="Arial"/>
                <a:ea typeface="Arial"/>
              </a:rPr>
              <a:t>.</a:t>
            </a:r>
            <a:endParaRPr lang="en-US" sz="1800" b="0" u="none" strike="noStrike">
              <a:solidFill>
                <a:srgbClr val="000000"/>
              </a:solidFill>
              <a:effectLst/>
              <a:uFillTx/>
              <a:latin typeface="Arial"/>
            </a:endParaRPr>
          </a:p>
        </p:txBody>
      </p:sp>
      <p:grpSp>
        <p:nvGrpSpPr>
          <p:cNvPr id="242" name="Group 18"/>
          <p:cNvGrpSpPr/>
          <p:nvPr/>
        </p:nvGrpSpPr>
        <p:grpSpPr>
          <a:xfrm>
            <a:off x="1710000" y="1458000"/>
            <a:ext cx="8521560" cy="4018680"/>
            <a:chOff x="1710000" y="1458000"/>
            <a:chExt cx="8521560" cy="4018680"/>
          </a:xfrm>
        </p:grpSpPr>
        <p:sp>
          <p:nvSpPr>
            <p:cNvPr id="243" name="Rectangle: Rounded Corners 17"/>
            <p:cNvSpPr/>
            <p:nvPr/>
          </p:nvSpPr>
          <p:spPr>
            <a:xfrm>
              <a:off x="1710000" y="1458000"/>
              <a:ext cx="8521560" cy="4018680"/>
            </a:xfrm>
            <a:prstGeom prst="roundRect">
              <a:avLst>
                <a:gd name="adj" fmla="val 4311"/>
              </a:avLst>
            </a:prstGeom>
            <a:solidFill>
              <a:schemeClr val="bg1"/>
            </a:solidFill>
            <a:ln w="50800">
              <a:noFill/>
            </a:ln>
          </p:spPr>
          <p:style>
            <a:lnRef idx="2">
              <a:schemeClr val="accent1">
                <a:shade val="15000"/>
              </a:schemeClr>
            </a:lnRef>
            <a:fillRef idx="1">
              <a:schemeClr val="accent1"/>
            </a:fillRef>
            <a:effectRef idx="0">
              <a:schemeClr val="accent1"/>
            </a:effectRef>
            <a:fontRef idx="minor"/>
          </p:style>
          <p:txBody>
            <a:bodyPr lIns="0" tIns="0" rIns="0" bIns="0" anchor="ctr">
              <a:noAutofit/>
            </a:bodyPr>
            <a:lstStyle/>
            <a:p>
              <a:pPr algn="ctr">
                <a:lnSpc>
                  <a:spcPct val="100000"/>
                </a:lnSpc>
              </a:pPr>
              <a:endParaRPr lang="en-SE" sz="2400" b="0" u="none" strike="noStrike">
                <a:solidFill>
                  <a:schemeClr val="lt2"/>
                </a:solidFill>
                <a:effectLst/>
                <a:uFillTx/>
                <a:latin typeface="Arial"/>
                <a:ea typeface="Arial"/>
              </a:endParaRPr>
            </a:p>
          </p:txBody>
        </p:sp>
        <p:pic>
          <p:nvPicPr>
            <p:cNvPr id="244" name="Picture 6"/>
            <p:cNvPicPr/>
            <p:nvPr/>
          </p:nvPicPr>
          <p:blipFill>
            <a:blip r:embed="rId3"/>
            <a:stretch/>
          </p:blipFill>
          <p:spPr>
            <a:xfrm>
              <a:off x="2045880" y="1613880"/>
              <a:ext cx="7812720" cy="3862800"/>
            </a:xfrm>
            <a:prstGeom prst="rect">
              <a:avLst/>
            </a:prstGeom>
            <a:noFill/>
            <a:ln w="0">
              <a:noFill/>
            </a:ln>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 name="PlaceHolder 1"/>
          <p:cNvSpPr>
            <a:spLocks noGrp="1"/>
          </p:cNvSpPr>
          <p:nvPr>
            <p:ph type="title"/>
          </p:nvPr>
        </p:nvSpPr>
        <p:spPr>
          <a:xfrm>
            <a:off x="533160" y="182520"/>
            <a:ext cx="10324800" cy="831240"/>
          </a:xfrm>
          <a:prstGeom prst="rect">
            <a:avLst/>
          </a:prstGeom>
          <a:noFill/>
          <a:ln w="0">
            <a:noFill/>
          </a:ln>
        </p:spPr>
        <p:txBody>
          <a:bodyPr lIns="216000" tIns="108000" rIns="216000" bIns="108000" anchor="t">
            <a:noAutofit/>
          </a:bodyPr>
          <a:lstStyle/>
          <a:p>
            <a:pPr indent="0">
              <a:lnSpc>
                <a:spcPct val="100000"/>
              </a:lnSpc>
              <a:spcAft>
                <a:spcPts val="1599"/>
              </a:spcAft>
              <a:buNone/>
            </a:pPr>
            <a:r>
              <a:rPr lang="en" sz="3500" b="0" u="none" strike="noStrike">
                <a:solidFill>
                  <a:schemeClr val="dk1"/>
                </a:solidFill>
                <a:effectLst/>
                <a:uFillTx/>
                <a:latin typeface="Anton"/>
                <a:ea typeface="Anton"/>
              </a:rPr>
              <a:t>Data</a:t>
            </a:r>
            <a:r>
              <a:rPr lang="en-US" sz="3500" b="0" u="none" strike="noStrike">
                <a:solidFill>
                  <a:schemeClr val="dk1"/>
                </a:solidFill>
                <a:effectLst/>
                <a:uFillTx/>
                <a:latin typeface="Anton"/>
                <a:ea typeface="Anton"/>
              </a:rPr>
              <a:t>set - Overview</a:t>
            </a:r>
            <a:endParaRPr lang="en-US" sz="3500" b="0" u="none" strike="noStrike">
              <a:solidFill>
                <a:srgbClr val="000000"/>
              </a:solidFill>
              <a:effectLst/>
              <a:uFillTx/>
              <a:latin typeface="Arial"/>
            </a:endParaRPr>
          </a:p>
        </p:txBody>
      </p:sp>
      <p:sp>
        <p:nvSpPr>
          <p:cNvPr id="246" name="PlaceHolder 2"/>
          <p:cNvSpPr>
            <a:spLocks noGrp="1"/>
          </p:cNvSpPr>
          <p:nvPr>
            <p:ph type="sldNum" idx="38"/>
          </p:nvPr>
        </p:nvSpPr>
        <p:spPr>
          <a:xfrm>
            <a:off x="11409120" y="6333120"/>
            <a:ext cx="731520" cy="524520"/>
          </a:xfrm>
          <a:prstGeom prst="rect">
            <a:avLst/>
          </a:prstGeom>
          <a:noFill/>
          <a:ln w="0">
            <a:noFill/>
          </a:ln>
        </p:spPr>
        <p:txBody>
          <a:bodyPr lIns="91440" tIns="91440" rIns="91440" bIns="91440" anchor="t">
            <a:noAutofit/>
          </a:bodyPr>
          <a:lstStyle>
            <a:lvl1pPr indent="0" algn="r">
              <a:lnSpc>
                <a:spcPct val="100000"/>
              </a:lnSpc>
              <a:buNone/>
              <a:tabLst>
                <a:tab pos="0" algn="l"/>
              </a:tabLst>
              <a:defRPr lang="en" sz="1300" b="0" u="none" strike="noStrike">
                <a:solidFill>
                  <a:schemeClr val="dk1"/>
                </a:solidFill>
                <a:effectLst/>
                <a:uFillTx/>
                <a:latin typeface="Arial Narrow"/>
                <a:ea typeface="Arial Narrow"/>
              </a:defRPr>
            </a:lvl1pPr>
          </a:lstStyle>
          <a:p>
            <a:pPr indent="0" algn="r">
              <a:lnSpc>
                <a:spcPct val="100000"/>
              </a:lnSpc>
              <a:buNone/>
              <a:tabLst>
                <a:tab pos="0" algn="l"/>
              </a:tabLst>
            </a:pPr>
            <a:fld id="{D9BB1C6D-17A7-4F28-9F5B-E446195838DE}" type="slidenum">
              <a:rPr lang="en" sz="1300" b="0" u="none" strike="noStrike">
                <a:solidFill>
                  <a:schemeClr val="dk1"/>
                </a:solidFill>
                <a:effectLst/>
                <a:uFillTx/>
                <a:latin typeface="Arial Narrow"/>
                <a:ea typeface="Arial Narrow"/>
              </a:rPr>
              <a:t>5</a:t>
            </a:fld>
            <a:endParaRPr lang="en-US" sz="1300" b="0" u="none" strike="noStrike">
              <a:solidFill>
                <a:srgbClr val="000000"/>
              </a:solidFill>
              <a:effectLst/>
              <a:uFillTx/>
              <a:latin typeface="Times New Roman"/>
            </a:endParaRPr>
          </a:p>
        </p:txBody>
      </p:sp>
      <p:graphicFrame>
        <p:nvGraphicFramePr>
          <p:cNvPr id="247" name="Table 1"/>
          <p:cNvGraphicFramePr/>
          <p:nvPr/>
        </p:nvGraphicFramePr>
        <p:xfrm>
          <a:off x="1875960" y="2629800"/>
          <a:ext cx="8439840" cy="2734560"/>
        </p:xfrm>
        <a:graphic>
          <a:graphicData uri="http://schemas.openxmlformats.org/drawingml/2006/table">
            <a:tbl>
              <a:tblPr/>
              <a:tblGrid>
                <a:gridCol w="2109960">
                  <a:extLst>
                    <a:ext uri="{9D8B030D-6E8A-4147-A177-3AD203B41FA5}">
                      <a16:colId xmlns:a16="http://schemas.microsoft.com/office/drawing/2014/main" val="20000"/>
                    </a:ext>
                  </a:extLst>
                </a:gridCol>
                <a:gridCol w="2109960">
                  <a:extLst>
                    <a:ext uri="{9D8B030D-6E8A-4147-A177-3AD203B41FA5}">
                      <a16:colId xmlns:a16="http://schemas.microsoft.com/office/drawing/2014/main" val="20001"/>
                    </a:ext>
                  </a:extLst>
                </a:gridCol>
                <a:gridCol w="2109960">
                  <a:extLst>
                    <a:ext uri="{9D8B030D-6E8A-4147-A177-3AD203B41FA5}">
                      <a16:colId xmlns:a16="http://schemas.microsoft.com/office/drawing/2014/main" val="20002"/>
                    </a:ext>
                  </a:extLst>
                </a:gridCol>
                <a:gridCol w="2109960">
                  <a:extLst>
                    <a:ext uri="{9D8B030D-6E8A-4147-A177-3AD203B41FA5}">
                      <a16:colId xmlns:a16="http://schemas.microsoft.com/office/drawing/2014/main" val="20003"/>
                    </a:ext>
                  </a:extLst>
                </a:gridCol>
              </a:tblGrid>
              <a:tr h="491040">
                <a:tc>
                  <a:txBody>
                    <a:bodyPr/>
                    <a:lstStyle/>
                    <a:p>
                      <a:pPr algn="ctr">
                        <a:lnSpc>
                          <a:spcPts val="1891"/>
                        </a:lnSpc>
                        <a:spcBef>
                          <a:spcPts val="601"/>
                        </a:spcBef>
                      </a:pPr>
                      <a:r>
                        <a:rPr lang="en-US" sz="2400" b="1" u="none" strike="noStrike">
                          <a:solidFill>
                            <a:schemeClr val="lt2"/>
                          </a:solidFill>
                          <a:effectLst/>
                          <a:uFillTx/>
                          <a:latin typeface="Arial"/>
                          <a:ea typeface="Arial"/>
                        </a:rPr>
                        <a:t>Label </a:t>
                      </a:r>
                      <a:endParaRPr lang="en-US" sz="2400" b="0" u="none" strike="noStrike">
                        <a:solidFill>
                          <a:srgbClr val="000000"/>
                        </a:solidFill>
                        <a:effectLst/>
                        <a:uFillTx/>
                        <a:latin typeface="Arial"/>
                      </a:endParaRPr>
                    </a:p>
                  </a:txBody>
                  <a:tcPr anchor="ctr">
                    <a:lnL w="12240">
                      <a:noFill/>
                      <a:prstDash val="solid"/>
                    </a:lnL>
                    <a:lnR w="12240">
                      <a:noFill/>
                      <a:prstDash val="solid"/>
                    </a:lnR>
                    <a:lnT w="38160">
                      <a:solidFill>
                        <a:srgbClr val="9C6114"/>
                      </a:solidFill>
                      <a:prstDash val="solid"/>
                    </a:lnT>
                    <a:lnB w="38160">
                      <a:solidFill>
                        <a:srgbClr val="9C6114"/>
                      </a:solidFill>
                      <a:prstDash val="solid"/>
                    </a:lnB>
                    <a:noFill/>
                  </a:tcPr>
                </a:tc>
                <a:tc>
                  <a:txBody>
                    <a:bodyPr/>
                    <a:lstStyle/>
                    <a:p>
                      <a:pPr algn="ctr">
                        <a:lnSpc>
                          <a:spcPts val="1891"/>
                        </a:lnSpc>
                        <a:spcBef>
                          <a:spcPts val="601"/>
                        </a:spcBef>
                      </a:pPr>
                      <a:r>
                        <a:rPr lang="en-US" sz="2400" b="1" u="none" strike="noStrike">
                          <a:solidFill>
                            <a:schemeClr val="lt2"/>
                          </a:solidFill>
                          <a:effectLst/>
                          <a:uFillTx/>
                          <a:latin typeface="Arial"/>
                          <a:ea typeface="Arial"/>
                        </a:rPr>
                        <a:t>Train </a:t>
                      </a:r>
                      <a:endParaRPr lang="en-US" sz="2400" b="0" u="none" strike="noStrike">
                        <a:solidFill>
                          <a:srgbClr val="000000"/>
                        </a:solidFill>
                        <a:effectLst/>
                        <a:uFillTx/>
                        <a:latin typeface="Arial"/>
                      </a:endParaRPr>
                    </a:p>
                  </a:txBody>
                  <a:tcPr anchor="ctr">
                    <a:lnL w="12240">
                      <a:noFill/>
                      <a:prstDash val="solid"/>
                    </a:lnL>
                    <a:lnR w="12240">
                      <a:noFill/>
                      <a:prstDash val="solid"/>
                    </a:lnR>
                    <a:lnT w="38160">
                      <a:solidFill>
                        <a:srgbClr val="9C6114"/>
                      </a:solidFill>
                      <a:prstDash val="solid"/>
                    </a:lnT>
                    <a:lnB w="38160">
                      <a:solidFill>
                        <a:srgbClr val="9C6114"/>
                      </a:solidFill>
                      <a:prstDash val="solid"/>
                    </a:lnB>
                    <a:noFill/>
                  </a:tcPr>
                </a:tc>
                <a:tc>
                  <a:txBody>
                    <a:bodyPr/>
                    <a:lstStyle/>
                    <a:p>
                      <a:pPr algn="ctr">
                        <a:lnSpc>
                          <a:spcPts val="1891"/>
                        </a:lnSpc>
                        <a:spcBef>
                          <a:spcPts val="601"/>
                        </a:spcBef>
                      </a:pPr>
                      <a:r>
                        <a:rPr lang="en-US" sz="2400" b="1" u="none" strike="noStrike">
                          <a:solidFill>
                            <a:schemeClr val="lt2"/>
                          </a:solidFill>
                          <a:effectLst/>
                          <a:uFillTx/>
                          <a:latin typeface="Arial"/>
                          <a:ea typeface="Arial"/>
                        </a:rPr>
                        <a:t>Validation </a:t>
                      </a:r>
                      <a:endParaRPr lang="en-US" sz="2400" b="0" u="none" strike="noStrike">
                        <a:solidFill>
                          <a:srgbClr val="000000"/>
                        </a:solidFill>
                        <a:effectLst/>
                        <a:uFillTx/>
                        <a:latin typeface="Arial"/>
                      </a:endParaRPr>
                    </a:p>
                  </a:txBody>
                  <a:tcPr anchor="ctr">
                    <a:lnL w="12240">
                      <a:noFill/>
                      <a:prstDash val="solid"/>
                    </a:lnL>
                    <a:lnR w="12240">
                      <a:noFill/>
                      <a:prstDash val="solid"/>
                    </a:lnR>
                    <a:lnT w="38160">
                      <a:solidFill>
                        <a:srgbClr val="9C6114"/>
                      </a:solidFill>
                      <a:prstDash val="solid"/>
                    </a:lnT>
                    <a:lnB w="38160">
                      <a:solidFill>
                        <a:srgbClr val="9C6114"/>
                      </a:solidFill>
                      <a:prstDash val="solid"/>
                    </a:lnB>
                    <a:noFill/>
                  </a:tcPr>
                </a:tc>
                <a:tc>
                  <a:txBody>
                    <a:bodyPr/>
                    <a:lstStyle/>
                    <a:p>
                      <a:pPr algn="ctr">
                        <a:lnSpc>
                          <a:spcPts val="1891"/>
                        </a:lnSpc>
                        <a:spcBef>
                          <a:spcPts val="601"/>
                        </a:spcBef>
                      </a:pPr>
                      <a:r>
                        <a:rPr lang="en-US" sz="2400" b="1" u="none" strike="noStrike">
                          <a:solidFill>
                            <a:schemeClr val="lt2"/>
                          </a:solidFill>
                          <a:effectLst/>
                          <a:uFillTx/>
                          <a:latin typeface="Arial"/>
                          <a:ea typeface="Arial"/>
                        </a:rPr>
                        <a:t>Test </a:t>
                      </a:r>
                      <a:endParaRPr lang="en-US" sz="2400" b="0" u="none" strike="noStrike">
                        <a:solidFill>
                          <a:srgbClr val="000000"/>
                        </a:solidFill>
                        <a:effectLst/>
                        <a:uFillTx/>
                        <a:latin typeface="Arial"/>
                      </a:endParaRPr>
                    </a:p>
                  </a:txBody>
                  <a:tcPr anchor="ctr">
                    <a:lnL w="12240">
                      <a:noFill/>
                      <a:prstDash val="solid"/>
                    </a:lnL>
                    <a:lnR w="12240">
                      <a:noFill/>
                      <a:prstDash val="solid"/>
                    </a:lnR>
                    <a:lnT w="38160">
                      <a:solidFill>
                        <a:srgbClr val="9C6114"/>
                      </a:solidFill>
                      <a:prstDash val="solid"/>
                    </a:lnT>
                    <a:lnB w="38160">
                      <a:solidFill>
                        <a:srgbClr val="9C6114"/>
                      </a:solidFill>
                      <a:prstDash val="solid"/>
                    </a:lnB>
                    <a:noFill/>
                  </a:tcPr>
                </a:tc>
                <a:extLst>
                  <a:ext uri="{0D108BD9-81ED-4DB2-BD59-A6C34878D82A}">
                    <a16:rowId xmlns:a16="http://schemas.microsoft.com/office/drawing/2014/main" val="10000"/>
                  </a:ext>
                </a:extLst>
              </a:tr>
              <a:tr h="876240">
                <a:tc>
                  <a:txBody>
                    <a:bodyPr/>
                    <a:lstStyle/>
                    <a:p>
                      <a:pPr algn="ctr">
                        <a:lnSpc>
                          <a:spcPts val="1891"/>
                        </a:lnSpc>
                        <a:spcBef>
                          <a:spcPts val="601"/>
                        </a:spcBef>
                      </a:pPr>
                      <a:r>
                        <a:rPr lang="en" sz="2400" b="0" u="none" strike="noStrike">
                          <a:solidFill>
                            <a:schemeClr val="lt2"/>
                          </a:solidFill>
                          <a:effectLst/>
                          <a:uFillTx/>
                          <a:latin typeface="Arial"/>
                          <a:ea typeface="Arial"/>
                        </a:rPr>
                        <a:t>0 </a:t>
                      </a:r>
                      <a:endParaRPr lang="en-US" sz="2400" b="0" u="none" strike="noStrike">
                        <a:solidFill>
                          <a:srgbClr val="000000"/>
                        </a:solidFill>
                        <a:effectLst/>
                        <a:uFillTx/>
                        <a:latin typeface="Arial"/>
                      </a:endParaRPr>
                    </a:p>
                  </a:txBody>
                  <a:tcPr anchor="ctr">
                    <a:lnL w="12240">
                      <a:noFill/>
                      <a:prstDash val="solid"/>
                    </a:lnL>
                    <a:lnR w="12240">
                      <a:noFill/>
                      <a:prstDash val="solid"/>
                    </a:lnR>
                    <a:lnT w="38160">
                      <a:solidFill>
                        <a:srgbClr val="9C6114"/>
                      </a:solidFill>
                      <a:prstDash val="solid"/>
                    </a:lnT>
                    <a:lnB w="38160">
                      <a:noFill/>
                      <a:prstDash val="solid"/>
                    </a:lnB>
                    <a:noFill/>
                  </a:tcPr>
                </a:tc>
                <a:tc>
                  <a:txBody>
                    <a:bodyPr/>
                    <a:lstStyle/>
                    <a:p>
                      <a:pPr algn="ctr">
                        <a:lnSpc>
                          <a:spcPts val="1891"/>
                        </a:lnSpc>
                        <a:spcBef>
                          <a:spcPts val="601"/>
                        </a:spcBef>
                      </a:pPr>
                      <a:r>
                        <a:rPr lang="en" sz="2400" b="0" u="none" strike="noStrike">
                          <a:solidFill>
                            <a:schemeClr val="lt2"/>
                          </a:solidFill>
                          <a:effectLst/>
                          <a:uFillTx/>
                          <a:latin typeface="Arial"/>
                          <a:ea typeface="Arial"/>
                        </a:rPr>
                        <a:t>14425</a:t>
                      </a:r>
                      <a:endParaRPr lang="en-US" sz="2400" b="0" u="none" strike="noStrike">
                        <a:solidFill>
                          <a:srgbClr val="000000"/>
                        </a:solidFill>
                        <a:effectLst/>
                        <a:uFillTx/>
                        <a:latin typeface="Arial"/>
                      </a:endParaRPr>
                    </a:p>
                    <a:p>
                      <a:pPr algn="ctr">
                        <a:lnSpc>
                          <a:spcPts val="1891"/>
                        </a:lnSpc>
                        <a:spcBef>
                          <a:spcPts val="601"/>
                        </a:spcBef>
                      </a:pPr>
                      <a:r>
                        <a:rPr lang="en" sz="2400" b="0" u="none" strike="noStrike">
                          <a:solidFill>
                            <a:schemeClr val="lt2"/>
                          </a:solidFill>
                          <a:effectLst/>
                          <a:uFillTx/>
                          <a:latin typeface="Arial"/>
                          <a:ea typeface="Arial"/>
                        </a:rPr>
                        <a:t> (46.80%</a:t>
                      </a:r>
                      <a:r>
                        <a:rPr lang="en" sz="2400" b="0" u="none" strike="noStrike">
                          <a:solidFill>
                            <a:schemeClr val="lt2"/>
                          </a:solidFill>
                          <a:effectLst/>
                          <a:uFillTx/>
                          <a:latin typeface="Arial"/>
                          <a:ea typeface="Open Sans"/>
                        </a:rPr>
                        <a:t>)</a:t>
                      </a:r>
                      <a:r>
                        <a:rPr lang="en" sz="2400" b="0" u="none" strike="noStrike">
                          <a:solidFill>
                            <a:schemeClr val="lt2"/>
                          </a:solidFill>
                          <a:effectLst/>
                          <a:uFillTx/>
                          <a:latin typeface="Arial"/>
                          <a:ea typeface="Arial"/>
                        </a:rPr>
                        <a:t> </a:t>
                      </a:r>
                      <a:endParaRPr lang="en-US" sz="2400" b="0" u="none" strike="noStrike">
                        <a:solidFill>
                          <a:srgbClr val="000000"/>
                        </a:solidFill>
                        <a:effectLst/>
                        <a:uFillTx/>
                        <a:latin typeface="Arial"/>
                      </a:endParaRPr>
                    </a:p>
                  </a:txBody>
                  <a:tcPr anchor="ctr">
                    <a:lnL w="12240">
                      <a:noFill/>
                      <a:prstDash val="solid"/>
                    </a:lnL>
                    <a:lnR w="12240">
                      <a:noFill/>
                      <a:prstDash val="solid"/>
                    </a:lnR>
                    <a:lnT w="38160">
                      <a:solidFill>
                        <a:srgbClr val="9C6114"/>
                      </a:solidFill>
                      <a:prstDash val="solid"/>
                    </a:lnT>
                    <a:lnB w="38160">
                      <a:noFill/>
                      <a:prstDash val="solid"/>
                    </a:lnB>
                    <a:noFill/>
                  </a:tcPr>
                </a:tc>
                <a:tc>
                  <a:txBody>
                    <a:bodyPr/>
                    <a:lstStyle/>
                    <a:p>
                      <a:pPr algn="ctr">
                        <a:lnSpc>
                          <a:spcPts val="1891"/>
                        </a:lnSpc>
                        <a:spcBef>
                          <a:spcPts val="601"/>
                        </a:spcBef>
                      </a:pPr>
                      <a:r>
                        <a:rPr lang="en" sz="2400" b="0" u="none" strike="noStrike">
                          <a:solidFill>
                            <a:schemeClr val="lt2"/>
                          </a:solidFill>
                          <a:effectLst/>
                          <a:uFillTx/>
                          <a:latin typeface="Arial"/>
                          <a:ea typeface="Arial"/>
                        </a:rPr>
                        <a:t>8236</a:t>
                      </a:r>
                      <a:endParaRPr lang="en-US" sz="2400" b="0" u="none" strike="noStrike">
                        <a:solidFill>
                          <a:srgbClr val="000000"/>
                        </a:solidFill>
                        <a:effectLst/>
                        <a:uFillTx/>
                        <a:latin typeface="Arial"/>
                      </a:endParaRPr>
                    </a:p>
                    <a:p>
                      <a:pPr algn="ctr">
                        <a:lnSpc>
                          <a:spcPts val="1891"/>
                        </a:lnSpc>
                        <a:spcBef>
                          <a:spcPts val="601"/>
                        </a:spcBef>
                      </a:pPr>
                      <a:r>
                        <a:rPr lang="en" sz="2400" b="0" u="none" strike="noStrike">
                          <a:solidFill>
                            <a:schemeClr val="lt2"/>
                          </a:solidFill>
                          <a:effectLst/>
                          <a:uFillTx/>
                          <a:latin typeface="Arial"/>
                          <a:ea typeface="Arial"/>
                        </a:rPr>
                        <a:t> (50.00%) </a:t>
                      </a:r>
                      <a:endParaRPr lang="en-US" sz="2400" b="0" u="none" strike="noStrike">
                        <a:solidFill>
                          <a:srgbClr val="000000"/>
                        </a:solidFill>
                        <a:effectLst/>
                        <a:uFillTx/>
                        <a:latin typeface="Arial"/>
                      </a:endParaRPr>
                    </a:p>
                  </a:txBody>
                  <a:tcPr anchor="ctr">
                    <a:lnL w="12240">
                      <a:noFill/>
                      <a:prstDash val="solid"/>
                    </a:lnL>
                    <a:lnR w="12240">
                      <a:noFill/>
                      <a:prstDash val="solid"/>
                    </a:lnR>
                    <a:lnT w="38160">
                      <a:solidFill>
                        <a:srgbClr val="9C6114"/>
                      </a:solidFill>
                      <a:prstDash val="solid"/>
                    </a:lnT>
                    <a:lnB w="38160">
                      <a:noFill/>
                      <a:prstDash val="solid"/>
                    </a:lnB>
                    <a:noFill/>
                  </a:tcPr>
                </a:tc>
                <a:tc>
                  <a:txBody>
                    <a:bodyPr/>
                    <a:lstStyle/>
                    <a:p>
                      <a:pPr algn="ctr">
                        <a:lnSpc>
                          <a:spcPts val="1891"/>
                        </a:lnSpc>
                        <a:spcBef>
                          <a:spcPts val="601"/>
                        </a:spcBef>
                      </a:pPr>
                      <a:r>
                        <a:rPr lang="en" sz="2400" b="0" u="none" strike="noStrike">
                          <a:solidFill>
                            <a:schemeClr val="lt2"/>
                          </a:solidFill>
                          <a:effectLst/>
                          <a:uFillTx/>
                          <a:latin typeface="Arial"/>
                          <a:ea typeface="Arial"/>
                        </a:rPr>
                        <a:t>8186 </a:t>
                      </a:r>
                      <a:endParaRPr lang="en-US" sz="2400" b="0" u="none" strike="noStrike">
                        <a:solidFill>
                          <a:srgbClr val="000000"/>
                        </a:solidFill>
                        <a:effectLst/>
                        <a:uFillTx/>
                        <a:latin typeface="Arial"/>
                      </a:endParaRPr>
                    </a:p>
                    <a:p>
                      <a:pPr algn="ctr">
                        <a:lnSpc>
                          <a:spcPts val="1891"/>
                        </a:lnSpc>
                        <a:spcBef>
                          <a:spcPts val="601"/>
                        </a:spcBef>
                      </a:pPr>
                      <a:r>
                        <a:rPr lang="en" sz="2400" b="0" u="none" strike="noStrike">
                          <a:solidFill>
                            <a:schemeClr val="lt2"/>
                          </a:solidFill>
                          <a:effectLst/>
                          <a:uFillTx/>
                          <a:latin typeface="Arial"/>
                          <a:ea typeface="Arial"/>
                        </a:rPr>
                        <a:t>(49.94%) </a:t>
                      </a:r>
                      <a:endParaRPr lang="en-US" sz="2400" b="0" u="none" strike="noStrike">
                        <a:solidFill>
                          <a:srgbClr val="000000"/>
                        </a:solidFill>
                        <a:effectLst/>
                        <a:uFillTx/>
                        <a:latin typeface="Arial"/>
                      </a:endParaRPr>
                    </a:p>
                  </a:txBody>
                  <a:tcPr anchor="ctr">
                    <a:lnL w="12240">
                      <a:noFill/>
                      <a:prstDash val="solid"/>
                    </a:lnL>
                    <a:lnR w="12240">
                      <a:noFill/>
                      <a:prstDash val="solid"/>
                    </a:lnR>
                    <a:lnT w="38160">
                      <a:solidFill>
                        <a:srgbClr val="9C6114"/>
                      </a:solidFill>
                      <a:prstDash val="solid"/>
                    </a:lnT>
                    <a:lnB w="38160">
                      <a:noFill/>
                      <a:prstDash val="solid"/>
                    </a:lnB>
                    <a:noFill/>
                  </a:tcPr>
                </a:tc>
                <a:extLst>
                  <a:ext uri="{0D108BD9-81ED-4DB2-BD59-A6C34878D82A}">
                    <a16:rowId xmlns:a16="http://schemas.microsoft.com/office/drawing/2014/main" val="10001"/>
                  </a:ext>
                </a:extLst>
              </a:tr>
              <a:tr h="876240">
                <a:tc>
                  <a:txBody>
                    <a:bodyPr/>
                    <a:lstStyle/>
                    <a:p>
                      <a:pPr algn="ctr">
                        <a:lnSpc>
                          <a:spcPts val="1891"/>
                        </a:lnSpc>
                        <a:spcBef>
                          <a:spcPts val="601"/>
                        </a:spcBef>
                      </a:pPr>
                      <a:r>
                        <a:rPr lang="en" sz="2400" b="0" u="none" strike="noStrike">
                          <a:solidFill>
                            <a:schemeClr val="lt2"/>
                          </a:solidFill>
                          <a:effectLst/>
                          <a:uFillTx/>
                          <a:latin typeface="Arial"/>
                          <a:ea typeface="Arial"/>
                        </a:rPr>
                        <a:t>1 </a:t>
                      </a:r>
                      <a:endParaRPr lang="en-US" sz="2400" b="0" u="none" strike="noStrike">
                        <a:solidFill>
                          <a:srgbClr val="000000"/>
                        </a:solidFill>
                        <a:effectLst/>
                        <a:uFillTx/>
                        <a:latin typeface="Arial"/>
                      </a:endParaRPr>
                    </a:p>
                  </a:txBody>
                  <a:tcPr anchor="ctr">
                    <a:lnL w="12240">
                      <a:noFill/>
                      <a:prstDash val="solid"/>
                    </a:lnL>
                    <a:lnR w="12240">
                      <a:noFill/>
                      <a:prstDash val="solid"/>
                    </a:lnR>
                    <a:lnT w="12240">
                      <a:noFill/>
                      <a:prstDash val="solid"/>
                    </a:lnT>
                    <a:lnB w="12240">
                      <a:noFill/>
                      <a:prstDash val="solid"/>
                    </a:lnB>
                    <a:noFill/>
                  </a:tcPr>
                </a:tc>
                <a:tc>
                  <a:txBody>
                    <a:bodyPr/>
                    <a:lstStyle/>
                    <a:p>
                      <a:pPr algn="ctr">
                        <a:lnSpc>
                          <a:spcPts val="1891"/>
                        </a:lnSpc>
                        <a:spcBef>
                          <a:spcPts val="601"/>
                        </a:spcBef>
                      </a:pPr>
                      <a:r>
                        <a:rPr lang="en" sz="2400" b="0" u="none" strike="noStrike">
                          <a:solidFill>
                            <a:schemeClr val="lt2"/>
                          </a:solidFill>
                          <a:effectLst/>
                          <a:uFillTx/>
                          <a:latin typeface="Arial"/>
                          <a:ea typeface="Arial"/>
                        </a:rPr>
                        <a:t>16400</a:t>
                      </a:r>
                      <a:endParaRPr lang="en-US" sz="2400" b="0" u="none" strike="noStrike">
                        <a:solidFill>
                          <a:srgbClr val="000000"/>
                        </a:solidFill>
                        <a:effectLst/>
                        <a:uFillTx/>
                        <a:latin typeface="Arial"/>
                      </a:endParaRPr>
                    </a:p>
                    <a:p>
                      <a:pPr algn="ctr">
                        <a:lnSpc>
                          <a:spcPts val="1891"/>
                        </a:lnSpc>
                        <a:spcBef>
                          <a:spcPts val="601"/>
                        </a:spcBef>
                      </a:pPr>
                      <a:r>
                        <a:rPr lang="en" sz="2400" b="0" u="none" strike="noStrike">
                          <a:solidFill>
                            <a:schemeClr val="lt2"/>
                          </a:solidFill>
                          <a:effectLst/>
                          <a:uFillTx/>
                          <a:latin typeface="Arial"/>
                          <a:ea typeface="Arial"/>
                        </a:rPr>
                        <a:t> (53.20%) </a:t>
                      </a:r>
                      <a:endParaRPr lang="en-US" sz="2400" b="0" u="none" strike="noStrike">
                        <a:solidFill>
                          <a:srgbClr val="000000"/>
                        </a:solidFill>
                        <a:effectLst/>
                        <a:uFillTx/>
                        <a:latin typeface="Arial"/>
                      </a:endParaRPr>
                    </a:p>
                  </a:txBody>
                  <a:tcPr anchor="ctr">
                    <a:lnL w="12240">
                      <a:noFill/>
                      <a:prstDash val="solid"/>
                    </a:lnL>
                    <a:lnR w="12240">
                      <a:noFill/>
                      <a:prstDash val="solid"/>
                    </a:lnR>
                    <a:lnT w="12240">
                      <a:noFill/>
                      <a:prstDash val="solid"/>
                    </a:lnT>
                    <a:lnB w="12240">
                      <a:noFill/>
                      <a:prstDash val="solid"/>
                    </a:lnB>
                    <a:noFill/>
                  </a:tcPr>
                </a:tc>
                <a:tc>
                  <a:txBody>
                    <a:bodyPr/>
                    <a:lstStyle/>
                    <a:p>
                      <a:pPr algn="ctr">
                        <a:lnSpc>
                          <a:spcPts val="1891"/>
                        </a:lnSpc>
                        <a:spcBef>
                          <a:spcPts val="601"/>
                        </a:spcBef>
                      </a:pPr>
                      <a:r>
                        <a:rPr lang="en" sz="2400" b="0" u="none" strike="noStrike">
                          <a:solidFill>
                            <a:schemeClr val="lt2"/>
                          </a:solidFill>
                          <a:effectLst/>
                          <a:uFillTx/>
                          <a:latin typeface="Arial"/>
                          <a:ea typeface="Arial"/>
                        </a:rPr>
                        <a:t>8236</a:t>
                      </a:r>
                      <a:endParaRPr lang="en-US" sz="2400" b="0" u="none" strike="noStrike">
                        <a:solidFill>
                          <a:srgbClr val="000000"/>
                        </a:solidFill>
                        <a:effectLst/>
                        <a:uFillTx/>
                        <a:latin typeface="Arial"/>
                      </a:endParaRPr>
                    </a:p>
                    <a:p>
                      <a:pPr algn="ctr">
                        <a:lnSpc>
                          <a:spcPts val="1891"/>
                        </a:lnSpc>
                        <a:spcBef>
                          <a:spcPts val="601"/>
                        </a:spcBef>
                      </a:pPr>
                      <a:r>
                        <a:rPr lang="en" sz="2400" b="0" u="none" strike="noStrike">
                          <a:solidFill>
                            <a:schemeClr val="lt2"/>
                          </a:solidFill>
                          <a:effectLst/>
                          <a:uFillTx/>
                          <a:latin typeface="Arial"/>
                          <a:ea typeface="Arial"/>
                        </a:rPr>
                        <a:t> (50.00%) </a:t>
                      </a:r>
                      <a:endParaRPr lang="en-US" sz="2400" b="0" u="none" strike="noStrike">
                        <a:solidFill>
                          <a:srgbClr val="000000"/>
                        </a:solidFill>
                        <a:effectLst/>
                        <a:uFillTx/>
                        <a:latin typeface="Arial"/>
                      </a:endParaRPr>
                    </a:p>
                  </a:txBody>
                  <a:tcPr anchor="ctr">
                    <a:lnL w="12240">
                      <a:noFill/>
                      <a:prstDash val="solid"/>
                    </a:lnL>
                    <a:lnR w="12240">
                      <a:noFill/>
                      <a:prstDash val="solid"/>
                    </a:lnR>
                    <a:lnT w="12240">
                      <a:noFill/>
                      <a:prstDash val="solid"/>
                    </a:lnT>
                    <a:lnB w="12240">
                      <a:noFill/>
                      <a:prstDash val="solid"/>
                    </a:lnB>
                    <a:noFill/>
                  </a:tcPr>
                </a:tc>
                <a:tc>
                  <a:txBody>
                    <a:bodyPr/>
                    <a:lstStyle/>
                    <a:p>
                      <a:pPr algn="ctr">
                        <a:lnSpc>
                          <a:spcPts val="1891"/>
                        </a:lnSpc>
                        <a:spcBef>
                          <a:spcPts val="601"/>
                        </a:spcBef>
                      </a:pPr>
                      <a:r>
                        <a:rPr lang="en" sz="2400" b="0" u="none" strike="noStrike">
                          <a:solidFill>
                            <a:schemeClr val="lt2"/>
                          </a:solidFill>
                          <a:effectLst/>
                          <a:uFillTx/>
                          <a:latin typeface="Arial"/>
                          <a:ea typeface="Arial"/>
                        </a:rPr>
                        <a:t>8206</a:t>
                      </a:r>
                      <a:endParaRPr lang="en-US" sz="2400" b="0" u="none" strike="noStrike">
                        <a:solidFill>
                          <a:srgbClr val="000000"/>
                        </a:solidFill>
                        <a:effectLst/>
                        <a:uFillTx/>
                        <a:latin typeface="Arial"/>
                      </a:endParaRPr>
                    </a:p>
                    <a:p>
                      <a:pPr algn="ctr">
                        <a:lnSpc>
                          <a:spcPts val="1891"/>
                        </a:lnSpc>
                        <a:spcBef>
                          <a:spcPts val="601"/>
                        </a:spcBef>
                      </a:pPr>
                      <a:r>
                        <a:rPr lang="en" sz="2400" b="0" u="none" strike="noStrike">
                          <a:solidFill>
                            <a:schemeClr val="lt2"/>
                          </a:solidFill>
                          <a:effectLst/>
                          <a:uFillTx/>
                          <a:latin typeface="Arial"/>
                          <a:ea typeface="Arial"/>
                        </a:rPr>
                        <a:t> (50.06%) </a:t>
                      </a:r>
                      <a:endParaRPr lang="en-US" sz="2400" b="0" u="none" strike="noStrike">
                        <a:solidFill>
                          <a:srgbClr val="000000"/>
                        </a:solidFill>
                        <a:effectLst/>
                        <a:uFillTx/>
                        <a:latin typeface="Arial"/>
                      </a:endParaRPr>
                    </a:p>
                  </a:txBody>
                  <a:tcPr anchor="ctr">
                    <a:lnL w="12240">
                      <a:noFill/>
                      <a:prstDash val="solid"/>
                    </a:lnL>
                    <a:lnR w="12240">
                      <a:noFill/>
                      <a:prstDash val="solid"/>
                    </a:lnR>
                    <a:lnT w="12240">
                      <a:noFill/>
                      <a:prstDash val="solid"/>
                    </a:lnT>
                    <a:lnB w="12240">
                      <a:noFill/>
                      <a:prstDash val="solid"/>
                    </a:lnB>
                    <a:noFill/>
                  </a:tcPr>
                </a:tc>
                <a:extLst>
                  <a:ext uri="{0D108BD9-81ED-4DB2-BD59-A6C34878D82A}">
                    <a16:rowId xmlns:a16="http://schemas.microsoft.com/office/drawing/2014/main" val="10002"/>
                  </a:ext>
                </a:extLst>
              </a:tr>
              <a:tr h="491040">
                <a:tc>
                  <a:txBody>
                    <a:bodyPr/>
                    <a:lstStyle/>
                    <a:p>
                      <a:pPr algn="ctr">
                        <a:lnSpc>
                          <a:spcPts val="1891"/>
                        </a:lnSpc>
                        <a:spcBef>
                          <a:spcPts val="601"/>
                        </a:spcBef>
                      </a:pPr>
                      <a:r>
                        <a:rPr lang="en-US" sz="2400" b="0" u="none" strike="noStrike">
                          <a:solidFill>
                            <a:schemeClr val="lt2"/>
                          </a:solidFill>
                          <a:effectLst/>
                          <a:uFillTx/>
                          <a:latin typeface="Arial"/>
                          <a:ea typeface="Arial"/>
                        </a:rPr>
                        <a:t>total </a:t>
                      </a:r>
                      <a:endParaRPr lang="en-US" sz="2400" b="0" u="none" strike="noStrike">
                        <a:solidFill>
                          <a:srgbClr val="000000"/>
                        </a:solidFill>
                        <a:effectLst/>
                        <a:uFillTx/>
                        <a:latin typeface="Arial"/>
                      </a:endParaRPr>
                    </a:p>
                  </a:txBody>
                  <a:tcPr anchor="ctr">
                    <a:lnL w="12240">
                      <a:noFill/>
                      <a:prstDash val="solid"/>
                    </a:lnL>
                    <a:lnR w="12240">
                      <a:noFill/>
                      <a:prstDash val="solid"/>
                    </a:lnR>
                    <a:lnT w="12240">
                      <a:noFill/>
                      <a:prstDash val="solid"/>
                    </a:lnT>
                    <a:lnB w="38160">
                      <a:solidFill>
                        <a:srgbClr val="9C6114"/>
                      </a:solidFill>
                      <a:prstDash val="solid"/>
                    </a:lnB>
                    <a:noFill/>
                  </a:tcPr>
                </a:tc>
                <a:tc>
                  <a:txBody>
                    <a:bodyPr/>
                    <a:lstStyle/>
                    <a:p>
                      <a:pPr algn="ctr">
                        <a:lnSpc>
                          <a:spcPts val="1891"/>
                        </a:lnSpc>
                        <a:spcBef>
                          <a:spcPts val="601"/>
                        </a:spcBef>
                      </a:pPr>
                      <a:r>
                        <a:rPr lang="en" sz="2400" b="0" u="none" strike="noStrike">
                          <a:solidFill>
                            <a:schemeClr val="lt2"/>
                          </a:solidFill>
                          <a:effectLst/>
                          <a:uFillTx/>
                          <a:latin typeface="Arial"/>
                          <a:ea typeface="Arial"/>
                        </a:rPr>
                        <a:t>30825 </a:t>
                      </a:r>
                      <a:endParaRPr lang="en-US" sz="2400" b="0" u="none" strike="noStrike">
                        <a:solidFill>
                          <a:srgbClr val="000000"/>
                        </a:solidFill>
                        <a:effectLst/>
                        <a:uFillTx/>
                        <a:latin typeface="Arial"/>
                      </a:endParaRPr>
                    </a:p>
                  </a:txBody>
                  <a:tcPr anchor="ctr">
                    <a:lnL w="12240">
                      <a:noFill/>
                      <a:prstDash val="solid"/>
                    </a:lnL>
                    <a:lnR w="12240">
                      <a:noFill/>
                      <a:prstDash val="solid"/>
                    </a:lnR>
                    <a:lnT w="12240">
                      <a:noFill/>
                      <a:prstDash val="solid"/>
                    </a:lnT>
                    <a:lnB w="38160">
                      <a:solidFill>
                        <a:srgbClr val="9C6114"/>
                      </a:solidFill>
                      <a:prstDash val="solid"/>
                    </a:lnB>
                    <a:noFill/>
                  </a:tcPr>
                </a:tc>
                <a:tc>
                  <a:txBody>
                    <a:bodyPr/>
                    <a:lstStyle/>
                    <a:p>
                      <a:pPr algn="ctr">
                        <a:lnSpc>
                          <a:spcPts val="1891"/>
                        </a:lnSpc>
                        <a:spcBef>
                          <a:spcPts val="601"/>
                        </a:spcBef>
                      </a:pPr>
                      <a:r>
                        <a:rPr lang="en" sz="2400" b="0" u="none" strike="noStrike">
                          <a:solidFill>
                            <a:schemeClr val="lt2"/>
                          </a:solidFill>
                          <a:effectLst/>
                          <a:uFillTx/>
                          <a:latin typeface="Arial"/>
                          <a:ea typeface="Arial"/>
                        </a:rPr>
                        <a:t>16472 </a:t>
                      </a:r>
                      <a:endParaRPr lang="en-US" sz="2400" b="0" u="none" strike="noStrike">
                        <a:solidFill>
                          <a:srgbClr val="000000"/>
                        </a:solidFill>
                        <a:effectLst/>
                        <a:uFillTx/>
                        <a:latin typeface="Arial"/>
                      </a:endParaRPr>
                    </a:p>
                  </a:txBody>
                  <a:tcPr anchor="ctr">
                    <a:lnL w="12240">
                      <a:noFill/>
                      <a:prstDash val="solid"/>
                    </a:lnL>
                    <a:lnR w="12240">
                      <a:noFill/>
                      <a:prstDash val="solid"/>
                    </a:lnR>
                    <a:lnT w="12240">
                      <a:noFill/>
                      <a:prstDash val="solid"/>
                    </a:lnT>
                    <a:lnB w="38160">
                      <a:solidFill>
                        <a:srgbClr val="9C6114"/>
                      </a:solidFill>
                      <a:prstDash val="solid"/>
                    </a:lnB>
                    <a:noFill/>
                  </a:tcPr>
                </a:tc>
                <a:tc>
                  <a:txBody>
                    <a:bodyPr/>
                    <a:lstStyle/>
                    <a:p>
                      <a:pPr algn="ctr">
                        <a:lnSpc>
                          <a:spcPts val="1891"/>
                        </a:lnSpc>
                        <a:spcBef>
                          <a:spcPts val="601"/>
                        </a:spcBef>
                      </a:pPr>
                      <a:r>
                        <a:rPr lang="en" sz="2400" b="0" u="none" strike="noStrike">
                          <a:solidFill>
                            <a:schemeClr val="lt2"/>
                          </a:solidFill>
                          <a:effectLst/>
                          <a:uFillTx/>
                          <a:latin typeface="Arial"/>
                          <a:ea typeface="Arial"/>
                        </a:rPr>
                        <a:t>16392 </a:t>
                      </a:r>
                      <a:endParaRPr lang="en-US" sz="2400" b="0" u="none" strike="noStrike">
                        <a:solidFill>
                          <a:srgbClr val="000000"/>
                        </a:solidFill>
                        <a:effectLst/>
                        <a:uFillTx/>
                        <a:latin typeface="Arial"/>
                      </a:endParaRPr>
                    </a:p>
                  </a:txBody>
                  <a:tcPr anchor="ctr">
                    <a:lnL w="12240">
                      <a:noFill/>
                      <a:prstDash val="solid"/>
                    </a:lnL>
                    <a:lnR w="12240">
                      <a:noFill/>
                      <a:prstDash val="solid"/>
                    </a:lnR>
                    <a:lnT w="12240">
                      <a:noFill/>
                      <a:prstDash val="solid"/>
                    </a:lnT>
                    <a:lnB w="38160">
                      <a:solidFill>
                        <a:srgbClr val="9C6114"/>
                      </a:solidFill>
                      <a:prstDash val="solid"/>
                    </a:lnB>
                    <a:noFill/>
                  </a:tcPr>
                </a:tc>
                <a:extLst>
                  <a:ext uri="{0D108BD9-81ED-4DB2-BD59-A6C34878D82A}">
                    <a16:rowId xmlns:a16="http://schemas.microsoft.com/office/drawing/2014/main" val="10003"/>
                  </a:ext>
                </a:extLst>
              </a:tr>
            </a:tbl>
          </a:graphicData>
        </a:graphic>
      </p:graphicFrame>
      <p:sp>
        <p:nvSpPr>
          <p:cNvPr id="248" name="TextBox 2"/>
          <p:cNvSpPr/>
          <p:nvPr/>
        </p:nvSpPr>
        <p:spPr>
          <a:xfrm>
            <a:off x="4638240" y="1937520"/>
            <a:ext cx="2915280" cy="461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US" sz="2400" b="1" u="none" strike="noStrike">
                <a:solidFill>
                  <a:schemeClr val="lt2"/>
                </a:solidFill>
                <a:effectLst/>
                <a:uFillTx/>
                <a:latin typeface="Arial"/>
                <a:ea typeface="Arial"/>
              </a:rPr>
              <a:t>Samples Per Set</a:t>
            </a:r>
            <a:endParaRPr lang="en-US" sz="2400" b="0" u="none" strike="noStrike">
              <a:solidFill>
                <a:srgbClr val="000000"/>
              </a:solidFill>
              <a:effectLst/>
              <a:uFillTx/>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 name="Rectangle: Rounded Corners 16"/>
          <p:cNvSpPr/>
          <p:nvPr/>
        </p:nvSpPr>
        <p:spPr>
          <a:xfrm>
            <a:off x="6095880" y="912960"/>
            <a:ext cx="4536360" cy="5038920"/>
          </a:xfrm>
          <a:prstGeom prst="roundRect">
            <a:avLst>
              <a:gd name="adj" fmla="val 7164"/>
            </a:avLst>
          </a:prstGeom>
          <a:solidFill>
            <a:schemeClr val="lt2">
              <a:alpha val="10000"/>
            </a:schemeClr>
          </a:solidFill>
          <a:ln w="50800">
            <a:noFill/>
          </a:ln>
        </p:spPr>
        <p:style>
          <a:lnRef idx="2">
            <a:schemeClr val="accent1">
              <a:shade val="15000"/>
            </a:schemeClr>
          </a:lnRef>
          <a:fillRef idx="1">
            <a:schemeClr val="accent1"/>
          </a:fillRef>
          <a:effectRef idx="0">
            <a:schemeClr val="accent1"/>
          </a:effectRef>
          <a:fontRef idx="minor"/>
        </p:style>
        <p:txBody>
          <a:bodyPr lIns="0" tIns="0" rIns="0" bIns="0" anchor="ctr">
            <a:noAutofit/>
          </a:bodyPr>
          <a:lstStyle/>
          <a:p>
            <a:pPr algn="ctr">
              <a:lnSpc>
                <a:spcPct val="100000"/>
              </a:lnSpc>
            </a:pPr>
            <a:endParaRPr lang="en-SE" sz="2400" b="0" u="none" strike="noStrike">
              <a:solidFill>
                <a:schemeClr val="lt2"/>
              </a:solidFill>
              <a:effectLst/>
              <a:uFillTx/>
              <a:latin typeface="Arial"/>
              <a:ea typeface="Arial"/>
            </a:endParaRPr>
          </a:p>
        </p:txBody>
      </p:sp>
      <p:sp>
        <p:nvSpPr>
          <p:cNvPr id="250" name="PlaceHolder 1"/>
          <p:cNvSpPr>
            <a:spLocks noGrp="1"/>
          </p:cNvSpPr>
          <p:nvPr>
            <p:ph type="title"/>
          </p:nvPr>
        </p:nvSpPr>
        <p:spPr>
          <a:xfrm>
            <a:off x="1148040" y="3432600"/>
            <a:ext cx="10509120" cy="613080"/>
          </a:xfrm>
          <a:prstGeom prst="rect">
            <a:avLst/>
          </a:prstGeom>
          <a:noFill/>
          <a:ln w="0">
            <a:noFill/>
          </a:ln>
        </p:spPr>
        <p:txBody>
          <a:bodyPr lIns="91440" tIns="45720" rIns="91440" bIns="45720" anchor="t">
            <a:noAutofit/>
          </a:bodyPr>
          <a:lstStyle/>
          <a:p>
            <a:pPr indent="0">
              <a:lnSpc>
                <a:spcPct val="100000"/>
              </a:lnSpc>
              <a:buNone/>
              <a:tabLst>
                <a:tab pos="0" algn="l"/>
              </a:tabLst>
            </a:pPr>
            <a:r>
              <a:rPr lang="en-US" sz="3500" b="0" u="none" strike="noStrike">
                <a:solidFill>
                  <a:srgbClr val="000000"/>
                </a:solidFill>
                <a:effectLst/>
                <a:uFillTx/>
                <a:latin typeface="Anton"/>
                <a:ea typeface="Anton"/>
              </a:rPr>
              <a:t>On-device Training</a:t>
            </a:r>
            <a:endParaRPr lang="en-US" sz="3500" b="0" u="none" strike="noStrike">
              <a:solidFill>
                <a:srgbClr val="000000"/>
              </a:solidFill>
              <a:effectLst/>
              <a:uFillTx/>
              <a:latin typeface="Arial"/>
            </a:endParaRPr>
          </a:p>
        </p:txBody>
      </p:sp>
      <p:sp>
        <p:nvSpPr>
          <p:cNvPr id="251" name="PlaceHolder 2"/>
          <p:cNvSpPr>
            <a:spLocks noGrp="1"/>
          </p:cNvSpPr>
          <p:nvPr>
            <p:ph type="sldNum" idx="39"/>
          </p:nvPr>
        </p:nvSpPr>
        <p:spPr>
          <a:xfrm>
            <a:off x="11409120" y="6333120"/>
            <a:ext cx="731520" cy="524520"/>
          </a:xfrm>
          <a:prstGeom prst="rect">
            <a:avLst/>
          </a:prstGeom>
          <a:noFill/>
          <a:ln w="0">
            <a:noFill/>
          </a:ln>
        </p:spPr>
        <p:txBody>
          <a:bodyPr lIns="91440" tIns="91440" rIns="91440" bIns="91440" anchor="t">
            <a:noAutofit/>
          </a:bodyPr>
          <a:lstStyle>
            <a:lvl1pPr indent="0" algn="r">
              <a:lnSpc>
                <a:spcPct val="100000"/>
              </a:lnSpc>
              <a:buNone/>
              <a:tabLst>
                <a:tab pos="0" algn="l"/>
              </a:tabLst>
              <a:defRPr lang="en" sz="1300" b="0" u="none" strike="noStrike">
                <a:solidFill>
                  <a:schemeClr val="dk1"/>
                </a:solidFill>
                <a:effectLst/>
                <a:uFillTx/>
                <a:latin typeface="Arial Narrow"/>
                <a:ea typeface="Arial Narrow"/>
              </a:defRPr>
            </a:lvl1pPr>
          </a:lstStyle>
          <a:p>
            <a:pPr indent="0" algn="r">
              <a:lnSpc>
                <a:spcPct val="100000"/>
              </a:lnSpc>
              <a:buNone/>
              <a:tabLst>
                <a:tab pos="0" algn="l"/>
              </a:tabLst>
            </a:pPr>
            <a:fld id="{CB3DA27C-467A-4039-82A9-961A45EBA121}" type="slidenum">
              <a:rPr lang="en" sz="1300" b="0" u="none" strike="noStrike">
                <a:solidFill>
                  <a:schemeClr val="dk1"/>
                </a:solidFill>
                <a:effectLst/>
                <a:uFillTx/>
                <a:latin typeface="Arial Narrow"/>
                <a:ea typeface="Arial Narrow"/>
              </a:rPr>
              <a:t>6</a:t>
            </a:fld>
            <a:endParaRPr lang="en-US" sz="1300" b="0" u="none" strike="noStrike">
              <a:solidFill>
                <a:srgbClr val="000000"/>
              </a:solidFill>
              <a:effectLst/>
              <a:uFillTx/>
              <a:latin typeface="Times New Roman"/>
            </a:endParaRPr>
          </a:p>
        </p:txBody>
      </p:sp>
      <p:sp>
        <p:nvSpPr>
          <p:cNvPr id="252" name="Rectangle: Rounded Corners 1"/>
          <p:cNvSpPr/>
          <p:nvPr/>
        </p:nvSpPr>
        <p:spPr>
          <a:xfrm>
            <a:off x="6614280" y="2319840"/>
            <a:ext cx="3474360" cy="895680"/>
          </a:xfrm>
          <a:prstGeom prst="roundRect">
            <a:avLst>
              <a:gd name="adj" fmla="val 26871"/>
            </a:avLst>
          </a:prstGeom>
          <a:noFill/>
          <a:ln w="50800">
            <a:solidFill>
              <a:srgbClr val="9C6114"/>
            </a:solidFill>
            <a:round/>
          </a:ln>
        </p:spPr>
        <p:style>
          <a:lnRef idx="2">
            <a:schemeClr val="accent1">
              <a:shade val="15000"/>
            </a:schemeClr>
          </a:lnRef>
          <a:fillRef idx="1">
            <a:schemeClr val="accent1"/>
          </a:fillRef>
          <a:effectRef idx="0">
            <a:schemeClr val="accent1"/>
          </a:effectRef>
          <a:fontRef idx="minor"/>
        </p:style>
        <p:txBody>
          <a:bodyPr lIns="0" tIns="0" rIns="0" bIns="0" anchor="ctr">
            <a:noAutofit/>
          </a:bodyPr>
          <a:lstStyle/>
          <a:p>
            <a:pPr algn="ctr">
              <a:lnSpc>
                <a:spcPct val="100000"/>
              </a:lnSpc>
            </a:pPr>
            <a:r>
              <a:rPr lang="en-US" sz="2400" b="0" u="none" strike="noStrike">
                <a:solidFill>
                  <a:schemeClr val="lt2"/>
                </a:solidFill>
                <a:effectLst/>
                <a:uFillTx/>
                <a:latin typeface="Arial"/>
                <a:ea typeface="Arial"/>
              </a:rPr>
              <a:t>Data Collection</a:t>
            </a:r>
            <a:endParaRPr lang="en-US" sz="2400" b="0" u="none" strike="noStrike">
              <a:solidFill>
                <a:srgbClr val="000000"/>
              </a:solidFill>
              <a:effectLst/>
              <a:uFillTx/>
              <a:latin typeface="Arial"/>
            </a:endParaRPr>
          </a:p>
        </p:txBody>
      </p:sp>
      <p:sp>
        <p:nvSpPr>
          <p:cNvPr id="253" name="Rectangle: Rounded Corners 3"/>
          <p:cNvSpPr/>
          <p:nvPr/>
        </p:nvSpPr>
        <p:spPr>
          <a:xfrm>
            <a:off x="6614280" y="4582080"/>
            <a:ext cx="3474360" cy="895680"/>
          </a:xfrm>
          <a:prstGeom prst="roundRect">
            <a:avLst>
              <a:gd name="adj" fmla="val 26871"/>
            </a:avLst>
          </a:prstGeom>
          <a:noFill/>
          <a:ln w="50800">
            <a:solidFill>
              <a:srgbClr val="9C6114"/>
            </a:solidFill>
            <a:round/>
          </a:ln>
        </p:spPr>
        <p:style>
          <a:lnRef idx="2">
            <a:schemeClr val="accent1">
              <a:shade val="15000"/>
            </a:schemeClr>
          </a:lnRef>
          <a:fillRef idx="1">
            <a:schemeClr val="accent1"/>
          </a:fillRef>
          <a:effectRef idx="0">
            <a:schemeClr val="accent1"/>
          </a:effectRef>
          <a:fontRef idx="minor"/>
        </p:style>
        <p:txBody>
          <a:bodyPr lIns="0" tIns="0" rIns="0" bIns="0" anchor="ctr">
            <a:noAutofit/>
          </a:bodyPr>
          <a:lstStyle/>
          <a:p>
            <a:pPr algn="ctr">
              <a:lnSpc>
                <a:spcPct val="100000"/>
              </a:lnSpc>
            </a:pPr>
            <a:r>
              <a:rPr lang="en-US" sz="2400" b="0" u="none" strike="noStrike">
                <a:solidFill>
                  <a:schemeClr val="lt2"/>
                </a:solidFill>
                <a:effectLst/>
                <a:uFillTx/>
                <a:latin typeface="Arial"/>
                <a:ea typeface="Arial"/>
              </a:rPr>
              <a:t>Federated Learning</a:t>
            </a:r>
            <a:endParaRPr lang="en-US" sz="2400" b="0" u="none" strike="noStrike">
              <a:solidFill>
                <a:srgbClr val="000000"/>
              </a:solidFill>
              <a:effectLst/>
              <a:uFillTx/>
              <a:latin typeface="Arial"/>
            </a:endParaRPr>
          </a:p>
        </p:txBody>
      </p:sp>
      <p:cxnSp>
        <p:nvCxnSpPr>
          <p:cNvPr id="254" name="Straight Connector 5"/>
          <p:cNvCxnSpPr>
            <a:stCxn id="252" idx="2"/>
            <a:endCxn id="255" idx="0"/>
          </p:cNvCxnSpPr>
          <p:nvPr/>
        </p:nvCxnSpPr>
        <p:spPr>
          <a:xfrm>
            <a:off x="8351280" y="3215520"/>
            <a:ext cx="360" cy="235800"/>
          </a:xfrm>
          <a:prstGeom prst="straightConnector1">
            <a:avLst/>
          </a:prstGeom>
          <a:ln w="50800">
            <a:solidFill>
              <a:srgbClr val="9C6114"/>
            </a:solidFill>
            <a:round/>
          </a:ln>
        </p:spPr>
      </p:cxnSp>
      <p:cxnSp>
        <p:nvCxnSpPr>
          <p:cNvPr id="256" name="Straight Connector 6"/>
          <p:cNvCxnSpPr>
            <a:stCxn id="255" idx="2"/>
            <a:endCxn id="253" idx="0"/>
          </p:cNvCxnSpPr>
          <p:nvPr/>
        </p:nvCxnSpPr>
        <p:spPr>
          <a:xfrm>
            <a:off x="8351280" y="4346640"/>
            <a:ext cx="360" cy="235800"/>
          </a:xfrm>
          <a:prstGeom prst="straightConnector1">
            <a:avLst/>
          </a:prstGeom>
          <a:ln w="50800">
            <a:solidFill>
              <a:srgbClr val="9C6114"/>
            </a:solidFill>
            <a:round/>
          </a:ln>
        </p:spPr>
      </p:cxnSp>
      <p:sp>
        <p:nvSpPr>
          <p:cNvPr id="257" name="Rectangle: Rounded Corners 17"/>
          <p:cNvSpPr/>
          <p:nvPr/>
        </p:nvSpPr>
        <p:spPr>
          <a:xfrm>
            <a:off x="6626880" y="1238760"/>
            <a:ext cx="3474360" cy="714240"/>
          </a:xfrm>
          <a:prstGeom prst="roundRect">
            <a:avLst>
              <a:gd name="adj" fmla="val 50000"/>
            </a:avLst>
          </a:prstGeom>
          <a:solidFill>
            <a:schemeClr val="lt1"/>
          </a:solidFill>
          <a:ln w="50800">
            <a:noFill/>
          </a:ln>
        </p:spPr>
        <p:style>
          <a:lnRef idx="2">
            <a:schemeClr val="accent1">
              <a:shade val="15000"/>
            </a:schemeClr>
          </a:lnRef>
          <a:fillRef idx="1">
            <a:schemeClr val="accent1"/>
          </a:fillRef>
          <a:effectRef idx="0">
            <a:schemeClr val="accent1"/>
          </a:effectRef>
          <a:fontRef idx="minor"/>
        </p:style>
        <p:txBody>
          <a:bodyPr lIns="0" tIns="0" rIns="0" bIns="0" anchor="ctr">
            <a:noAutofit/>
          </a:bodyPr>
          <a:lstStyle/>
          <a:p>
            <a:pPr algn="ctr">
              <a:lnSpc>
                <a:spcPct val="100000"/>
              </a:lnSpc>
            </a:pPr>
            <a:r>
              <a:rPr lang="en-US" sz="2400" b="1" u="none" strike="noStrike">
                <a:solidFill>
                  <a:schemeClr val="lt2"/>
                </a:solidFill>
                <a:effectLst/>
                <a:uFillTx/>
                <a:latin typeface="Arial"/>
                <a:ea typeface="Arial"/>
              </a:rPr>
              <a:t>CONTENTS</a:t>
            </a:r>
            <a:endParaRPr lang="en-US" sz="2400" b="0" u="none" strike="noStrike">
              <a:solidFill>
                <a:srgbClr val="000000"/>
              </a:solidFill>
              <a:effectLst/>
              <a:uFillTx/>
              <a:latin typeface="Arial"/>
            </a:endParaRPr>
          </a:p>
        </p:txBody>
      </p:sp>
      <p:sp>
        <p:nvSpPr>
          <p:cNvPr id="255" name="Rectangle: Rounded Corners 2"/>
          <p:cNvSpPr/>
          <p:nvPr/>
        </p:nvSpPr>
        <p:spPr>
          <a:xfrm>
            <a:off x="6614280" y="3450960"/>
            <a:ext cx="3474360" cy="895680"/>
          </a:xfrm>
          <a:prstGeom prst="roundRect">
            <a:avLst>
              <a:gd name="adj" fmla="val 26871"/>
            </a:avLst>
          </a:prstGeom>
          <a:solidFill>
            <a:schemeClr val="tx2"/>
          </a:solidFill>
          <a:ln w="50800">
            <a:solidFill>
              <a:srgbClr val="9C6114"/>
            </a:solidFill>
            <a:round/>
          </a:ln>
        </p:spPr>
        <p:style>
          <a:lnRef idx="2">
            <a:schemeClr val="accent1">
              <a:shade val="15000"/>
            </a:schemeClr>
          </a:lnRef>
          <a:fillRef idx="1">
            <a:schemeClr val="accent1"/>
          </a:fillRef>
          <a:effectRef idx="0">
            <a:schemeClr val="accent1"/>
          </a:effectRef>
          <a:fontRef idx="minor"/>
        </p:style>
        <p:txBody>
          <a:bodyPr lIns="0" tIns="0" rIns="0" bIns="0" anchor="ctr">
            <a:noAutofit/>
          </a:bodyPr>
          <a:lstStyle/>
          <a:p>
            <a:pPr algn="ctr">
              <a:lnSpc>
                <a:spcPct val="100000"/>
              </a:lnSpc>
            </a:pPr>
            <a:r>
              <a:rPr lang="en-US" sz="2400" b="0" u="none" strike="noStrike">
                <a:solidFill>
                  <a:schemeClr val="lt1"/>
                </a:solidFill>
                <a:effectLst/>
                <a:uFillTx/>
                <a:latin typeface="Arial"/>
                <a:ea typeface="Arial"/>
              </a:rPr>
              <a:t>On-device Training</a:t>
            </a:r>
            <a:endParaRPr lang="en-US" sz="2400" b="0" u="none" strike="noStrike">
              <a:solidFill>
                <a:srgbClr val="FFFFFF"/>
              </a:solidFill>
              <a:effectLst/>
              <a:uFillTx/>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 name="PlaceHolder 1"/>
          <p:cNvSpPr>
            <a:spLocks noGrp="1"/>
          </p:cNvSpPr>
          <p:nvPr>
            <p:ph type="title"/>
          </p:nvPr>
        </p:nvSpPr>
        <p:spPr>
          <a:xfrm>
            <a:off x="533160" y="182520"/>
            <a:ext cx="10324800" cy="831240"/>
          </a:xfrm>
          <a:prstGeom prst="rect">
            <a:avLst/>
          </a:prstGeom>
          <a:noFill/>
          <a:ln w="0">
            <a:noFill/>
          </a:ln>
        </p:spPr>
        <p:txBody>
          <a:bodyPr lIns="216000" tIns="108000" rIns="216000" bIns="108000" anchor="t">
            <a:noAutofit/>
          </a:bodyPr>
          <a:lstStyle/>
          <a:p>
            <a:pPr indent="0">
              <a:lnSpc>
                <a:spcPct val="100000"/>
              </a:lnSpc>
              <a:spcAft>
                <a:spcPts val="1599"/>
              </a:spcAft>
              <a:buNone/>
            </a:pPr>
            <a:r>
              <a:rPr lang="en-US" sz="3500" b="0" u="none" strike="noStrike">
                <a:solidFill>
                  <a:schemeClr val="dk1"/>
                </a:solidFill>
                <a:effectLst/>
                <a:uFillTx/>
                <a:latin typeface="Anton"/>
                <a:ea typeface="Anton"/>
              </a:rPr>
              <a:t>UART Communication</a:t>
            </a:r>
            <a:endParaRPr lang="en-US" sz="3500" b="0" u="none" strike="noStrike">
              <a:solidFill>
                <a:srgbClr val="000000"/>
              </a:solidFill>
              <a:effectLst/>
              <a:uFillTx/>
              <a:latin typeface="Arial"/>
            </a:endParaRPr>
          </a:p>
        </p:txBody>
      </p:sp>
      <p:sp>
        <p:nvSpPr>
          <p:cNvPr id="259" name="PlaceHolder 2"/>
          <p:cNvSpPr>
            <a:spLocks noGrp="1"/>
          </p:cNvSpPr>
          <p:nvPr>
            <p:ph type="sldNum" idx="40"/>
          </p:nvPr>
        </p:nvSpPr>
        <p:spPr>
          <a:xfrm>
            <a:off x="11409120" y="6333120"/>
            <a:ext cx="731520" cy="524520"/>
          </a:xfrm>
          <a:prstGeom prst="rect">
            <a:avLst/>
          </a:prstGeom>
          <a:noFill/>
          <a:ln w="0">
            <a:noFill/>
          </a:ln>
        </p:spPr>
        <p:txBody>
          <a:bodyPr lIns="91440" tIns="91440" rIns="91440" bIns="91440" anchor="t">
            <a:noAutofit/>
          </a:bodyPr>
          <a:lstStyle>
            <a:lvl1pPr indent="0" algn="r">
              <a:lnSpc>
                <a:spcPct val="100000"/>
              </a:lnSpc>
              <a:buNone/>
              <a:tabLst>
                <a:tab pos="0" algn="l"/>
              </a:tabLst>
              <a:defRPr lang="en" sz="1300" b="0" u="none" strike="noStrike">
                <a:solidFill>
                  <a:schemeClr val="dk1"/>
                </a:solidFill>
                <a:effectLst/>
                <a:uFillTx/>
                <a:latin typeface="Arial Narrow"/>
                <a:ea typeface="Arial Narrow"/>
              </a:defRPr>
            </a:lvl1pPr>
          </a:lstStyle>
          <a:p>
            <a:pPr indent="0" algn="r">
              <a:lnSpc>
                <a:spcPct val="100000"/>
              </a:lnSpc>
              <a:buNone/>
              <a:tabLst>
                <a:tab pos="0" algn="l"/>
              </a:tabLst>
            </a:pPr>
            <a:fld id="{992FE203-9A8A-4036-A8CA-A66AFFE4815B}" type="slidenum">
              <a:rPr lang="en" sz="1300" b="0" u="none" strike="noStrike">
                <a:solidFill>
                  <a:schemeClr val="dk1"/>
                </a:solidFill>
                <a:effectLst/>
                <a:uFillTx/>
                <a:latin typeface="Arial Narrow"/>
                <a:ea typeface="Arial Narrow"/>
              </a:rPr>
              <a:t>7</a:t>
            </a:fld>
            <a:endParaRPr lang="en-US" sz="1300" b="0" u="none" strike="noStrike">
              <a:solidFill>
                <a:srgbClr val="000000"/>
              </a:solidFill>
              <a:effectLst/>
              <a:uFillTx/>
              <a:latin typeface="Times New Roman"/>
            </a:endParaRPr>
          </a:p>
        </p:txBody>
      </p:sp>
      <p:pic>
        <p:nvPicPr>
          <p:cNvPr id="260" name="Picture 52"/>
          <p:cNvPicPr/>
          <p:nvPr/>
        </p:nvPicPr>
        <p:blipFill>
          <a:blip r:embed="rId3"/>
          <a:stretch/>
        </p:blipFill>
        <p:spPr>
          <a:xfrm>
            <a:off x="1838520" y="1197000"/>
            <a:ext cx="8231760" cy="5398200"/>
          </a:xfrm>
          <a:prstGeom prst="rect">
            <a:avLst/>
          </a:prstGeom>
          <a:noFill/>
          <a:ln w="0">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61" name="Straight Connector 20"/>
          <p:cNvCxnSpPr/>
          <p:nvPr/>
        </p:nvCxnSpPr>
        <p:spPr>
          <a:xfrm>
            <a:off x="294480" y="2529360"/>
            <a:ext cx="11643840" cy="360"/>
          </a:xfrm>
          <a:prstGeom prst="straightConnector1">
            <a:avLst/>
          </a:prstGeom>
          <a:ln w="25400" cap="rnd">
            <a:solidFill>
              <a:srgbClr val="9C6114"/>
            </a:solidFill>
            <a:prstDash val="sysDash"/>
            <a:round/>
          </a:ln>
        </p:spPr>
      </p:cxnSp>
      <p:sp>
        <p:nvSpPr>
          <p:cNvPr id="262" name="TextBox 37"/>
          <p:cNvSpPr/>
          <p:nvPr/>
        </p:nvSpPr>
        <p:spPr>
          <a:xfrm>
            <a:off x="2525400" y="2406600"/>
            <a:ext cx="675720" cy="245880"/>
          </a:xfrm>
          <a:prstGeom prst="rect">
            <a:avLst/>
          </a:prstGeom>
          <a:solidFill>
            <a:schemeClr val="bg1"/>
          </a:solid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a:lnSpc>
                <a:spcPct val="100000"/>
              </a:lnSpc>
            </a:pPr>
            <a:r>
              <a:rPr lang="en-US" sz="1600" b="0" u="none" strike="noStrike">
                <a:solidFill>
                  <a:schemeClr val="lt2"/>
                </a:solidFill>
                <a:effectLst/>
                <a:uFillTx/>
                <a:latin typeface="Arial"/>
                <a:ea typeface="Arial"/>
              </a:rPr>
              <a:t>1 bytes</a:t>
            </a:r>
            <a:endParaRPr lang="en-US" sz="1600" b="0" u="none" strike="noStrike">
              <a:solidFill>
                <a:srgbClr val="000000"/>
              </a:solidFill>
              <a:effectLst/>
              <a:uFillTx/>
              <a:latin typeface="Arial"/>
            </a:endParaRPr>
          </a:p>
        </p:txBody>
      </p:sp>
      <p:sp>
        <p:nvSpPr>
          <p:cNvPr id="263" name="Freeform: Shape 47"/>
          <p:cNvSpPr/>
          <p:nvPr/>
        </p:nvSpPr>
        <p:spPr>
          <a:xfrm>
            <a:off x="1316160" y="2029320"/>
            <a:ext cx="3026880" cy="4645800"/>
          </a:xfrm>
          <a:custGeom>
            <a:avLst/>
            <a:gdLst>
              <a:gd name="textAreaLeft" fmla="*/ 0 w 3026880"/>
              <a:gd name="textAreaRight" fmla="*/ 3027240 w 3026880"/>
              <a:gd name="textAreaTop" fmla="*/ 0 h 4645800"/>
              <a:gd name="textAreaBottom" fmla="*/ 4646160 h 4645800"/>
              <a:gd name="GluePoint1X" fmla="*/ 2059641 w 3027382"/>
              <a:gd name="GluePoint1Y" fmla="*/ 3810 h 4828540"/>
              <a:gd name="GluePoint2X" fmla="*/ 2970231 w 3027382"/>
              <a:gd name="GluePoint2Y" fmla="*/ 853440 h 4828540"/>
              <a:gd name="GluePoint3X" fmla="*/ 2970131 w 3027382"/>
              <a:gd name="GluePoint3Y" fmla="*/ 853441 h 4828540"/>
              <a:gd name="GluePoint4X" fmla="*/ 2989157 w 3027382"/>
              <a:gd name="GluePoint4Y" fmla="*/ 866269 h 4828540"/>
              <a:gd name="GluePoint5X" fmla="*/ 3027382 w 3027382"/>
              <a:gd name="GluePoint5Y" fmla="*/ 958553 h 4828540"/>
              <a:gd name="GluePoint6X" fmla="*/ 3027382 w 3027382"/>
              <a:gd name="GluePoint6Y" fmla="*/ 4698030 h 4828540"/>
              <a:gd name="GluePoint7X" fmla="*/ 2896872 w 3027382"/>
              <a:gd name="GluePoint7Y" fmla="*/ 4828540 h 4828540"/>
              <a:gd name="GluePoint8X" fmla="*/ 130510 w 3027382"/>
              <a:gd name="GluePoint8Y" fmla="*/ 4828540 h 4828540"/>
              <a:gd name="GluePoint9X" fmla="*/ 0 w 3027382"/>
              <a:gd name="GluePoint9Y" fmla="*/ 4698030 h 4828540"/>
              <a:gd name="GluePoint10X" fmla="*/ 0 w 3027382"/>
              <a:gd name="GluePoint10Y" fmla="*/ 958553 h 4828540"/>
              <a:gd name="GluePoint11X" fmla="*/ 38225 w 3027382"/>
              <a:gd name="GluePoint11Y" fmla="*/ 866269 h 4828540"/>
              <a:gd name="GluePoint12X" fmla="*/ 38469 w 3027382"/>
              <a:gd name="GluePoint12Y" fmla="*/ 866104 h 4828540"/>
              <a:gd name="GluePoint13X" fmla="*/ 30181 w 3027382"/>
              <a:gd name="GluePoint13Y" fmla="*/ 866140 h 4828540"/>
              <a:gd name="GluePoint14X" fmla="*/ 1010621 w 3027382"/>
              <a:gd name="GluePoint14Y" fmla="*/ 0 h 4828540"/>
              <a:gd name="GluePoint15X" fmla="*/ 2059641 w 3027382"/>
              <a:gd name="GluePoint15Y" fmla="*/ 3810 h 482854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3027382" h="4828540">
                <a:moveTo>
                  <a:pt x="2059641" y="3810"/>
                </a:moveTo>
                <a:lnTo>
                  <a:pt x="2970231" y="853440"/>
                </a:lnTo>
                <a:lnTo>
                  <a:pt x="2970131" y="853441"/>
                </a:lnTo>
                <a:lnTo>
                  <a:pt x="2989157" y="866269"/>
                </a:lnTo>
                <a:cubicBezTo>
                  <a:pt x="3012775" y="889886"/>
                  <a:pt x="3027382" y="922514"/>
                  <a:pt x="3027382" y="958553"/>
                </a:cubicBezTo>
                <a:lnTo>
                  <a:pt x="3027382" y="4698030"/>
                </a:lnTo>
                <a:cubicBezTo>
                  <a:pt x="3027382" y="4770109"/>
                  <a:pt x="2968951" y="4828540"/>
                  <a:pt x="2896872" y="4828540"/>
                </a:cubicBezTo>
                <a:lnTo>
                  <a:pt x="130510" y="4828540"/>
                </a:lnTo>
                <a:cubicBezTo>
                  <a:pt x="58431" y="4828540"/>
                  <a:pt x="0" y="4770109"/>
                  <a:pt x="0" y="4698030"/>
                </a:cubicBezTo>
                <a:lnTo>
                  <a:pt x="0" y="958553"/>
                </a:lnTo>
                <a:cubicBezTo>
                  <a:pt x="0" y="922514"/>
                  <a:pt x="14608" y="889886"/>
                  <a:pt x="38225" y="866269"/>
                </a:cubicBezTo>
                <a:lnTo>
                  <a:pt x="38469" y="866104"/>
                </a:lnTo>
                <a:lnTo>
                  <a:pt x="30181" y="866140"/>
                </a:lnTo>
                <a:lnTo>
                  <a:pt x="1010621" y="0"/>
                </a:lnTo>
                <a:lnTo>
                  <a:pt x="2059641" y="3810"/>
                </a:lnTo>
                <a:close/>
              </a:path>
            </a:pathLst>
          </a:custGeom>
          <a:solidFill>
            <a:schemeClr val="lt2">
              <a:alpha val="1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endParaRPr lang="en-SE" sz="1400" b="0" u="none" strike="noStrike">
              <a:solidFill>
                <a:schemeClr val="lt1"/>
              </a:solidFill>
              <a:effectLst/>
              <a:uFillTx/>
              <a:latin typeface="Arial"/>
              <a:ea typeface="Arial"/>
            </a:endParaRPr>
          </a:p>
        </p:txBody>
      </p:sp>
      <p:sp>
        <p:nvSpPr>
          <p:cNvPr id="264" name="PlaceHolder 1"/>
          <p:cNvSpPr>
            <a:spLocks noGrp="1"/>
          </p:cNvSpPr>
          <p:nvPr>
            <p:ph type="title"/>
          </p:nvPr>
        </p:nvSpPr>
        <p:spPr>
          <a:xfrm>
            <a:off x="533160" y="182520"/>
            <a:ext cx="10324800" cy="831240"/>
          </a:xfrm>
          <a:prstGeom prst="rect">
            <a:avLst/>
          </a:prstGeom>
          <a:noFill/>
          <a:ln w="0">
            <a:noFill/>
          </a:ln>
        </p:spPr>
        <p:txBody>
          <a:bodyPr lIns="216000" tIns="108000" rIns="216000" bIns="108000" anchor="t">
            <a:noAutofit/>
          </a:bodyPr>
          <a:lstStyle/>
          <a:p>
            <a:pPr indent="0">
              <a:lnSpc>
                <a:spcPct val="100000"/>
              </a:lnSpc>
              <a:spcAft>
                <a:spcPts val="1599"/>
              </a:spcAft>
              <a:buNone/>
            </a:pPr>
            <a:r>
              <a:rPr lang="en-US" sz="3500" b="0" u="none" strike="noStrike">
                <a:solidFill>
                  <a:schemeClr val="dk1"/>
                </a:solidFill>
                <a:effectLst/>
                <a:uFillTx/>
                <a:latin typeface="Anton"/>
                <a:ea typeface="Anton"/>
              </a:rPr>
              <a:t>UART Protocal</a:t>
            </a:r>
            <a:endParaRPr lang="en-US" sz="3500" b="0" u="none" strike="noStrike">
              <a:solidFill>
                <a:srgbClr val="000000"/>
              </a:solidFill>
              <a:effectLst/>
              <a:uFillTx/>
              <a:latin typeface="Arial"/>
            </a:endParaRPr>
          </a:p>
        </p:txBody>
      </p:sp>
      <p:sp>
        <p:nvSpPr>
          <p:cNvPr id="265" name="PlaceHolder 2"/>
          <p:cNvSpPr>
            <a:spLocks noGrp="1"/>
          </p:cNvSpPr>
          <p:nvPr>
            <p:ph type="sldNum" idx="41"/>
          </p:nvPr>
        </p:nvSpPr>
        <p:spPr>
          <a:xfrm>
            <a:off x="11409120" y="6333120"/>
            <a:ext cx="731520" cy="524520"/>
          </a:xfrm>
          <a:prstGeom prst="rect">
            <a:avLst/>
          </a:prstGeom>
          <a:noFill/>
          <a:ln w="0">
            <a:noFill/>
          </a:ln>
        </p:spPr>
        <p:txBody>
          <a:bodyPr lIns="91440" tIns="91440" rIns="91440" bIns="91440" anchor="t">
            <a:noAutofit/>
          </a:bodyPr>
          <a:lstStyle>
            <a:lvl1pPr indent="0" algn="r">
              <a:lnSpc>
                <a:spcPct val="100000"/>
              </a:lnSpc>
              <a:buNone/>
              <a:tabLst>
                <a:tab pos="0" algn="l"/>
              </a:tabLst>
              <a:defRPr lang="en" sz="1300" b="0" u="none" strike="noStrike">
                <a:solidFill>
                  <a:schemeClr val="dk1"/>
                </a:solidFill>
                <a:effectLst/>
                <a:uFillTx/>
                <a:latin typeface="Arial Narrow"/>
                <a:ea typeface="Arial Narrow"/>
              </a:defRPr>
            </a:lvl1pPr>
          </a:lstStyle>
          <a:p>
            <a:pPr indent="0" algn="r">
              <a:lnSpc>
                <a:spcPct val="100000"/>
              </a:lnSpc>
              <a:buNone/>
              <a:tabLst>
                <a:tab pos="0" algn="l"/>
              </a:tabLst>
            </a:pPr>
            <a:fld id="{776F9ABC-F1D4-410B-B99C-ECEB3E556B63}" type="slidenum">
              <a:rPr lang="en" sz="1300" b="0" u="none" strike="noStrike">
                <a:solidFill>
                  <a:schemeClr val="dk1"/>
                </a:solidFill>
                <a:effectLst/>
                <a:uFillTx/>
                <a:latin typeface="Arial Narrow"/>
                <a:ea typeface="Arial Narrow"/>
              </a:rPr>
              <a:t>8</a:t>
            </a:fld>
            <a:endParaRPr lang="en-US" sz="1300" b="0" u="none" strike="noStrike">
              <a:solidFill>
                <a:srgbClr val="000000"/>
              </a:solidFill>
              <a:effectLst/>
              <a:uFillTx/>
              <a:latin typeface="Times New Roman"/>
            </a:endParaRPr>
          </a:p>
        </p:txBody>
      </p:sp>
      <p:graphicFrame>
        <p:nvGraphicFramePr>
          <p:cNvPr id="266" name="Table 53"/>
          <p:cNvGraphicFramePr/>
          <p:nvPr/>
        </p:nvGraphicFramePr>
        <p:xfrm>
          <a:off x="1500480" y="3007080"/>
          <a:ext cx="2631240" cy="3500640"/>
        </p:xfrm>
        <a:graphic>
          <a:graphicData uri="http://schemas.openxmlformats.org/drawingml/2006/table">
            <a:tbl>
              <a:tblPr/>
              <a:tblGrid>
                <a:gridCol w="955440">
                  <a:extLst>
                    <a:ext uri="{9D8B030D-6E8A-4147-A177-3AD203B41FA5}">
                      <a16:colId xmlns:a16="http://schemas.microsoft.com/office/drawing/2014/main" val="20000"/>
                    </a:ext>
                  </a:extLst>
                </a:gridCol>
                <a:gridCol w="1675800">
                  <a:extLst>
                    <a:ext uri="{9D8B030D-6E8A-4147-A177-3AD203B41FA5}">
                      <a16:colId xmlns:a16="http://schemas.microsoft.com/office/drawing/2014/main" val="20001"/>
                    </a:ext>
                  </a:extLst>
                </a:gridCol>
              </a:tblGrid>
              <a:tr h="318240">
                <a:tc>
                  <a:txBody>
                    <a:bodyPr/>
                    <a:lstStyle/>
                    <a:p>
                      <a:pPr algn="ctr">
                        <a:lnSpc>
                          <a:spcPct val="100000"/>
                        </a:lnSpc>
                      </a:pPr>
                      <a:r>
                        <a:rPr lang="en-US" sz="1400" b="1" u="none" strike="noStrike">
                          <a:solidFill>
                            <a:schemeClr val="lt2"/>
                          </a:solidFill>
                          <a:effectLst/>
                          <a:uFillTx/>
                          <a:latin typeface="Arial"/>
                          <a:ea typeface="Arial"/>
                        </a:rPr>
                        <a:t>CODE</a:t>
                      </a:r>
                      <a:endParaRPr lang="en-US" sz="1400" b="0" u="none" strike="noStrike">
                        <a:solidFill>
                          <a:srgbClr val="000000"/>
                        </a:solidFill>
                        <a:effectLst/>
                        <a:uFillTx/>
                        <a:latin typeface="Arial"/>
                      </a:endParaRPr>
                    </a:p>
                  </a:txBody>
                  <a:tcPr>
                    <a:lnL>
                      <a:noFill/>
                    </a:lnL>
                    <a:lnR>
                      <a:noFill/>
                    </a:lnR>
                    <a:lnT w="28080">
                      <a:solidFill>
                        <a:srgbClr val="9C6114"/>
                      </a:solidFill>
                      <a:prstDash val="solid"/>
                    </a:lnT>
                    <a:lnB w="28080">
                      <a:solidFill>
                        <a:srgbClr val="9C6114"/>
                      </a:solidFill>
                      <a:prstDash val="solid"/>
                    </a:lnB>
                    <a:noFill/>
                  </a:tcPr>
                </a:tc>
                <a:tc>
                  <a:txBody>
                    <a:bodyPr/>
                    <a:lstStyle/>
                    <a:p>
                      <a:pPr algn="ctr">
                        <a:lnSpc>
                          <a:spcPct val="100000"/>
                        </a:lnSpc>
                      </a:pPr>
                      <a:r>
                        <a:rPr lang="en-US" sz="1400" b="1" u="none" strike="noStrike">
                          <a:solidFill>
                            <a:schemeClr val="lt2"/>
                          </a:solidFill>
                          <a:effectLst/>
                          <a:uFillTx/>
                          <a:latin typeface="Arial"/>
                          <a:ea typeface="Arial"/>
                        </a:rPr>
                        <a:t>Meaning</a:t>
                      </a:r>
                      <a:endParaRPr lang="en-US" sz="1400" b="0" u="none" strike="noStrike">
                        <a:solidFill>
                          <a:srgbClr val="000000"/>
                        </a:solidFill>
                        <a:effectLst/>
                        <a:uFillTx/>
                        <a:latin typeface="Arial"/>
                      </a:endParaRPr>
                    </a:p>
                  </a:txBody>
                  <a:tcPr>
                    <a:lnL>
                      <a:noFill/>
                    </a:lnL>
                    <a:lnR>
                      <a:noFill/>
                    </a:lnR>
                    <a:lnT w="28080">
                      <a:solidFill>
                        <a:srgbClr val="9C6114"/>
                      </a:solidFill>
                      <a:prstDash val="solid"/>
                    </a:lnT>
                    <a:lnB w="28080">
                      <a:solidFill>
                        <a:srgbClr val="9C6114"/>
                      </a:solidFill>
                      <a:prstDash val="solid"/>
                    </a:lnB>
                    <a:noFill/>
                  </a:tcPr>
                </a:tc>
                <a:extLst>
                  <a:ext uri="{0D108BD9-81ED-4DB2-BD59-A6C34878D82A}">
                    <a16:rowId xmlns:a16="http://schemas.microsoft.com/office/drawing/2014/main" val="10000"/>
                  </a:ext>
                </a:extLst>
              </a:tr>
              <a:tr h="318240">
                <a:tc>
                  <a:txBody>
                    <a:bodyPr/>
                    <a:lstStyle/>
                    <a:p>
                      <a:pPr algn="ctr" defTabSz="914400">
                        <a:lnSpc>
                          <a:spcPct val="100000"/>
                        </a:lnSpc>
                        <a:tabLst>
                          <a:tab pos="0" algn="l"/>
                        </a:tabLst>
                      </a:pPr>
                      <a:r>
                        <a:rPr lang="en-US" sz="1400" b="1" u="none" strike="noStrike">
                          <a:solidFill>
                            <a:schemeClr val="lt2"/>
                          </a:solidFill>
                          <a:effectLst/>
                          <a:uFillTx/>
                          <a:latin typeface="Arial"/>
                          <a:ea typeface="Arial"/>
                        </a:rPr>
                        <a:t>0x01</a:t>
                      </a:r>
                      <a:endParaRPr lang="en-US" sz="1400" b="0" u="none" strike="noStrike">
                        <a:solidFill>
                          <a:srgbClr val="000000"/>
                        </a:solidFill>
                        <a:effectLst/>
                        <a:uFillTx/>
                        <a:latin typeface="Arial"/>
                      </a:endParaRPr>
                    </a:p>
                  </a:txBody>
                  <a:tcPr>
                    <a:lnL>
                      <a:noFill/>
                    </a:lnL>
                    <a:lnR>
                      <a:noFill/>
                    </a:lnR>
                    <a:lnT w="28080">
                      <a:solidFill>
                        <a:srgbClr val="9C6114"/>
                      </a:solidFill>
                      <a:prstDash val="solid"/>
                    </a:lnT>
                    <a:lnB w="28080">
                      <a:solidFill>
                        <a:srgbClr val="9C6114"/>
                      </a:solidFill>
                      <a:prstDash val="solid"/>
                    </a:lnB>
                    <a:noFill/>
                  </a:tcPr>
                </a:tc>
                <a:tc>
                  <a:txBody>
                    <a:bodyPr/>
                    <a:lstStyle/>
                    <a:p>
                      <a:pPr algn="ctr">
                        <a:lnSpc>
                          <a:spcPct val="100000"/>
                        </a:lnSpc>
                      </a:pPr>
                      <a:r>
                        <a:rPr lang="en-US" sz="1400" b="1" u="none" strike="noStrike">
                          <a:solidFill>
                            <a:schemeClr val="lt2"/>
                          </a:solidFill>
                          <a:effectLst/>
                          <a:uFillTx/>
                          <a:latin typeface="Arial"/>
                          <a:ea typeface="Arial"/>
                        </a:rPr>
                        <a:t>Request_train</a:t>
                      </a:r>
                      <a:endParaRPr lang="en-US" sz="1400" b="0" u="none" strike="noStrike">
                        <a:solidFill>
                          <a:srgbClr val="000000"/>
                        </a:solidFill>
                        <a:effectLst/>
                        <a:uFillTx/>
                        <a:latin typeface="Arial"/>
                      </a:endParaRPr>
                    </a:p>
                  </a:txBody>
                  <a:tcPr>
                    <a:lnL>
                      <a:noFill/>
                    </a:lnL>
                    <a:lnR>
                      <a:noFill/>
                    </a:lnR>
                    <a:lnT w="28080">
                      <a:solidFill>
                        <a:srgbClr val="9C6114"/>
                      </a:solidFill>
                      <a:prstDash val="solid"/>
                    </a:lnT>
                    <a:lnB w="28080">
                      <a:solidFill>
                        <a:srgbClr val="9C6114"/>
                      </a:solidFill>
                      <a:prstDash val="solid"/>
                    </a:lnB>
                    <a:noFill/>
                  </a:tcPr>
                </a:tc>
                <a:extLst>
                  <a:ext uri="{0D108BD9-81ED-4DB2-BD59-A6C34878D82A}">
                    <a16:rowId xmlns:a16="http://schemas.microsoft.com/office/drawing/2014/main" val="10001"/>
                  </a:ext>
                </a:extLst>
              </a:tr>
              <a:tr h="318240">
                <a:tc>
                  <a:txBody>
                    <a:bodyPr/>
                    <a:lstStyle/>
                    <a:p>
                      <a:pPr algn="ctr">
                        <a:lnSpc>
                          <a:spcPct val="100000"/>
                        </a:lnSpc>
                      </a:pPr>
                      <a:r>
                        <a:rPr lang="en-US" sz="1400" b="1" u="none" strike="noStrike">
                          <a:solidFill>
                            <a:schemeClr val="lt2"/>
                          </a:solidFill>
                          <a:effectLst/>
                          <a:uFillTx/>
                          <a:latin typeface="Arial"/>
                          <a:ea typeface="Arial"/>
                        </a:rPr>
                        <a:t>0x02</a:t>
                      </a:r>
                      <a:endParaRPr lang="en-US" sz="1400" b="0" u="none" strike="noStrike">
                        <a:solidFill>
                          <a:srgbClr val="000000"/>
                        </a:solidFill>
                        <a:effectLst/>
                        <a:uFillTx/>
                        <a:latin typeface="Arial"/>
                      </a:endParaRPr>
                    </a:p>
                  </a:txBody>
                  <a:tcPr>
                    <a:lnL>
                      <a:noFill/>
                    </a:lnL>
                    <a:lnR>
                      <a:noFill/>
                    </a:lnR>
                    <a:lnT w="28080" cap="flat" cmpd="sng" algn="ctr">
                      <a:solidFill>
                        <a:srgbClr val="9C6114"/>
                      </a:solidFill>
                      <a:prstDash val="solid"/>
                      <a:round/>
                      <a:headEnd type="none" w="med" len="med"/>
                      <a:tailEnd type="none" w="med" len="med"/>
                    </a:lnT>
                    <a:lnB>
                      <a:noFill/>
                    </a:lnB>
                    <a:noFill/>
                  </a:tcPr>
                </a:tc>
                <a:tc>
                  <a:txBody>
                    <a:bodyPr/>
                    <a:lstStyle/>
                    <a:p>
                      <a:pPr algn="ctr">
                        <a:lnSpc>
                          <a:spcPct val="100000"/>
                        </a:lnSpc>
                      </a:pPr>
                      <a:r>
                        <a:rPr lang="en-US" sz="1400" b="1" u="none" strike="noStrike">
                          <a:solidFill>
                            <a:schemeClr val="lt2"/>
                          </a:solidFill>
                          <a:effectLst/>
                          <a:uFillTx/>
                          <a:latin typeface="Arial"/>
                          <a:ea typeface="Arial"/>
                        </a:rPr>
                        <a:t>Data</a:t>
                      </a:r>
                      <a:endParaRPr lang="en-US" sz="1400" b="0" u="none" strike="noStrike">
                        <a:solidFill>
                          <a:srgbClr val="000000"/>
                        </a:solidFill>
                        <a:effectLst/>
                        <a:uFillTx/>
                        <a:latin typeface="Arial"/>
                      </a:endParaRPr>
                    </a:p>
                  </a:txBody>
                  <a:tcPr>
                    <a:lnL>
                      <a:noFill/>
                    </a:lnL>
                    <a:lnR>
                      <a:noFill/>
                    </a:lnR>
                    <a:lnT w="28080" cap="flat" cmpd="sng" algn="ctr">
                      <a:solidFill>
                        <a:srgbClr val="9C6114"/>
                      </a:solidFill>
                      <a:prstDash val="solid"/>
                      <a:round/>
                      <a:headEnd type="none" w="med" len="med"/>
                      <a:tailEnd type="none" w="med" len="med"/>
                    </a:lnT>
                    <a:lnB>
                      <a:noFill/>
                    </a:lnB>
                    <a:noFill/>
                  </a:tcPr>
                </a:tc>
                <a:extLst>
                  <a:ext uri="{0D108BD9-81ED-4DB2-BD59-A6C34878D82A}">
                    <a16:rowId xmlns:a16="http://schemas.microsoft.com/office/drawing/2014/main" val="10002"/>
                  </a:ext>
                </a:extLst>
              </a:tr>
              <a:tr h="318240">
                <a:tc>
                  <a:txBody>
                    <a:bodyPr/>
                    <a:lstStyle/>
                    <a:p>
                      <a:pPr algn="ctr">
                        <a:lnSpc>
                          <a:spcPct val="100000"/>
                        </a:lnSpc>
                      </a:pPr>
                      <a:r>
                        <a:rPr lang="en-US" sz="1400" b="1" u="none" strike="noStrike">
                          <a:solidFill>
                            <a:schemeClr val="lt2"/>
                          </a:solidFill>
                          <a:effectLst/>
                          <a:uFillTx/>
                          <a:latin typeface="Arial"/>
                          <a:ea typeface="Arial"/>
                        </a:rPr>
                        <a:t>0x03</a:t>
                      </a:r>
                      <a:endParaRPr lang="en-US" sz="1400" b="0" u="none" strike="noStrike">
                        <a:solidFill>
                          <a:srgbClr val="000000"/>
                        </a:solidFill>
                        <a:effectLst/>
                        <a:uFillTx/>
                        <a:latin typeface="Arial"/>
                      </a:endParaRPr>
                    </a:p>
                  </a:txBody>
                  <a:tcPr>
                    <a:lnL>
                      <a:noFill/>
                    </a:lnL>
                    <a:lnR>
                      <a:noFill/>
                    </a:lnR>
                    <a:lnT>
                      <a:noFill/>
                    </a:lnT>
                    <a:lnB>
                      <a:noFill/>
                    </a:lnB>
                    <a:noFill/>
                  </a:tcPr>
                </a:tc>
                <a:tc>
                  <a:txBody>
                    <a:bodyPr/>
                    <a:lstStyle/>
                    <a:p>
                      <a:pPr algn="ctr">
                        <a:lnSpc>
                          <a:spcPct val="100000"/>
                        </a:lnSpc>
                      </a:pPr>
                      <a:r>
                        <a:rPr lang="en-US" sz="1400" b="1" u="none" strike="noStrike">
                          <a:solidFill>
                            <a:schemeClr val="lt2"/>
                          </a:solidFill>
                          <a:effectLst/>
                          <a:uFillTx/>
                          <a:latin typeface="Arial"/>
                          <a:ea typeface="Arial"/>
                        </a:rPr>
                        <a:t>Ack</a:t>
                      </a:r>
                      <a:endParaRPr lang="en-US" sz="1400" b="0" u="none" strike="noStrike">
                        <a:solidFill>
                          <a:srgbClr val="000000"/>
                        </a:solidFill>
                        <a:effectLst/>
                        <a:uFillTx/>
                        <a:latin typeface="Arial"/>
                      </a:endParaRPr>
                    </a:p>
                  </a:txBody>
                  <a:tcPr>
                    <a:lnL>
                      <a:noFill/>
                    </a:lnL>
                    <a:lnR>
                      <a:noFill/>
                    </a:lnR>
                    <a:lnT>
                      <a:noFill/>
                    </a:lnT>
                    <a:lnB>
                      <a:noFill/>
                    </a:lnB>
                    <a:noFill/>
                  </a:tcPr>
                </a:tc>
                <a:extLst>
                  <a:ext uri="{0D108BD9-81ED-4DB2-BD59-A6C34878D82A}">
                    <a16:rowId xmlns:a16="http://schemas.microsoft.com/office/drawing/2014/main" val="10003"/>
                  </a:ext>
                </a:extLst>
              </a:tr>
              <a:tr h="318240">
                <a:tc>
                  <a:txBody>
                    <a:bodyPr/>
                    <a:lstStyle/>
                    <a:p>
                      <a:pPr algn="ctr">
                        <a:lnSpc>
                          <a:spcPct val="100000"/>
                        </a:lnSpc>
                      </a:pPr>
                      <a:r>
                        <a:rPr lang="en-US" sz="1400" b="1" u="none" strike="noStrike">
                          <a:solidFill>
                            <a:schemeClr val="lt2"/>
                          </a:solidFill>
                          <a:effectLst/>
                          <a:uFillTx/>
                          <a:latin typeface="Arial"/>
                          <a:ea typeface="Arial"/>
                        </a:rPr>
                        <a:t>0x04</a:t>
                      </a:r>
                      <a:endParaRPr lang="en-US" sz="1400" b="0" u="none" strike="noStrike">
                        <a:solidFill>
                          <a:srgbClr val="000000"/>
                        </a:solidFill>
                        <a:effectLst/>
                        <a:uFillTx/>
                        <a:latin typeface="Arial"/>
                      </a:endParaRPr>
                    </a:p>
                  </a:txBody>
                  <a:tcPr>
                    <a:lnL>
                      <a:noFill/>
                    </a:lnL>
                    <a:lnR>
                      <a:noFill/>
                    </a:lnR>
                    <a:lnT>
                      <a:noFill/>
                    </a:lnT>
                    <a:lnB>
                      <a:noFill/>
                    </a:lnB>
                    <a:noFill/>
                  </a:tcPr>
                </a:tc>
                <a:tc>
                  <a:txBody>
                    <a:bodyPr/>
                    <a:lstStyle/>
                    <a:p>
                      <a:pPr algn="ctr">
                        <a:lnSpc>
                          <a:spcPct val="100000"/>
                        </a:lnSpc>
                      </a:pPr>
                      <a:r>
                        <a:rPr lang="en-US" sz="1400" b="1" u="none" strike="noStrike">
                          <a:solidFill>
                            <a:schemeClr val="lt2"/>
                          </a:solidFill>
                          <a:effectLst/>
                          <a:uFillTx/>
                          <a:latin typeface="Arial"/>
                          <a:ea typeface="Arial"/>
                        </a:rPr>
                        <a:t>Finish</a:t>
                      </a:r>
                      <a:endParaRPr lang="en-US" sz="1400" b="0" u="none" strike="noStrike">
                        <a:solidFill>
                          <a:srgbClr val="000000"/>
                        </a:solidFill>
                        <a:effectLst/>
                        <a:uFillTx/>
                        <a:latin typeface="Arial"/>
                      </a:endParaRPr>
                    </a:p>
                  </a:txBody>
                  <a:tcPr>
                    <a:lnL>
                      <a:noFill/>
                    </a:lnL>
                    <a:lnR>
                      <a:noFill/>
                    </a:lnR>
                    <a:lnT>
                      <a:noFill/>
                    </a:lnT>
                    <a:lnB>
                      <a:noFill/>
                    </a:lnB>
                    <a:noFill/>
                  </a:tcPr>
                </a:tc>
                <a:extLst>
                  <a:ext uri="{0D108BD9-81ED-4DB2-BD59-A6C34878D82A}">
                    <a16:rowId xmlns:a16="http://schemas.microsoft.com/office/drawing/2014/main" val="10004"/>
                  </a:ext>
                </a:extLst>
              </a:tr>
              <a:tr h="318240">
                <a:tc>
                  <a:txBody>
                    <a:bodyPr/>
                    <a:lstStyle/>
                    <a:p>
                      <a:pPr algn="ctr">
                        <a:lnSpc>
                          <a:spcPct val="100000"/>
                        </a:lnSpc>
                      </a:pPr>
                      <a:r>
                        <a:rPr lang="en-US" sz="1400" b="1" u="none" strike="noStrike">
                          <a:solidFill>
                            <a:schemeClr val="lt2"/>
                          </a:solidFill>
                          <a:effectLst/>
                          <a:uFillTx/>
                          <a:latin typeface="Arial"/>
                          <a:ea typeface="Arial"/>
                        </a:rPr>
                        <a:t>0x05</a:t>
                      </a:r>
                      <a:endParaRPr lang="en-US" sz="1400" b="0" u="none" strike="noStrike">
                        <a:solidFill>
                          <a:srgbClr val="000000"/>
                        </a:solidFill>
                        <a:effectLst/>
                        <a:uFillTx/>
                        <a:latin typeface="Arial"/>
                      </a:endParaRPr>
                    </a:p>
                  </a:txBody>
                  <a:tcPr>
                    <a:lnL>
                      <a:noFill/>
                    </a:lnL>
                    <a:lnR>
                      <a:noFill/>
                    </a:lnR>
                    <a:lnT>
                      <a:noFill/>
                    </a:lnT>
                    <a:lnB>
                      <a:noFill/>
                    </a:lnB>
                    <a:noFill/>
                  </a:tcPr>
                </a:tc>
                <a:tc>
                  <a:txBody>
                    <a:bodyPr/>
                    <a:lstStyle/>
                    <a:p>
                      <a:pPr algn="ctr">
                        <a:lnSpc>
                          <a:spcPct val="100000"/>
                        </a:lnSpc>
                      </a:pPr>
                      <a:r>
                        <a:rPr lang="en-US" sz="1400" b="1" u="none" strike="noStrike">
                          <a:solidFill>
                            <a:schemeClr val="lt2"/>
                          </a:solidFill>
                          <a:effectLst/>
                          <a:uFillTx/>
                          <a:latin typeface="Arial"/>
                          <a:ea typeface="Arial"/>
                        </a:rPr>
                        <a:t>End</a:t>
                      </a:r>
                      <a:endParaRPr lang="en-US" sz="1400" b="0" u="none" strike="noStrike">
                        <a:solidFill>
                          <a:srgbClr val="000000"/>
                        </a:solidFill>
                        <a:effectLst/>
                        <a:uFillTx/>
                        <a:latin typeface="Arial"/>
                      </a:endParaRPr>
                    </a:p>
                  </a:txBody>
                  <a:tcPr>
                    <a:lnL>
                      <a:noFill/>
                    </a:lnL>
                    <a:lnR>
                      <a:noFill/>
                    </a:lnR>
                    <a:lnT>
                      <a:noFill/>
                    </a:lnT>
                    <a:lnB>
                      <a:noFill/>
                    </a:lnB>
                    <a:noFill/>
                  </a:tcPr>
                </a:tc>
                <a:extLst>
                  <a:ext uri="{0D108BD9-81ED-4DB2-BD59-A6C34878D82A}">
                    <a16:rowId xmlns:a16="http://schemas.microsoft.com/office/drawing/2014/main" val="10005"/>
                  </a:ext>
                </a:extLst>
              </a:tr>
              <a:tr h="318240">
                <a:tc>
                  <a:txBody>
                    <a:bodyPr/>
                    <a:lstStyle/>
                    <a:p>
                      <a:pPr algn="ctr">
                        <a:lnSpc>
                          <a:spcPct val="100000"/>
                        </a:lnSpc>
                      </a:pPr>
                      <a:r>
                        <a:rPr lang="en-US" sz="1400" b="1" u="none" strike="noStrike">
                          <a:solidFill>
                            <a:schemeClr val="lt2"/>
                          </a:solidFill>
                          <a:effectLst/>
                          <a:uFillTx/>
                          <a:latin typeface="Arial"/>
                          <a:ea typeface="Arial"/>
                        </a:rPr>
                        <a:t>0x06</a:t>
                      </a:r>
                      <a:endParaRPr lang="en-US" sz="1400" b="0" u="none" strike="noStrike">
                        <a:solidFill>
                          <a:srgbClr val="000000"/>
                        </a:solidFill>
                        <a:effectLst/>
                        <a:uFillTx/>
                        <a:latin typeface="Arial"/>
                      </a:endParaRPr>
                    </a:p>
                  </a:txBody>
                  <a:tcPr>
                    <a:lnL>
                      <a:noFill/>
                    </a:lnL>
                    <a:lnR>
                      <a:noFill/>
                    </a:lnR>
                    <a:lnT>
                      <a:noFill/>
                    </a:lnT>
                    <a:lnB>
                      <a:noFill/>
                    </a:lnB>
                    <a:noFill/>
                  </a:tcPr>
                </a:tc>
                <a:tc>
                  <a:txBody>
                    <a:bodyPr/>
                    <a:lstStyle/>
                    <a:p>
                      <a:pPr algn="ctr">
                        <a:lnSpc>
                          <a:spcPct val="100000"/>
                        </a:lnSpc>
                      </a:pPr>
                      <a:r>
                        <a:rPr lang="en-US" sz="1400" b="1" u="none" strike="noStrike">
                          <a:solidFill>
                            <a:schemeClr val="lt2"/>
                          </a:solidFill>
                          <a:effectLst/>
                          <a:uFillTx/>
                          <a:latin typeface="Arial"/>
                          <a:ea typeface="Arial"/>
                        </a:rPr>
                        <a:t>Result_train</a:t>
                      </a:r>
                      <a:endParaRPr lang="en-US" sz="1400" b="0" u="none" strike="noStrike">
                        <a:solidFill>
                          <a:srgbClr val="000000"/>
                        </a:solidFill>
                        <a:effectLst/>
                        <a:uFillTx/>
                        <a:latin typeface="Arial"/>
                      </a:endParaRPr>
                    </a:p>
                  </a:txBody>
                  <a:tcPr>
                    <a:lnL>
                      <a:noFill/>
                    </a:lnL>
                    <a:lnR>
                      <a:noFill/>
                    </a:lnR>
                    <a:lnT>
                      <a:noFill/>
                    </a:lnT>
                    <a:lnB>
                      <a:noFill/>
                    </a:lnB>
                    <a:noFill/>
                  </a:tcPr>
                </a:tc>
                <a:extLst>
                  <a:ext uri="{0D108BD9-81ED-4DB2-BD59-A6C34878D82A}">
                    <a16:rowId xmlns:a16="http://schemas.microsoft.com/office/drawing/2014/main" val="10006"/>
                  </a:ext>
                </a:extLst>
              </a:tr>
              <a:tr h="318240">
                <a:tc>
                  <a:txBody>
                    <a:bodyPr/>
                    <a:lstStyle/>
                    <a:p>
                      <a:pPr algn="ctr">
                        <a:lnSpc>
                          <a:spcPct val="100000"/>
                        </a:lnSpc>
                      </a:pPr>
                      <a:r>
                        <a:rPr lang="en-US" sz="1400" b="1" u="none" strike="noStrike">
                          <a:solidFill>
                            <a:schemeClr val="lt2"/>
                          </a:solidFill>
                          <a:effectLst/>
                          <a:uFillTx/>
                          <a:latin typeface="Arial"/>
                          <a:ea typeface="Arial"/>
                        </a:rPr>
                        <a:t>0x07</a:t>
                      </a:r>
                      <a:endParaRPr lang="en-US" sz="1400" b="0" u="none" strike="noStrike">
                        <a:solidFill>
                          <a:srgbClr val="000000"/>
                        </a:solidFill>
                        <a:effectLst/>
                        <a:uFillTx/>
                        <a:latin typeface="Arial"/>
                      </a:endParaRPr>
                    </a:p>
                  </a:txBody>
                  <a:tcPr>
                    <a:lnL>
                      <a:noFill/>
                    </a:lnL>
                    <a:lnR>
                      <a:noFill/>
                    </a:lnR>
                    <a:lnT>
                      <a:noFill/>
                    </a:lnT>
                    <a:lnB>
                      <a:noFill/>
                    </a:lnB>
                    <a:noFill/>
                  </a:tcPr>
                </a:tc>
                <a:tc>
                  <a:txBody>
                    <a:bodyPr/>
                    <a:lstStyle/>
                    <a:p>
                      <a:pPr algn="ctr">
                        <a:lnSpc>
                          <a:spcPct val="100000"/>
                        </a:lnSpc>
                      </a:pPr>
                      <a:r>
                        <a:rPr lang="en-US" sz="1400" b="1" u="none" strike="noStrike">
                          <a:solidFill>
                            <a:schemeClr val="lt2"/>
                          </a:solidFill>
                          <a:effectLst/>
                          <a:uFillTx/>
                          <a:latin typeface="Arial"/>
                          <a:ea typeface="Arial"/>
                        </a:rPr>
                        <a:t>Request_val</a:t>
                      </a:r>
                      <a:endParaRPr lang="en-US" sz="1400" b="0" u="none" strike="noStrike">
                        <a:solidFill>
                          <a:srgbClr val="000000"/>
                        </a:solidFill>
                        <a:effectLst/>
                        <a:uFillTx/>
                        <a:latin typeface="Arial"/>
                      </a:endParaRPr>
                    </a:p>
                  </a:txBody>
                  <a:tcPr>
                    <a:lnL>
                      <a:noFill/>
                    </a:lnL>
                    <a:lnR>
                      <a:noFill/>
                    </a:lnR>
                    <a:lnT>
                      <a:noFill/>
                    </a:lnT>
                    <a:lnB>
                      <a:noFill/>
                    </a:lnB>
                    <a:noFill/>
                  </a:tcPr>
                </a:tc>
                <a:extLst>
                  <a:ext uri="{0D108BD9-81ED-4DB2-BD59-A6C34878D82A}">
                    <a16:rowId xmlns:a16="http://schemas.microsoft.com/office/drawing/2014/main" val="10007"/>
                  </a:ext>
                </a:extLst>
              </a:tr>
              <a:tr h="318240">
                <a:tc>
                  <a:txBody>
                    <a:bodyPr/>
                    <a:lstStyle/>
                    <a:p>
                      <a:pPr algn="ctr">
                        <a:lnSpc>
                          <a:spcPct val="100000"/>
                        </a:lnSpc>
                      </a:pPr>
                      <a:r>
                        <a:rPr lang="en-US" sz="1400" b="1" u="none" strike="noStrike">
                          <a:solidFill>
                            <a:schemeClr val="lt2"/>
                          </a:solidFill>
                          <a:effectLst/>
                          <a:uFillTx/>
                          <a:latin typeface="Arial"/>
                          <a:ea typeface="Arial"/>
                        </a:rPr>
                        <a:t>0x08</a:t>
                      </a:r>
                      <a:endParaRPr lang="en-US" sz="1400" b="0" u="none" strike="noStrike">
                        <a:solidFill>
                          <a:srgbClr val="000000"/>
                        </a:solidFill>
                        <a:effectLst/>
                        <a:uFillTx/>
                        <a:latin typeface="Arial"/>
                      </a:endParaRPr>
                    </a:p>
                  </a:txBody>
                  <a:tcPr>
                    <a:lnL>
                      <a:noFill/>
                    </a:lnL>
                    <a:lnR>
                      <a:noFill/>
                    </a:lnR>
                    <a:lnT>
                      <a:noFill/>
                    </a:lnT>
                    <a:lnB>
                      <a:noFill/>
                    </a:lnB>
                    <a:noFill/>
                  </a:tcPr>
                </a:tc>
                <a:tc>
                  <a:txBody>
                    <a:bodyPr/>
                    <a:lstStyle/>
                    <a:p>
                      <a:pPr algn="ctr">
                        <a:lnSpc>
                          <a:spcPct val="100000"/>
                        </a:lnSpc>
                      </a:pPr>
                      <a:r>
                        <a:rPr lang="en-US" sz="1400" b="1" u="none" strike="noStrike">
                          <a:solidFill>
                            <a:schemeClr val="lt2"/>
                          </a:solidFill>
                          <a:effectLst/>
                          <a:uFillTx/>
                          <a:latin typeface="Arial"/>
                          <a:ea typeface="Arial"/>
                        </a:rPr>
                        <a:t>Result_val</a:t>
                      </a:r>
                      <a:endParaRPr lang="en-US" sz="1400" b="0" u="none" strike="noStrike">
                        <a:solidFill>
                          <a:srgbClr val="000000"/>
                        </a:solidFill>
                        <a:effectLst/>
                        <a:uFillTx/>
                        <a:latin typeface="Arial"/>
                      </a:endParaRPr>
                    </a:p>
                  </a:txBody>
                  <a:tcPr>
                    <a:lnL>
                      <a:noFill/>
                    </a:lnL>
                    <a:lnR>
                      <a:noFill/>
                    </a:lnR>
                    <a:lnT>
                      <a:noFill/>
                    </a:lnT>
                    <a:lnB>
                      <a:noFill/>
                    </a:lnB>
                    <a:noFill/>
                  </a:tcPr>
                </a:tc>
                <a:extLst>
                  <a:ext uri="{0D108BD9-81ED-4DB2-BD59-A6C34878D82A}">
                    <a16:rowId xmlns:a16="http://schemas.microsoft.com/office/drawing/2014/main" val="10008"/>
                  </a:ext>
                </a:extLst>
              </a:tr>
              <a:tr h="318240">
                <a:tc>
                  <a:txBody>
                    <a:bodyPr/>
                    <a:lstStyle/>
                    <a:p>
                      <a:pPr algn="ctr">
                        <a:lnSpc>
                          <a:spcPct val="100000"/>
                        </a:lnSpc>
                      </a:pPr>
                      <a:r>
                        <a:rPr lang="en-US" sz="1400" b="1" u="none" strike="noStrike">
                          <a:solidFill>
                            <a:schemeClr val="lt2"/>
                          </a:solidFill>
                          <a:effectLst/>
                          <a:uFillTx/>
                          <a:latin typeface="Arial"/>
                          <a:ea typeface="Arial"/>
                        </a:rPr>
                        <a:t>0x09</a:t>
                      </a:r>
                      <a:endParaRPr lang="en-US" sz="1400" b="0" u="none" strike="noStrike">
                        <a:solidFill>
                          <a:srgbClr val="000000"/>
                        </a:solidFill>
                        <a:effectLst/>
                        <a:uFillTx/>
                        <a:latin typeface="Arial"/>
                      </a:endParaRPr>
                    </a:p>
                  </a:txBody>
                  <a:tcPr>
                    <a:lnL>
                      <a:noFill/>
                    </a:lnL>
                    <a:lnR>
                      <a:noFill/>
                    </a:lnR>
                    <a:lnT>
                      <a:noFill/>
                    </a:lnT>
                    <a:lnB>
                      <a:noFill/>
                    </a:lnB>
                    <a:noFill/>
                  </a:tcPr>
                </a:tc>
                <a:tc>
                  <a:txBody>
                    <a:bodyPr/>
                    <a:lstStyle/>
                    <a:p>
                      <a:pPr algn="ctr" defTabSz="914400">
                        <a:lnSpc>
                          <a:spcPct val="100000"/>
                        </a:lnSpc>
                        <a:tabLst>
                          <a:tab pos="0" algn="l"/>
                        </a:tabLst>
                      </a:pPr>
                      <a:r>
                        <a:rPr lang="en-US" sz="1400" b="1" u="none" strike="noStrike">
                          <a:solidFill>
                            <a:schemeClr val="lt2"/>
                          </a:solidFill>
                          <a:effectLst/>
                          <a:uFillTx/>
                          <a:latin typeface="Arial"/>
                          <a:ea typeface="Arial"/>
                        </a:rPr>
                        <a:t>Request_test</a:t>
                      </a:r>
                      <a:endParaRPr lang="en-US" sz="1400" b="0" u="none" strike="noStrike">
                        <a:solidFill>
                          <a:srgbClr val="000000"/>
                        </a:solidFill>
                        <a:effectLst/>
                        <a:uFillTx/>
                        <a:latin typeface="Arial"/>
                      </a:endParaRPr>
                    </a:p>
                  </a:txBody>
                  <a:tcPr>
                    <a:lnL>
                      <a:noFill/>
                    </a:lnL>
                    <a:lnR>
                      <a:noFill/>
                    </a:lnR>
                    <a:lnT>
                      <a:noFill/>
                    </a:lnT>
                    <a:lnB>
                      <a:noFill/>
                    </a:lnB>
                    <a:noFill/>
                  </a:tcPr>
                </a:tc>
                <a:extLst>
                  <a:ext uri="{0D108BD9-81ED-4DB2-BD59-A6C34878D82A}">
                    <a16:rowId xmlns:a16="http://schemas.microsoft.com/office/drawing/2014/main" val="10009"/>
                  </a:ext>
                </a:extLst>
              </a:tr>
              <a:tr h="318240">
                <a:tc>
                  <a:txBody>
                    <a:bodyPr/>
                    <a:lstStyle/>
                    <a:p>
                      <a:pPr algn="ctr">
                        <a:lnSpc>
                          <a:spcPct val="100000"/>
                        </a:lnSpc>
                      </a:pPr>
                      <a:r>
                        <a:rPr lang="en-US" sz="1400" b="1" u="none" strike="noStrike">
                          <a:solidFill>
                            <a:schemeClr val="lt2"/>
                          </a:solidFill>
                          <a:effectLst/>
                          <a:uFillTx/>
                          <a:latin typeface="Arial"/>
                          <a:ea typeface="Arial"/>
                        </a:rPr>
                        <a:t>0x0A</a:t>
                      </a:r>
                      <a:endParaRPr lang="en-US" sz="1400" b="0" u="none" strike="noStrike">
                        <a:solidFill>
                          <a:srgbClr val="000000"/>
                        </a:solidFill>
                        <a:effectLst/>
                        <a:uFillTx/>
                        <a:latin typeface="Arial"/>
                      </a:endParaRPr>
                    </a:p>
                  </a:txBody>
                  <a:tcPr>
                    <a:lnL>
                      <a:noFill/>
                    </a:lnL>
                    <a:lnR>
                      <a:noFill/>
                    </a:lnR>
                    <a:lnT>
                      <a:noFill/>
                    </a:lnT>
                    <a:lnB w="28080">
                      <a:solidFill>
                        <a:srgbClr val="9C6114"/>
                      </a:solidFill>
                      <a:prstDash val="solid"/>
                    </a:lnB>
                    <a:noFill/>
                  </a:tcPr>
                </a:tc>
                <a:tc>
                  <a:txBody>
                    <a:bodyPr/>
                    <a:lstStyle/>
                    <a:p>
                      <a:pPr algn="ctr">
                        <a:lnSpc>
                          <a:spcPct val="100000"/>
                        </a:lnSpc>
                      </a:pPr>
                      <a:r>
                        <a:rPr lang="en-US" sz="1400" b="1" u="none" strike="noStrike">
                          <a:solidFill>
                            <a:schemeClr val="lt2"/>
                          </a:solidFill>
                          <a:effectLst/>
                          <a:uFillTx/>
                          <a:latin typeface="Arial"/>
                          <a:ea typeface="Arial"/>
                        </a:rPr>
                        <a:t>Result_test</a:t>
                      </a:r>
                      <a:endParaRPr lang="en-US" sz="1400" b="0" u="none" strike="noStrike">
                        <a:solidFill>
                          <a:srgbClr val="000000"/>
                        </a:solidFill>
                        <a:effectLst/>
                        <a:uFillTx/>
                        <a:latin typeface="Arial"/>
                      </a:endParaRPr>
                    </a:p>
                  </a:txBody>
                  <a:tcPr>
                    <a:lnL>
                      <a:noFill/>
                    </a:lnL>
                    <a:lnR>
                      <a:noFill/>
                    </a:lnR>
                    <a:lnT>
                      <a:noFill/>
                    </a:lnT>
                    <a:lnB w="28080">
                      <a:solidFill>
                        <a:srgbClr val="9C6114"/>
                      </a:solidFill>
                      <a:prstDash val="solid"/>
                    </a:lnB>
                    <a:noFill/>
                  </a:tcPr>
                </a:tc>
                <a:extLst>
                  <a:ext uri="{0D108BD9-81ED-4DB2-BD59-A6C34878D82A}">
                    <a16:rowId xmlns:a16="http://schemas.microsoft.com/office/drawing/2014/main" val="10010"/>
                  </a:ext>
                </a:extLst>
              </a:tr>
            </a:tbl>
          </a:graphicData>
        </a:graphic>
      </p:graphicFrame>
      <p:sp>
        <p:nvSpPr>
          <p:cNvPr id="267" name="Rectangle: Rounded Corners 3"/>
          <p:cNvSpPr/>
          <p:nvPr/>
        </p:nvSpPr>
        <p:spPr>
          <a:xfrm>
            <a:off x="163440" y="1508760"/>
            <a:ext cx="2159640" cy="539640"/>
          </a:xfrm>
          <a:prstGeom prst="roundRect">
            <a:avLst>
              <a:gd name="adj" fmla="val 26871"/>
            </a:avLst>
          </a:prstGeom>
          <a:solidFill>
            <a:schemeClr val="bg1"/>
          </a:solidFill>
          <a:ln w="50800">
            <a:solidFill>
              <a:srgbClr val="9C6114"/>
            </a:solidFill>
            <a:round/>
          </a:ln>
        </p:spPr>
        <p:style>
          <a:lnRef idx="2">
            <a:schemeClr val="accent1">
              <a:shade val="15000"/>
            </a:schemeClr>
          </a:lnRef>
          <a:fillRef idx="1">
            <a:schemeClr val="accent1"/>
          </a:fillRef>
          <a:effectRef idx="0">
            <a:schemeClr val="accent1"/>
          </a:effectRef>
          <a:fontRef idx="minor"/>
        </p:style>
        <p:txBody>
          <a:bodyPr lIns="0" tIns="0" rIns="0" bIns="0" anchor="ctr">
            <a:noAutofit/>
          </a:bodyPr>
          <a:lstStyle/>
          <a:p>
            <a:pPr algn="ctr">
              <a:lnSpc>
                <a:spcPct val="100000"/>
              </a:lnSpc>
            </a:pPr>
            <a:r>
              <a:rPr lang="en-US" sz="2400" b="0" u="none" strike="noStrike">
                <a:solidFill>
                  <a:schemeClr val="lt2"/>
                </a:solidFill>
                <a:effectLst/>
                <a:uFillTx/>
                <a:latin typeface="Arial"/>
                <a:ea typeface="Arial"/>
              </a:rPr>
              <a:t>start of frame</a:t>
            </a:r>
            <a:endParaRPr lang="en-US" sz="2400" b="0" u="none" strike="noStrike">
              <a:solidFill>
                <a:srgbClr val="000000"/>
              </a:solidFill>
              <a:effectLst/>
              <a:uFillTx/>
              <a:latin typeface="Arial"/>
            </a:endParaRPr>
          </a:p>
        </p:txBody>
      </p:sp>
      <p:sp>
        <p:nvSpPr>
          <p:cNvPr id="268" name="Rectangle: Rounded Corners 4"/>
          <p:cNvSpPr/>
          <p:nvPr/>
        </p:nvSpPr>
        <p:spPr>
          <a:xfrm>
            <a:off x="2323440" y="1508760"/>
            <a:ext cx="1079640" cy="539640"/>
          </a:xfrm>
          <a:prstGeom prst="roundRect">
            <a:avLst>
              <a:gd name="adj" fmla="val 26871"/>
            </a:avLst>
          </a:prstGeom>
          <a:solidFill>
            <a:schemeClr val="lt2">
              <a:alpha val="10000"/>
            </a:schemeClr>
          </a:solidFill>
          <a:ln w="50800">
            <a:solidFill>
              <a:srgbClr val="9C6114"/>
            </a:solidFill>
            <a:round/>
          </a:ln>
        </p:spPr>
        <p:style>
          <a:lnRef idx="2">
            <a:schemeClr val="accent1">
              <a:shade val="15000"/>
            </a:schemeClr>
          </a:lnRef>
          <a:fillRef idx="1">
            <a:schemeClr val="accent1"/>
          </a:fillRef>
          <a:effectRef idx="0">
            <a:schemeClr val="accent1"/>
          </a:effectRef>
          <a:fontRef idx="minor"/>
        </p:style>
        <p:txBody>
          <a:bodyPr lIns="0" tIns="0" rIns="0" bIns="0" anchor="ctr">
            <a:noAutofit/>
          </a:bodyPr>
          <a:lstStyle/>
          <a:p>
            <a:pPr algn="ctr">
              <a:lnSpc>
                <a:spcPct val="100000"/>
              </a:lnSpc>
            </a:pPr>
            <a:r>
              <a:rPr lang="en-US" sz="2400" b="0" u="none" strike="noStrike">
                <a:solidFill>
                  <a:schemeClr val="lt2"/>
                </a:solidFill>
                <a:effectLst/>
                <a:uFillTx/>
                <a:latin typeface="Arial"/>
                <a:ea typeface="Arial"/>
              </a:rPr>
              <a:t>type</a:t>
            </a:r>
            <a:endParaRPr lang="en-US" sz="2400" b="0" u="none" strike="noStrike">
              <a:solidFill>
                <a:srgbClr val="FFFFFF"/>
              </a:solidFill>
              <a:effectLst/>
              <a:uFillTx/>
              <a:latin typeface="Arial"/>
            </a:endParaRPr>
          </a:p>
        </p:txBody>
      </p:sp>
      <p:sp>
        <p:nvSpPr>
          <p:cNvPr id="269" name="Rectangle: Rounded Corners 5"/>
          <p:cNvSpPr/>
          <p:nvPr/>
        </p:nvSpPr>
        <p:spPr>
          <a:xfrm>
            <a:off x="3403440" y="1508760"/>
            <a:ext cx="2159640" cy="539640"/>
          </a:xfrm>
          <a:prstGeom prst="roundRect">
            <a:avLst>
              <a:gd name="adj" fmla="val 26871"/>
            </a:avLst>
          </a:prstGeom>
          <a:solidFill>
            <a:schemeClr val="bg1"/>
          </a:solidFill>
          <a:ln w="50800">
            <a:solidFill>
              <a:srgbClr val="9C6114"/>
            </a:solidFill>
            <a:round/>
          </a:ln>
        </p:spPr>
        <p:style>
          <a:lnRef idx="2">
            <a:schemeClr val="accent1">
              <a:shade val="15000"/>
            </a:schemeClr>
          </a:lnRef>
          <a:fillRef idx="1">
            <a:schemeClr val="accent1"/>
          </a:fillRef>
          <a:effectRef idx="0">
            <a:schemeClr val="accent1"/>
          </a:effectRef>
          <a:fontRef idx="minor"/>
        </p:style>
        <p:txBody>
          <a:bodyPr lIns="0" tIns="0" rIns="0" bIns="0" anchor="ctr">
            <a:noAutofit/>
          </a:bodyPr>
          <a:lstStyle/>
          <a:p>
            <a:pPr algn="ctr">
              <a:lnSpc>
                <a:spcPct val="100000"/>
              </a:lnSpc>
            </a:pPr>
            <a:r>
              <a:rPr lang="en-US" sz="2400" b="0" u="none" strike="noStrike">
                <a:solidFill>
                  <a:schemeClr val="lt2"/>
                </a:solidFill>
                <a:effectLst/>
                <a:uFillTx/>
                <a:latin typeface="Arial"/>
                <a:ea typeface="Arial"/>
              </a:rPr>
              <a:t>sequence</a:t>
            </a:r>
            <a:endParaRPr lang="en-US" sz="2400" b="0" u="none" strike="noStrike">
              <a:solidFill>
                <a:srgbClr val="000000"/>
              </a:solidFill>
              <a:effectLst/>
              <a:uFillTx/>
              <a:latin typeface="Arial"/>
            </a:endParaRPr>
          </a:p>
        </p:txBody>
      </p:sp>
      <p:sp>
        <p:nvSpPr>
          <p:cNvPr id="270" name="Rectangle: Rounded Corners 6"/>
          <p:cNvSpPr/>
          <p:nvPr/>
        </p:nvSpPr>
        <p:spPr>
          <a:xfrm>
            <a:off x="5563440" y="1508760"/>
            <a:ext cx="2159640" cy="539640"/>
          </a:xfrm>
          <a:prstGeom prst="roundRect">
            <a:avLst>
              <a:gd name="adj" fmla="val 26871"/>
            </a:avLst>
          </a:prstGeom>
          <a:solidFill>
            <a:schemeClr val="bg1"/>
          </a:solidFill>
          <a:ln w="50800">
            <a:solidFill>
              <a:srgbClr val="9C6114"/>
            </a:solidFill>
            <a:round/>
          </a:ln>
        </p:spPr>
        <p:style>
          <a:lnRef idx="2">
            <a:schemeClr val="accent1">
              <a:shade val="15000"/>
            </a:schemeClr>
          </a:lnRef>
          <a:fillRef idx="1">
            <a:schemeClr val="accent1"/>
          </a:fillRef>
          <a:effectRef idx="0">
            <a:schemeClr val="accent1"/>
          </a:effectRef>
          <a:fontRef idx="minor"/>
        </p:style>
        <p:txBody>
          <a:bodyPr lIns="0" tIns="0" rIns="0" bIns="0" anchor="ctr">
            <a:noAutofit/>
          </a:bodyPr>
          <a:lstStyle/>
          <a:p>
            <a:pPr algn="ctr">
              <a:lnSpc>
                <a:spcPct val="100000"/>
              </a:lnSpc>
            </a:pPr>
            <a:r>
              <a:rPr lang="en-US" sz="2400" b="0" u="none" strike="noStrike">
                <a:solidFill>
                  <a:schemeClr val="lt2"/>
                </a:solidFill>
                <a:effectLst/>
                <a:uFillTx/>
                <a:latin typeface="Arial"/>
                <a:ea typeface="Arial"/>
              </a:rPr>
              <a:t>length</a:t>
            </a:r>
            <a:endParaRPr lang="en-US" sz="2400" b="0" u="none" strike="noStrike">
              <a:solidFill>
                <a:srgbClr val="000000"/>
              </a:solidFill>
              <a:effectLst/>
              <a:uFillTx/>
              <a:latin typeface="Arial"/>
            </a:endParaRPr>
          </a:p>
        </p:txBody>
      </p:sp>
      <p:sp>
        <p:nvSpPr>
          <p:cNvPr id="271" name="Rectangle: Rounded Corners 7"/>
          <p:cNvSpPr/>
          <p:nvPr/>
        </p:nvSpPr>
        <p:spPr>
          <a:xfrm>
            <a:off x="7723440" y="1508760"/>
            <a:ext cx="2159640" cy="539640"/>
          </a:xfrm>
          <a:prstGeom prst="roundRect">
            <a:avLst>
              <a:gd name="adj" fmla="val 26871"/>
            </a:avLst>
          </a:prstGeom>
          <a:solidFill>
            <a:schemeClr val="lt2">
              <a:alpha val="10000"/>
            </a:schemeClr>
          </a:solidFill>
          <a:ln w="50800">
            <a:solidFill>
              <a:srgbClr val="9C6114"/>
            </a:solidFill>
            <a:round/>
          </a:ln>
        </p:spPr>
        <p:style>
          <a:lnRef idx="2">
            <a:schemeClr val="accent1">
              <a:shade val="15000"/>
            </a:schemeClr>
          </a:lnRef>
          <a:fillRef idx="1">
            <a:schemeClr val="accent1"/>
          </a:fillRef>
          <a:effectRef idx="0">
            <a:schemeClr val="accent1"/>
          </a:effectRef>
          <a:fontRef idx="minor"/>
        </p:style>
        <p:txBody>
          <a:bodyPr lIns="0" tIns="0" rIns="0" bIns="0" anchor="ctr">
            <a:noAutofit/>
          </a:bodyPr>
          <a:lstStyle/>
          <a:p>
            <a:pPr algn="ctr">
              <a:lnSpc>
                <a:spcPct val="100000"/>
              </a:lnSpc>
            </a:pPr>
            <a:r>
              <a:rPr lang="en-US" sz="2400" b="0" u="none" strike="noStrike">
                <a:solidFill>
                  <a:schemeClr val="lt2"/>
                </a:solidFill>
                <a:effectLst/>
                <a:uFillTx/>
                <a:latin typeface="Arial"/>
                <a:ea typeface="Arial"/>
              </a:rPr>
              <a:t>DATA</a:t>
            </a:r>
            <a:endParaRPr lang="en-US" sz="2400" b="0" u="none" strike="noStrike">
              <a:solidFill>
                <a:srgbClr val="FFFFFF"/>
              </a:solidFill>
              <a:effectLst/>
              <a:uFillTx/>
              <a:latin typeface="Arial"/>
            </a:endParaRPr>
          </a:p>
        </p:txBody>
      </p:sp>
      <p:sp>
        <p:nvSpPr>
          <p:cNvPr id="272" name="Rectangle: Rounded Corners 8"/>
          <p:cNvSpPr/>
          <p:nvPr/>
        </p:nvSpPr>
        <p:spPr>
          <a:xfrm>
            <a:off x="9883440" y="1508760"/>
            <a:ext cx="2159640" cy="539640"/>
          </a:xfrm>
          <a:prstGeom prst="roundRect">
            <a:avLst>
              <a:gd name="adj" fmla="val 26871"/>
            </a:avLst>
          </a:prstGeom>
          <a:solidFill>
            <a:schemeClr val="bg1"/>
          </a:solidFill>
          <a:ln w="50800">
            <a:solidFill>
              <a:srgbClr val="9C6114"/>
            </a:solidFill>
            <a:round/>
          </a:ln>
        </p:spPr>
        <p:style>
          <a:lnRef idx="2">
            <a:schemeClr val="accent1">
              <a:shade val="15000"/>
            </a:schemeClr>
          </a:lnRef>
          <a:fillRef idx="1">
            <a:schemeClr val="accent1"/>
          </a:fillRef>
          <a:effectRef idx="0">
            <a:schemeClr val="accent1"/>
          </a:effectRef>
          <a:fontRef idx="minor"/>
        </p:style>
        <p:txBody>
          <a:bodyPr lIns="0" tIns="0" rIns="0" bIns="0" anchor="ctr">
            <a:noAutofit/>
          </a:bodyPr>
          <a:lstStyle/>
          <a:p>
            <a:pPr algn="ctr">
              <a:lnSpc>
                <a:spcPct val="100000"/>
              </a:lnSpc>
            </a:pPr>
            <a:r>
              <a:rPr lang="en-US" sz="2400" b="0" u="none" strike="noStrike">
                <a:solidFill>
                  <a:schemeClr val="lt2"/>
                </a:solidFill>
                <a:effectLst/>
                <a:uFillTx/>
                <a:latin typeface="Arial"/>
                <a:ea typeface="Arial"/>
              </a:rPr>
              <a:t>crc</a:t>
            </a:r>
            <a:endParaRPr lang="en-US" sz="2400" b="0" u="none" strike="noStrike">
              <a:solidFill>
                <a:srgbClr val="000000"/>
              </a:solidFill>
              <a:effectLst/>
              <a:uFillTx/>
              <a:latin typeface="Arial"/>
            </a:endParaRPr>
          </a:p>
        </p:txBody>
      </p:sp>
      <p:cxnSp>
        <p:nvCxnSpPr>
          <p:cNvPr id="273" name="Straight Connector 10"/>
          <p:cNvCxnSpPr/>
          <p:nvPr/>
        </p:nvCxnSpPr>
        <p:spPr>
          <a:xfrm>
            <a:off x="8285040" y="1508400"/>
            <a:ext cx="1026720" cy="360"/>
          </a:xfrm>
          <a:prstGeom prst="straightConnector1">
            <a:avLst/>
          </a:prstGeom>
          <a:ln w="50800">
            <a:solidFill>
              <a:srgbClr val="FFFFFF"/>
            </a:solidFill>
            <a:prstDash val="sysDot"/>
            <a:round/>
          </a:ln>
        </p:spPr>
      </p:cxnSp>
      <p:cxnSp>
        <p:nvCxnSpPr>
          <p:cNvPr id="274" name="Straight Connector 11"/>
          <p:cNvCxnSpPr/>
          <p:nvPr/>
        </p:nvCxnSpPr>
        <p:spPr>
          <a:xfrm>
            <a:off x="8285040" y="2048400"/>
            <a:ext cx="1026720" cy="360"/>
          </a:xfrm>
          <a:prstGeom prst="straightConnector1">
            <a:avLst/>
          </a:prstGeom>
          <a:ln w="50800">
            <a:solidFill>
              <a:srgbClr val="FFFFFF"/>
            </a:solidFill>
            <a:prstDash val="sysDot"/>
            <a:round/>
          </a:ln>
        </p:spPr>
      </p:cxnSp>
      <p:cxnSp>
        <p:nvCxnSpPr>
          <p:cNvPr id="275" name="Straight Connector 12"/>
          <p:cNvCxnSpPr/>
          <p:nvPr/>
        </p:nvCxnSpPr>
        <p:spPr>
          <a:xfrm flipV="1">
            <a:off x="7723080" y="1644840"/>
            <a:ext cx="360" cy="267480"/>
          </a:xfrm>
          <a:prstGeom prst="straightConnector1">
            <a:avLst/>
          </a:prstGeom>
          <a:ln w="50800">
            <a:solidFill>
              <a:srgbClr val="FFFFFF"/>
            </a:solidFill>
            <a:round/>
          </a:ln>
        </p:spPr>
      </p:cxnSp>
      <p:cxnSp>
        <p:nvCxnSpPr>
          <p:cNvPr id="276" name="Straight Connector 16"/>
          <p:cNvCxnSpPr/>
          <p:nvPr/>
        </p:nvCxnSpPr>
        <p:spPr>
          <a:xfrm flipV="1">
            <a:off x="9883080" y="1644840"/>
            <a:ext cx="360" cy="267480"/>
          </a:xfrm>
          <a:prstGeom prst="straightConnector1">
            <a:avLst/>
          </a:prstGeom>
          <a:ln w="50800">
            <a:solidFill>
              <a:srgbClr val="FFFFFF"/>
            </a:solidFill>
            <a:round/>
          </a:ln>
        </p:spPr>
      </p:cxnSp>
      <p:cxnSp>
        <p:nvCxnSpPr>
          <p:cNvPr id="277" name="Straight Connector 17"/>
          <p:cNvCxnSpPr/>
          <p:nvPr/>
        </p:nvCxnSpPr>
        <p:spPr>
          <a:xfrm flipV="1">
            <a:off x="5563080" y="1644840"/>
            <a:ext cx="360" cy="267480"/>
          </a:xfrm>
          <a:prstGeom prst="straightConnector1">
            <a:avLst/>
          </a:prstGeom>
          <a:ln w="50800">
            <a:solidFill>
              <a:srgbClr val="FFFFFF"/>
            </a:solidFill>
            <a:round/>
          </a:ln>
        </p:spPr>
      </p:cxnSp>
      <p:cxnSp>
        <p:nvCxnSpPr>
          <p:cNvPr id="278" name="Straight Connector 18"/>
          <p:cNvCxnSpPr/>
          <p:nvPr/>
        </p:nvCxnSpPr>
        <p:spPr>
          <a:xfrm flipV="1">
            <a:off x="3403080" y="1644840"/>
            <a:ext cx="360" cy="267480"/>
          </a:xfrm>
          <a:prstGeom prst="straightConnector1">
            <a:avLst/>
          </a:prstGeom>
          <a:ln w="50800">
            <a:solidFill>
              <a:srgbClr val="FFFFFF"/>
            </a:solidFill>
            <a:round/>
          </a:ln>
        </p:spPr>
      </p:cxnSp>
      <p:cxnSp>
        <p:nvCxnSpPr>
          <p:cNvPr id="279" name="Straight Connector 19"/>
          <p:cNvCxnSpPr/>
          <p:nvPr/>
        </p:nvCxnSpPr>
        <p:spPr>
          <a:xfrm flipV="1">
            <a:off x="2323080" y="1644840"/>
            <a:ext cx="360" cy="267480"/>
          </a:xfrm>
          <a:prstGeom prst="straightConnector1">
            <a:avLst/>
          </a:prstGeom>
          <a:ln w="50800">
            <a:solidFill>
              <a:srgbClr val="FFFFFF"/>
            </a:solidFill>
            <a:round/>
          </a:ln>
        </p:spPr>
      </p:cxnSp>
      <p:cxnSp>
        <p:nvCxnSpPr>
          <p:cNvPr id="280" name="Straight Connector 24"/>
          <p:cNvCxnSpPr/>
          <p:nvPr/>
        </p:nvCxnSpPr>
        <p:spPr>
          <a:xfrm>
            <a:off x="2323080" y="1976760"/>
            <a:ext cx="360" cy="880920"/>
          </a:xfrm>
          <a:prstGeom prst="straightConnector1">
            <a:avLst/>
          </a:prstGeom>
          <a:ln w="25400" cap="rnd">
            <a:solidFill>
              <a:srgbClr val="9C6114"/>
            </a:solidFill>
            <a:prstDash val="sysDash"/>
            <a:round/>
          </a:ln>
        </p:spPr>
      </p:cxnSp>
      <p:cxnSp>
        <p:nvCxnSpPr>
          <p:cNvPr id="281" name="Straight Connector 30"/>
          <p:cNvCxnSpPr/>
          <p:nvPr/>
        </p:nvCxnSpPr>
        <p:spPr>
          <a:xfrm>
            <a:off x="3403080" y="1976760"/>
            <a:ext cx="360" cy="880920"/>
          </a:xfrm>
          <a:prstGeom prst="straightConnector1">
            <a:avLst/>
          </a:prstGeom>
          <a:ln w="25400" cap="rnd">
            <a:solidFill>
              <a:srgbClr val="9C6114"/>
            </a:solidFill>
            <a:prstDash val="sysDash"/>
            <a:round/>
          </a:ln>
        </p:spPr>
      </p:cxnSp>
      <p:cxnSp>
        <p:nvCxnSpPr>
          <p:cNvPr id="282" name="Straight Connector 31"/>
          <p:cNvCxnSpPr/>
          <p:nvPr/>
        </p:nvCxnSpPr>
        <p:spPr>
          <a:xfrm>
            <a:off x="5563080" y="1976760"/>
            <a:ext cx="360" cy="880920"/>
          </a:xfrm>
          <a:prstGeom prst="straightConnector1">
            <a:avLst/>
          </a:prstGeom>
          <a:ln w="25400" cap="rnd">
            <a:solidFill>
              <a:srgbClr val="9C6114"/>
            </a:solidFill>
            <a:prstDash val="sysDash"/>
            <a:round/>
          </a:ln>
        </p:spPr>
      </p:cxnSp>
      <p:cxnSp>
        <p:nvCxnSpPr>
          <p:cNvPr id="283" name="Straight Connector 32"/>
          <p:cNvCxnSpPr/>
          <p:nvPr/>
        </p:nvCxnSpPr>
        <p:spPr>
          <a:xfrm>
            <a:off x="7723080" y="1976760"/>
            <a:ext cx="360" cy="880920"/>
          </a:xfrm>
          <a:prstGeom prst="straightConnector1">
            <a:avLst/>
          </a:prstGeom>
          <a:ln w="25400" cap="rnd">
            <a:solidFill>
              <a:srgbClr val="9C6114"/>
            </a:solidFill>
            <a:prstDash val="sysDash"/>
            <a:round/>
          </a:ln>
        </p:spPr>
      </p:cxnSp>
      <p:cxnSp>
        <p:nvCxnSpPr>
          <p:cNvPr id="284" name="Straight Connector 33"/>
          <p:cNvCxnSpPr/>
          <p:nvPr/>
        </p:nvCxnSpPr>
        <p:spPr>
          <a:xfrm>
            <a:off x="9883080" y="1976760"/>
            <a:ext cx="360" cy="880920"/>
          </a:xfrm>
          <a:prstGeom prst="straightConnector1">
            <a:avLst/>
          </a:prstGeom>
          <a:ln w="25400" cap="rnd">
            <a:solidFill>
              <a:srgbClr val="9C6114"/>
            </a:solidFill>
            <a:prstDash val="sysDash"/>
            <a:round/>
          </a:ln>
        </p:spPr>
      </p:cxnSp>
      <p:sp>
        <p:nvSpPr>
          <p:cNvPr id="285" name="TextBox 39"/>
          <p:cNvSpPr/>
          <p:nvPr/>
        </p:nvSpPr>
        <p:spPr>
          <a:xfrm>
            <a:off x="4132080" y="2406600"/>
            <a:ext cx="702360" cy="245880"/>
          </a:xfrm>
          <a:prstGeom prst="rect">
            <a:avLst/>
          </a:prstGeom>
          <a:solidFill>
            <a:schemeClr val="bg1"/>
          </a:solid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a:lnSpc>
                <a:spcPct val="100000"/>
              </a:lnSpc>
            </a:pPr>
            <a:r>
              <a:rPr lang="en-US" sz="1600" b="0" u="none" strike="noStrike">
                <a:solidFill>
                  <a:schemeClr val="lt2"/>
                </a:solidFill>
                <a:effectLst/>
                <a:uFillTx/>
                <a:latin typeface="Arial"/>
                <a:ea typeface="Arial"/>
              </a:rPr>
              <a:t>2 bytes</a:t>
            </a:r>
            <a:endParaRPr lang="en-US" sz="1600" b="0" u="none" strike="noStrike">
              <a:solidFill>
                <a:srgbClr val="000000"/>
              </a:solidFill>
              <a:effectLst/>
              <a:uFillTx/>
              <a:latin typeface="Arial"/>
            </a:endParaRPr>
          </a:p>
        </p:txBody>
      </p:sp>
      <p:sp>
        <p:nvSpPr>
          <p:cNvPr id="286" name="TextBox 41"/>
          <p:cNvSpPr/>
          <p:nvPr/>
        </p:nvSpPr>
        <p:spPr>
          <a:xfrm>
            <a:off x="6292080" y="2406600"/>
            <a:ext cx="702360" cy="245880"/>
          </a:xfrm>
          <a:prstGeom prst="rect">
            <a:avLst/>
          </a:prstGeom>
          <a:solidFill>
            <a:schemeClr val="bg1"/>
          </a:solid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a:lnSpc>
                <a:spcPct val="100000"/>
              </a:lnSpc>
            </a:pPr>
            <a:r>
              <a:rPr lang="en-US" sz="1600" b="0" u="none" strike="noStrike">
                <a:solidFill>
                  <a:schemeClr val="lt2"/>
                </a:solidFill>
                <a:effectLst/>
                <a:uFillTx/>
                <a:latin typeface="Arial"/>
                <a:ea typeface="Arial"/>
              </a:rPr>
              <a:t>2 bytes</a:t>
            </a:r>
            <a:endParaRPr lang="en-US" sz="1600" b="0" u="none" strike="noStrike">
              <a:solidFill>
                <a:srgbClr val="000000"/>
              </a:solidFill>
              <a:effectLst/>
              <a:uFillTx/>
              <a:latin typeface="Arial"/>
            </a:endParaRPr>
          </a:p>
        </p:txBody>
      </p:sp>
      <p:sp>
        <p:nvSpPr>
          <p:cNvPr id="287" name="TextBox 42"/>
          <p:cNvSpPr/>
          <p:nvPr/>
        </p:nvSpPr>
        <p:spPr>
          <a:xfrm>
            <a:off x="8199000" y="2406600"/>
            <a:ext cx="1208160" cy="245880"/>
          </a:xfrm>
          <a:prstGeom prst="rect">
            <a:avLst/>
          </a:prstGeom>
          <a:solidFill>
            <a:schemeClr val="bg1"/>
          </a:solid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a:lnSpc>
                <a:spcPct val="100000"/>
              </a:lnSpc>
            </a:pPr>
            <a:r>
              <a:rPr lang="en-US" sz="1600" b="0" u="none" strike="noStrike">
                <a:solidFill>
                  <a:schemeClr val="lt2"/>
                </a:solidFill>
                <a:effectLst/>
                <a:uFillTx/>
                <a:latin typeface="Arial"/>
                <a:ea typeface="Arial"/>
              </a:rPr>
              <a:t>length bytes</a:t>
            </a:r>
            <a:endParaRPr lang="en-US" sz="1600" b="0" u="none" strike="noStrike">
              <a:solidFill>
                <a:srgbClr val="000000"/>
              </a:solidFill>
              <a:effectLst/>
              <a:uFillTx/>
              <a:latin typeface="Arial"/>
            </a:endParaRPr>
          </a:p>
        </p:txBody>
      </p:sp>
      <p:sp>
        <p:nvSpPr>
          <p:cNvPr id="288" name="TextBox 43"/>
          <p:cNvSpPr/>
          <p:nvPr/>
        </p:nvSpPr>
        <p:spPr>
          <a:xfrm>
            <a:off x="10612080" y="2406600"/>
            <a:ext cx="702360" cy="245880"/>
          </a:xfrm>
          <a:prstGeom prst="rect">
            <a:avLst/>
          </a:prstGeom>
          <a:solidFill>
            <a:schemeClr val="bg1"/>
          </a:solid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a:lnSpc>
                <a:spcPct val="100000"/>
              </a:lnSpc>
            </a:pPr>
            <a:r>
              <a:rPr lang="en-US" sz="1600" b="0" u="none" strike="noStrike">
                <a:solidFill>
                  <a:schemeClr val="lt2"/>
                </a:solidFill>
                <a:effectLst/>
                <a:uFillTx/>
                <a:latin typeface="Arial"/>
                <a:ea typeface="Arial"/>
              </a:rPr>
              <a:t>2 bytes</a:t>
            </a:r>
            <a:endParaRPr lang="en-US" sz="1600" b="0" u="none" strike="noStrike">
              <a:solidFill>
                <a:srgbClr val="000000"/>
              </a:solidFill>
              <a:effectLst/>
              <a:uFillTx/>
              <a:latin typeface="Arial"/>
            </a:endParaRPr>
          </a:p>
        </p:txBody>
      </p:sp>
      <p:sp>
        <p:nvSpPr>
          <p:cNvPr id="289" name="TextBox 44"/>
          <p:cNvSpPr/>
          <p:nvPr/>
        </p:nvSpPr>
        <p:spPr>
          <a:xfrm>
            <a:off x="890640" y="2406600"/>
            <a:ext cx="702360" cy="245880"/>
          </a:xfrm>
          <a:prstGeom prst="rect">
            <a:avLst/>
          </a:prstGeom>
          <a:solidFill>
            <a:schemeClr val="bg1"/>
          </a:solid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a:lnSpc>
                <a:spcPct val="100000"/>
              </a:lnSpc>
            </a:pPr>
            <a:r>
              <a:rPr lang="en-US" sz="1600" b="0" u="none" strike="noStrike">
                <a:solidFill>
                  <a:schemeClr val="lt2"/>
                </a:solidFill>
                <a:effectLst/>
                <a:uFillTx/>
                <a:latin typeface="Arial"/>
                <a:ea typeface="Arial"/>
              </a:rPr>
              <a:t>2 bytes</a:t>
            </a:r>
            <a:endParaRPr lang="en-US" sz="1600" b="0" u="none" strike="noStrike">
              <a:solidFill>
                <a:srgbClr val="000000"/>
              </a:solidFill>
              <a:effectLst/>
              <a:uFillTx/>
              <a:latin typeface="Arial"/>
            </a:endParaRPr>
          </a:p>
        </p:txBody>
      </p:sp>
      <p:sp>
        <p:nvSpPr>
          <p:cNvPr id="290" name="Rectangle: Rounded Corners 49"/>
          <p:cNvSpPr/>
          <p:nvPr/>
        </p:nvSpPr>
        <p:spPr>
          <a:xfrm>
            <a:off x="4834800" y="4277520"/>
            <a:ext cx="1079640" cy="539640"/>
          </a:xfrm>
          <a:prstGeom prst="roundRect">
            <a:avLst>
              <a:gd name="adj" fmla="val 26871"/>
            </a:avLst>
          </a:prstGeom>
          <a:noFill/>
          <a:ln w="50800">
            <a:solidFill>
              <a:srgbClr val="9C6114"/>
            </a:solidFill>
            <a:round/>
          </a:ln>
        </p:spPr>
        <p:style>
          <a:lnRef idx="2">
            <a:schemeClr val="accent1">
              <a:shade val="15000"/>
            </a:schemeClr>
          </a:lnRef>
          <a:fillRef idx="1">
            <a:schemeClr val="accent1"/>
          </a:fillRef>
          <a:effectRef idx="0">
            <a:schemeClr val="accent1"/>
          </a:effectRef>
          <a:fontRef idx="minor"/>
        </p:style>
        <p:txBody>
          <a:bodyPr lIns="0" tIns="0" rIns="0" bIns="0" anchor="ctr">
            <a:noAutofit/>
          </a:bodyPr>
          <a:lstStyle/>
          <a:p>
            <a:pPr algn="ctr">
              <a:lnSpc>
                <a:spcPct val="100000"/>
              </a:lnSpc>
            </a:pPr>
            <a:r>
              <a:rPr lang="en-US" sz="2400" b="0" u="none" strike="noStrike">
                <a:solidFill>
                  <a:schemeClr val="lt2"/>
                </a:solidFill>
                <a:effectLst/>
                <a:uFillTx/>
                <a:latin typeface="Arial"/>
                <a:ea typeface="Arial"/>
              </a:rPr>
              <a:t>label</a:t>
            </a:r>
            <a:endParaRPr lang="en-US" sz="2400" b="0" u="none" strike="noStrike">
              <a:solidFill>
                <a:srgbClr val="000000"/>
              </a:solidFill>
              <a:effectLst/>
              <a:uFillTx/>
              <a:latin typeface="Arial"/>
            </a:endParaRPr>
          </a:p>
        </p:txBody>
      </p:sp>
      <p:sp>
        <p:nvSpPr>
          <p:cNvPr id="291" name="Rectangle: Rounded Corners 50"/>
          <p:cNvSpPr/>
          <p:nvPr/>
        </p:nvSpPr>
        <p:spPr>
          <a:xfrm>
            <a:off x="5914800" y="4277520"/>
            <a:ext cx="4319640" cy="539640"/>
          </a:xfrm>
          <a:prstGeom prst="roundRect">
            <a:avLst>
              <a:gd name="adj" fmla="val 26871"/>
            </a:avLst>
          </a:prstGeom>
          <a:noFill/>
          <a:ln w="50800">
            <a:solidFill>
              <a:srgbClr val="9C6114"/>
            </a:solidFill>
            <a:round/>
          </a:ln>
        </p:spPr>
        <p:style>
          <a:lnRef idx="2">
            <a:schemeClr val="accent1">
              <a:shade val="15000"/>
            </a:schemeClr>
          </a:lnRef>
          <a:fillRef idx="1">
            <a:schemeClr val="accent1"/>
          </a:fillRef>
          <a:effectRef idx="0">
            <a:schemeClr val="accent1"/>
          </a:effectRef>
          <a:fontRef idx="minor"/>
        </p:style>
        <p:txBody>
          <a:bodyPr lIns="0" tIns="0" rIns="0" bIns="0" anchor="ctr">
            <a:noAutofit/>
          </a:bodyPr>
          <a:lstStyle/>
          <a:p>
            <a:pPr algn="ctr">
              <a:lnSpc>
                <a:spcPct val="100000"/>
              </a:lnSpc>
            </a:pPr>
            <a:r>
              <a:rPr lang="en-US" sz="2400" b="0" u="none" strike="noStrike">
                <a:solidFill>
                  <a:schemeClr val="lt2"/>
                </a:solidFill>
                <a:effectLst/>
                <a:uFillTx/>
                <a:latin typeface="Arial"/>
                <a:ea typeface="Arial"/>
              </a:rPr>
              <a:t>Data1(float)</a:t>
            </a:r>
            <a:endParaRPr lang="en-US" sz="2400" b="0" u="none" strike="noStrike">
              <a:solidFill>
                <a:srgbClr val="000000"/>
              </a:solidFill>
              <a:effectLst/>
              <a:uFillTx/>
              <a:latin typeface="Arial"/>
            </a:endParaRPr>
          </a:p>
        </p:txBody>
      </p:sp>
      <p:sp>
        <p:nvSpPr>
          <p:cNvPr id="292" name="Freeform: Shape 55"/>
          <p:cNvSpPr/>
          <p:nvPr/>
        </p:nvSpPr>
        <p:spPr>
          <a:xfrm>
            <a:off x="10234800" y="4277520"/>
            <a:ext cx="1247760" cy="539640"/>
          </a:xfrm>
          <a:custGeom>
            <a:avLst/>
            <a:gdLst>
              <a:gd name="textAreaLeft" fmla="*/ 0 w 1247760"/>
              <a:gd name="textAreaRight" fmla="*/ 1248120 w 1247760"/>
              <a:gd name="textAreaTop" fmla="*/ 0 h 539640"/>
              <a:gd name="textAreaBottom" fmla="*/ 540000 h 539640"/>
              <a:gd name="GluePoint1X" fmla="*/ 145103 w 1247952"/>
              <a:gd name="GluePoint1Y" fmla="*/ 0 h 540000"/>
              <a:gd name="GluePoint2X" fmla="*/ 1247952 w 1247952"/>
              <a:gd name="GluePoint2Y" fmla="*/ 0 h 540000"/>
              <a:gd name="GluePoint3X" fmla="*/ 1247952 w 1247952"/>
              <a:gd name="GluePoint3Y" fmla="*/ 540000 h 540000"/>
              <a:gd name="GluePoint4X" fmla="*/ 145103 w 1247952"/>
              <a:gd name="GluePoint4Y" fmla="*/ 540000 h 540000"/>
              <a:gd name="GluePoint5X" fmla="*/ 0 w 1247952"/>
              <a:gd name="GluePoint5Y" fmla="*/ 394897 h 540000"/>
              <a:gd name="GluePoint6X" fmla="*/ 0 w 1247952"/>
              <a:gd name="GluePoint6Y" fmla="*/ 145103 h 540000"/>
              <a:gd name="GluePoint7X" fmla="*/ 145103 w 1247952"/>
              <a:gd name="GluePoint7Y" fmla="*/ 0 h 5400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247952" h="540000">
                <a:moveTo>
                  <a:pt x="145103" y="0"/>
                </a:moveTo>
                <a:lnTo>
                  <a:pt x="1247952" y="0"/>
                </a:lnTo>
                <a:lnTo>
                  <a:pt x="1247952" y="540000"/>
                </a:lnTo>
                <a:lnTo>
                  <a:pt x="145103" y="540000"/>
                </a:lnTo>
                <a:cubicBezTo>
                  <a:pt x="64965" y="540000"/>
                  <a:pt x="0" y="475035"/>
                  <a:pt x="0" y="394897"/>
                </a:cubicBezTo>
                <a:lnTo>
                  <a:pt x="0" y="145103"/>
                </a:lnTo>
                <a:cubicBezTo>
                  <a:pt x="0" y="64965"/>
                  <a:pt x="64965" y="0"/>
                  <a:pt x="145103" y="0"/>
                </a:cubicBezTo>
                <a:close/>
              </a:path>
            </a:pathLst>
          </a:custGeom>
          <a:noFill/>
          <a:ln w="50800">
            <a:solidFill>
              <a:srgbClr val="9C6114"/>
            </a:solidFill>
            <a:round/>
          </a:ln>
        </p:spPr>
        <p:style>
          <a:lnRef idx="2">
            <a:schemeClr val="accent1">
              <a:shade val="15000"/>
            </a:schemeClr>
          </a:lnRef>
          <a:fillRef idx="1">
            <a:schemeClr val="accent1"/>
          </a:fillRef>
          <a:effectRef idx="0">
            <a:schemeClr val="accent1"/>
          </a:effectRef>
          <a:fontRef idx="minor"/>
        </p:style>
        <p:txBody>
          <a:bodyPr lIns="0" tIns="0" rIns="0" bIns="0" anchor="ctr">
            <a:noAutofit/>
          </a:bodyPr>
          <a:lstStyle/>
          <a:p>
            <a:pPr algn="ctr">
              <a:lnSpc>
                <a:spcPct val="100000"/>
              </a:lnSpc>
            </a:pPr>
            <a:r>
              <a:rPr lang="en-US" sz="2400" b="0" u="none" strike="noStrike">
                <a:solidFill>
                  <a:schemeClr val="lt2"/>
                </a:solidFill>
                <a:effectLst/>
                <a:uFillTx/>
                <a:latin typeface="Arial"/>
                <a:ea typeface="Arial"/>
              </a:rPr>
              <a:t>data2</a:t>
            </a:r>
            <a:endParaRPr lang="en-US" sz="2400" b="0" u="none" strike="noStrike">
              <a:solidFill>
                <a:srgbClr val="000000"/>
              </a:solidFill>
              <a:effectLst/>
              <a:uFillTx/>
              <a:latin typeface="Arial"/>
            </a:endParaRPr>
          </a:p>
        </p:txBody>
      </p:sp>
      <p:cxnSp>
        <p:nvCxnSpPr>
          <p:cNvPr id="293" name="Straight Connector 56"/>
          <p:cNvCxnSpPr>
            <a:stCxn id="292" idx="2"/>
            <a:endCxn id="292" idx="1"/>
          </p:cNvCxnSpPr>
          <p:nvPr/>
        </p:nvCxnSpPr>
        <p:spPr>
          <a:xfrm flipV="1">
            <a:off x="11482560" y="4277520"/>
            <a:ext cx="360" cy="540000"/>
          </a:xfrm>
          <a:prstGeom prst="straightConnector1">
            <a:avLst/>
          </a:prstGeom>
          <a:ln w="50800" cap="sq">
            <a:solidFill>
              <a:srgbClr val="FFFFFF"/>
            </a:solidFill>
            <a:round/>
          </a:ln>
        </p:spPr>
      </p:cxnSp>
      <p:cxnSp>
        <p:nvCxnSpPr>
          <p:cNvPr id="294" name="Straight Connector 60"/>
          <p:cNvCxnSpPr/>
          <p:nvPr/>
        </p:nvCxnSpPr>
        <p:spPr>
          <a:xfrm>
            <a:off x="10671120" y="4277520"/>
            <a:ext cx="811800" cy="360"/>
          </a:xfrm>
          <a:prstGeom prst="straightConnector1">
            <a:avLst/>
          </a:prstGeom>
          <a:ln w="50800">
            <a:solidFill>
              <a:srgbClr val="FFFFFF"/>
            </a:solidFill>
            <a:prstDash val="sysDot"/>
            <a:round/>
          </a:ln>
        </p:spPr>
      </p:cxnSp>
      <p:cxnSp>
        <p:nvCxnSpPr>
          <p:cNvPr id="295" name="Straight Connector 193"/>
          <p:cNvCxnSpPr/>
          <p:nvPr/>
        </p:nvCxnSpPr>
        <p:spPr>
          <a:xfrm>
            <a:off x="10671120" y="4817160"/>
            <a:ext cx="811800" cy="360"/>
          </a:xfrm>
          <a:prstGeom prst="straightConnector1">
            <a:avLst/>
          </a:prstGeom>
          <a:ln w="50800">
            <a:solidFill>
              <a:srgbClr val="FFFFFF"/>
            </a:solidFill>
            <a:prstDash val="sysDot"/>
            <a:round/>
          </a:ln>
        </p:spPr>
      </p:cxnSp>
      <p:cxnSp>
        <p:nvCxnSpPr>
          <p:cNvPr id="296" name="Straight Connector 194"/>
          <p:cNvCxnSpPr/>
          <p:nvPr/>
        </p:nvCxnSpPr>
        <p:spPr>
          <a:xfrm flipV="1">
            <a:off x="10234440" y="4413600"/>
            <a:ext cx="360" cy="267840"/>
          </a:xfrm>
          <a:prstGeom prst="straightConnector1">
            <a:avLst/>
          </a:prstGeom>
          <a:ln w="50800">
            <a:solidFill>
              <a:srgbClr val="FFFFFF"/>
            </a:solidFill>
            <a:round/>
          </a:ln>
        </p:spPr>
      </p:cxnSp>
      <p:cxnSp>
        <p:nvCxnSpPr>
          <p:cNvPr id="297" name="Straight Connector 195"/>
          <p:cNvCxnSpPr/>
          <p:nvPr/>
        </p:nvCxnSpPr>
        <p:spPr>
          <a:xfrm flipV="1">
            <a:off x="5914440" y="4413600"/>
            <a:ext cx="360" cy="267840"/>
          </a:xfrm>
          <a:prstGeom prst="straightConnector1">
            <a:avLst/>
          </a:prstGeom>
          <a:ln w="50800">
            <a:solidFill>
              <a:srgbClr val="FFFFFF"/>
            </a:solidFill>
            <a:round/>
          </a:ln>
        </p:spPr>
      </p:cxnSp>
      <p:cxnSp>
        <p:nvCxnSpPr>
          <p:cNvPr id="298" name="Straight Connector 196"/>
          <p:cNvCxnSpPr/>
          <p:nvPr/>
        </p:nvCxnSpPr>
        <p:spPr>
          <a:xfrm>
            <a:off x="4834440" y="5178240"/>
            <a:ext cx="6282720" cy="360"/>
          </a:xfrm>
          <a:prstGeom prst="straightConnector1">
            <a:avLst/>
          </a:prstGeom>
          <a:ln w="25400" cap="rnd">
            <a:solidFill>
              <a:srgbClr val="9C6114"/>
            </a:solidFill>
            <a:prstDash val="sysDash"/>
            <a:round/>
          </a:ln>
        </p:spPr>
      </p:cxnSp>
      <p:cxnSp>
        <p:nvCxnSpPr>
          <p:cNvPr id="299" name="Straight Connector 199"/>
          <p:cNvCxnSpPr/>
          <p:nvPr/>
        </p:nvCxnSpPr>
        <p:spPr>
          <a:xfrm>
            <a:off x="5914440" y="4681080"/>
            <a:ext cx="360" cy="880920"/>
          </a:xfrm>
          <a:prstGeom prst="straightConnector1">
            <a:avLst/>
          </a:prstGeom>
          <a:ln w="25400" cap="rnd">
            <a:solidFill>
              <a:srgbClr val="9C6114"/>
            </a:solidFill>
            <a:prstDash val="sysDash"/>
            <a:round/>
          </a:ln>
        </p:spPr>
      </p:cxnSp>
      <p:cxnSp>
        <p:nvCxnSpPr>
          <p:cNvPr id="300" name="Straight Connector 200"/>
          <p:cNvCxnSpPr/>
          <p:nvPr/>
        </p:nvCxnSpPr>
        <p:spPr>
          <a:xfrm>
            <a:off x="10234440" y="4681080"/>
            <a:ext cx="360" cy="880920"/>
          </a:xfrm>
          <a:prstGeom prst="straightConnector1">
            <a:avLst/>
          </a:prstGeom>
          <a:ln w="25400" cap="rnd">
            <a:solidFill>
              <a:srgbClr val="9C6114"/>
            </a:solidFill>
            <a:prstDash val="sysDash"/>
            <a:round/>
          </a:ln>
        </p:spPr>
      </p:cxnSp>
      <p:sp>
        <p:nvSpPr>
          <p:cNvPr id="301" name="TextBox 201"/>
          <p:cNvSpPr/>
          <p:nvPr/>
        </p:nvSpPr>
        <p:spPr>
          <a:xfrm>
            <a:off x="5023440" y="5029560"/>
            <a:ext cx="702360" cy="245880"/>
          </a:xfrm>
          <a:prstGeom prst="rect">
            <a:avLst/>
          </a:prstGeom>
          <a:solidFill>
            <a:schemeClr val="bg1"/>
          </a:solid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a:lnSpc>
                <a:spcPct val="100000"/>
              </a:lnSpc>
            </a:pPr>
            <a:r>
              <a:rPr lang="en-US" sz="1600" b="0" u="none" strike="noStrike">
                <a:solidFill>
                  <a:schemeClr val="lt2"/>
                </a:solidFill>
                <a:effectLst/>
                <a:uFillTx/>
                <a:latin typeface="Arial"/>
                <a:ea typeface="Arial"/>
              </a:rPr>
              <a:t>1 bytes</a:t>
            </a:r>
            <a:endParaRPr lang="en-US" sz="1600" b="0" u="none" strike="noStrike">
              <a:solidFill>
                <a:srgbClr val="000000"/>
              </a:solidFill>
              <a:effectLst/>
              <a:uFillTx/>
              <a:latin typeface="Arial"/>
            </a:endParaRPr>
          </a:p>
        </p:txBody>
      </p:sp>
      <p:sp>
        <p:nvSpPr>
          <p:cNvPr id="302" name="TextBox 203"/>
          <p:cNvSpPr/>
          <p:nvPr/>
        </p:nvSpPr>
        <p:spPr>
          <a:xfrm>
            <a:off x="7723440" y="5055480"/>
            <a:ext cx="702360" cy="245880"/>
          </a:xfrm>
          <a:prstGeom prst="rect">
            <a:avLst/>
          </a:prstGeom>
          <a:solidFill>
            <a:schemeClr val="bg1"/>
          </a:solid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a:lnSpc>
                <a:spcPct val="100000"/>
              </a:lnSpc>
            </a:pPr>
            <a:r>
              <a:rPr lang="en-US" sz="1600" b="0" u="none" strike="noStrike">
                <a:solidFill>
                  <a:schemeClr val="lt2"/>
                </a:solidFill>
                <a:effectLst/>
                <a:uFillTx/>
                <a:latin typeface="Arial"/>
                <a:ea typeface="Arial"/>
              </a:rPr>
              <a:t>4 bytes</a:t>
            </a:r>
            <a:endParaRPr lang="en-US" sz="1600" b="0" u="none" strike="noStrike">
              <a:solidFill>
                <a:srgbClr val="000000"/>
              </a:solidFill>
              <a:effectLst/>
              <a:uFillTx/>
              <a:latin typeface="Arial"/>
            </a:endParaRPr>
          </a:p>
        </p:txBody>
      </p:sp>
      <p:cxnSp>
        <p:nvCxnSpPr>
          <p:cNvPr id="303" name="Straight Connector 207"/>
          <p:cNvCxnSpPr/>
          <p:nvPr/>
        </p:nvCxnSpPr>
        <p:spPr>
          <a:xfrm flipV="1">
            <a:off x="4834440" y="4413600"/>
            <a:ext cx="360" cy="267840"/>
          </a:xfrm>
          <a:prstGeom prst="straightConnector1">
            <a:avLst/>
          </a:prstGeom>
          <a:ln w="50800">
            <a:solidFill>
              <a:srgbClr val="FFFFFF"/>
            </a:solidFill>
            <a:round/>
          </a:ln>
        </p:spPr>
      </p:cxnSp>
      <p:sp>
        <p:nvSpPr>
          <p:cNvPr id="304" name="Freeform: Shape 206"/>
          <p:cNvSpPr/>
          <p:nvPr/>
        </p:nvSpPr>
        <p:spPr>
          <a:xfrm>
            <a:off x="4647600" y="2023560"/>
            <a:ext cx="7102800" cy="3678840"/>
          </a:xfrm>
          <a:custGeom>
            <a:avLst/>
            <a:gdLst>
              <a:gd name="textAreaLeft" fmla="*/ 0 w 7102800"/>
              <a:gd name="textAreaRight" fmla="*/ 7103160 w 7102800"/>
              <a:gd name="textAreaTop" fmla="*/ 0 h 3678840"/>
              <a:gd name="textAreaBottom" fmla="*/ 3679200 h 3678840"/>
              <a:gd name="GluePoint1X" fmla="*/ 5199217 w 7103212"/>
              <a:gd name="GluePoint1Y" fmla="*/ 0 h 3679209"/>
              <a:gd name="GluePoint2X" fmla="*/ 6924560 w 7103212"/>
              <a:gd name="GluePoint2Y" fmla="*/ 1861579 h 3679209"/>
              <a:gd name="GluePoint3X" fmla="*/ 7103212 w 7103212"/>
              <a:gd name="GluePoint3Y" fmla="*/ 2101191 h 3679209"/>
              <a:gd name="GluePoint4X" fmla="*/ 7103212 w 7103212"/>
              <a:gd name="GluePoint4Y" fmla="*/ 3470077 h 3679209"/>
              <a:gd name="GluePoint5X" fmla="*/ 6894080 w 7103212"/>
              <a:gd name="GluePoint5Y" fmla="*/ 3679209 h 3679209"/>
              <a:gd name="GluePoint6X" fmla="*/ 209132 w 7103212"/>
              <a:gd name="GluePoint6Y" fmla="*/ 3679209 h 3679209"/>
              <a:gd name="GluePoint7X" fmla="*/ 0 w 7103212"/>
              <a:gd name="GluePoint7Y" fmla="*/ 3470077 h 3679209"/>
              <a:gd name="GluePoint8X" fmla="*/ 0 w 7103212"/>
              <a:gd name="GluePoint8Y" fmla="*/ 2101191 h 3679209"/>
              <a:gd name="GluePoint9X" fmla="*/ 127729 w 7103212"/>
              <a:gd name="GluePoint9Y" fmla="*/ 1908494 h 3679209"/>
              <a:gd name="GluePoint10X" fmla="*/ 166363 w 7103212"/>
              <a:gd name="GluePoint10Y" fmla="*/ 1896501 h 3679209"/>
              <a:gd name="GluePoint11X" fmla="*/ 153084 w 7103212"/>
              <a:gd name="GluePoint11Y" fmla="*/ 1896534 h 3679209"/>
              <a:gd name="GluePoint12X" fmla="*/ 3175684 w 7103212"/>
              <a:gd name="GluePoint12Y" fmla="*/ 8467 h 3679209"/>
              <a:gd name="GluePoint13X" fmla="*/ 5199217 w 7103212"/>
              <a:gd name="GluePoint13Y" fmla="*/ 0 h 367920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textAreaLeft" t="textAreaTop" r="textAreaRight" b="textAreaBottom"/>
            <a:pathLst>
              <a:path w="7103212" h="3679209">
                <a:moveTo>
                  <a:pt x="5199217" y="0"/>
                </a:moveTo>
                <a:lnTo>
                  <a:pt x="6924560" y="1861579"/>
                </a:lnTo>
                <a:cubicBezTo>
                  <a:pt x="7029900" y="1973339"/>
                  <a:pt x="7016852" y="1945051"/>
                  <a:pt x="7103212" y="2101191"/>
                </a:cubicBezTo>
                <a:lnTo>
                  <a:pt x="7103212" y="3470077"/>
                </a:lnTo>
                <a:cubicBezTo>
                  <a:pt x="7103212" y="3585577"/>
                  <a:pt x="7009580" y="3679209"/>
                  <a:pt x="6894080" y="3679209"/>
                </a:cubicBezTo>
                <a:lnTo>
                  <a:pt x="209132" y="3679209"/>
                </a:lnTo>
                <a:cubicBezTo>
                  <a:pt x="93632" y="3679209"/>
                  <a:pt x="0" y="3585577"/>
                  <a:pt x="0" y="3470077"/>
                </a:cubicBezTo>
                <a:lnTo>
                  <a:pt x="0" y="2101191"/>
                </a:lnTo>
                <a:cubicBezTo>
                  <a:pt x="0" y="2014566"/>
                  <a:pt x="52668" y="1940242"/>
                  <a:pt x="127729" y="1908494"/>
                </a:cubicBezTo>
                <a:lnTo>
                  <a:pt x="166363" y="1896501"/>
                </a:lnTo>
                <a:lnTo>
                  <a:pt x="153084" y="1896534"/>
                </a:lnTo>
                <a:lnTo>
                  <a:pt x="3175684" y="8467"/>
                </a:lnTo>
                <a:lnTo>
                  <a:pt x="5199217" y="0"/>
                </a:lnTo>
                <a:close/>
              </a:path>
            </a:pathLst>
          </a:custGeom>
          <a:solidFill>
            <a:schemeClr val="lt2">
              <a:alpha val="10000"/>
            </a:schemeClr>
          </a:solidFill>
          <a:ln w="50800">
            <a:noFill/>
          </a:ln>
        </p:spPr>
        <p:style>
          <a:lnRef idx="2">
            <a:schemeClr val="accent1">
              <a:shade val="15000"/>
            </a:schemeClr>
          </a:lnRef>
          <a:fillRef idx="1">
            <a:schemeClr val="accent1"/>
          </a:fillRef>
          <a:effectRef idx="0">
            <a:schemeClr val="accent1"/>
          </a:effectRef>
          <a:fontRef idx="minor"/>
        </p:style>
        <p:txBody>
          <a:bodyPr lIns="0" tIns="0" rIns="0" bIns="0" anchor="ctr">
            <a:noAutofit/>
          </a:bodyPr>
          <a:lstStyle/>
          <a:p>
            <a:pPr algn="ctr">
              <a:lnSpc>
                <a:spcPct val="100000"/>
              </a:lnSpc>
            </a:pPr>
            <a:endParaRPr lang="en-SE" sz="2400" b="0" u="none" strike="noStrike">
              <a:solidFill>
                <a:schemeClr val="lt2"/>
              </a:solidFill>
              <a:effectLst/>
              <a:uFillTx/>
              <a:latin typeface="Arial"/>
              <a:ea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 name="Rectangle: Rounded Corners 18"/>
          <p:cNvSpPr/>
          <p:nvPr/>
        </p:nvSpPr>
        <p:spPr>
          <a:xfrm>
            <a:off x="641160" y="2463480"/>
            <a:ext cx="7062480" cy="3952080"/>
          </a:xfrm>
          <a:prstGeom prst="roundRect">
            <a:avLst>
              <a:gd name="adj" fmla="val 8566"/>
            </a:avLst>
          </a:prstGeom>
          <a:solidFill>
            <a:schemeClr val="lt2">
              <a:alpha val="10000"/>
            </a:schemeClr>
          </a:solidFill>
          <a:ln w="50800">
            <a:noFill/>
          </a:ln>
        </p:spPr>
        <p:style>
          <a:lnRef idx="2">
            <a:schemeClr val="accent1">
              <a:shade val="15000"/>
            </a:schemeClr>
          </a:lnRef>
          <a:fillRef idx="1">
            <a:schemeClr val="accent1"/>
          </a:fillRef>
          <a:effectRef idx="0">
            <a:schemeClr val="accent1"/>
          </a:effectRef>
          <a:fontRef idx="minor"/>
        </p:style>
        <p:txBody>
          <a:bodyPr lIns="0" tIns="0" rIns="0" bIns="0" anchor="ctr">
            <a:noAutofit/>
          </a:bodyPr>
          <a:lstStyle/>
          <a:p>
            <a:pPr algn="ctr">
              <a:lnSpc>
                <a:spcPct val="100000"/>
              </a:lnSpc>
            </a:pPr>
            <a:endParaRPr lang="en-SE" sz="2400" b="0" u="none" strike="noStrike">
              <a:solidFill>
                <a:schemeClr val="lt2"/>
              </a:solidFill>
              <a:effectLst/>
              <a:uFillTx/>
              <a:latin typeface="Arial"/>
              <a:ea typeface="Arial"/>
            </a:endParaRPr>
          </a:p>
        </p:txBody>
      </p:sp>
      <p:sp>
        <p:nvSpPr>
          <p:cNvPr id="306" name="Rectangle 4"/>
          <p:cNvSpPr/>
          <p:nvPr/>
        </p:nvSpPr>
        <p:spPr>
          <a:xfrm>
            <a:off x="2056680" y="3084120"/>
            <a:ext cx="5265360" cy="2448720"/>
          </a:xfrm>
          <a:prstGeom prst="rect">
            <a:avLst/>
          </a:prstGeom>
          <a:solidFill>
            <a:schemeClr val="bg1"/>
          </a:solidFill>
          <a:ln w="50800">
            <a:solidFill>
              <a:srgbClr val="9C6114"/>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endParaRPr lang="en-SE" sz="1400" b="0" u="none" strike="noStrike">
              <a:solidFill>
                <a:schemeClr val="lt1"/>
              </a:solidFill>
              <a:effectLst/>
              <a:uFillTx/>
              <a:latin typeface="Arial"/>
              <a:ea typeface="Arial"/>
            </a:endParaRPr>
          </a:p>
        </p:txBody>
      </p:sp>
      <p:sp>
        <p:nvSpPr>
          <p:cNvPr id="307" name="Rectangle 19"/>
          <p:cNvSpPr/>
          <p:nvPr/>
        </p:nvSpPr>
        <p:spPr>
          <a:xfrm>
            <a:off x="6095880" y="3076200"/>
            <a:ext cx="1217160" cy="24487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endParaRPr lang="en-SE" sz="1400" b="0" u="none" strike="noStrike">
              <a:solidFill>
                <a:schemeClr val="lt1"/>
              </a:solidFill>
              <a:effectLst/>
              <a:uFillTx/>
              <a:latin typeface="Arial"/>
              <a:ea typeface="Arial"/>
            </a:endParaRPr>
          </a:p>
        </p:txBody>
      </p:sp>
      <p:sp>
        <p:nvSpPr>
          <p:cNvPr id="308" name="PlaceHolder 1"/>
          <p:cNvSpPr>
            <a:spLocks noGrp="1"/>
          </p:cNvSpPr>
          <p:nvPr>
            <p:ph/>
          </p:nvPr>
        </p:nvSpPr>
        <p:spPr>
          <a:xfrm>
            <a:off x="391680" y="1325160"/>
            <a:ext cx="11265120" cy="671400"/>
          </a:xfrm>
          <a:prstGeom prst="rect">
            <a:avLst/>
          </a:prstGeom>
          <a:noFill/>
          <a:ln w="0">
            <a:noFill/>
          </a:ln>
        </p:spPr>
        <p:txBody>
          <a:bodyPr lIns="0" tIns="0" rIns="0" bIns="0" anchor="t">
            <a:noAutofit/>
          </a:bodyPr>
          <a:lstStyle/>
          <a:p>
            <a:pPr marL="44280" indent="0">
              <a:lnSpc>
                <a:spcPct val="100000"/>
              </a:lnSpc>
              <a:buNone/>
              <a:tabLst>
                <a:tab pos="0" algn="l"/>
              </a:tabLst>
            </a:pPr>
            <a:r>
              <a:rPr lang="en-US" sz="2800" b="1" u="none" strike="noStrike">
                <a:solidFill>
                  <a:schemeClr val="lt2"/>
                </a:solidFill>
                <a:effectLst/>
                <a:uFillTx/>
                <a:latin typeface="Arial"/>
                <a:ea typeface="Arial"/>
              </a:rPr>
              <a:t>[Load] (Train + Val [Save?]) + …… + (Train + Val [Save?]) + Test</a:t>
            </a:r>
            <a:endParaRPr lang="en-US" sz="2800" b="0" u="none" strike="noStrike">
              <a:solidFill>
                <a:srgbClr val="000000"/>
              </a:solidFill>
              <a:effectLst/>
              <a:uFillTx/>
              <a:latin typeface="Arial"/>
            </a:endParaRPr>
          </a:p>
        </p:txBody>
      </p:sp>
      <p:sp>
        <p:nvSpPr>
          <p:cNvPr id="309" name="PlaceHolder 2"/>
          <p:cNvSpPr>
            <a:spLocks noGrp="1"/>
          </p:cNvSpPr>
          <p:nvPr>
            <p:ph type="title"/>
          </p:nvPr>
        </p:nvSpPr>
        <p:spPr>
          <a:xfrm>
            <a:off x="533160" y="182520"/>
            <a:ext cx="10324800" cy="831240"/>
          </a:xfrm>
          <a:prstGeom prst="rect">
            <a:avLst/>
          </a:prstGeom>
          <a:noFill/>
          <a:ln w="0">
            <a:noFill/>
          </a:ln>
        </p:spPr>
        <p:txBody>
          <a:bodyPr lIns="216000" tIns="108000" rIns="216000" bIns="108000" anchor="t">
            <a:noAutofit/>
          </a:bodyPr>
          <a:lstStyle/>
          <a:p>
            <a:pPr indent="0">
              <a:lnSpc>
                <a:spcPct val="100000"/>
              </a:lnSpc>
              <a:buNone/>
            </a:pPr>
            <a:r>
              <a:rPr lang="en-US" sz="3500" b="0" u="none" strike="noStrike">
                <a:solidFill>
                  <a:schemeClr val="dk1"/>
                </a:solidFill>
                <a:effectLst/>
                <a:uFillTx/>
                <a:latin typeface="Anton"/>
                <a:ea typeface="Anton"/>
              </a:rPr>
              <a:t>Process and Flash</a:t>
            </a:r>
            <a:endParaRPr lang="en-US" sz="3500" b="0" u="none" strike="noStrike">
              <a:solidFill>
                <a:srgbClr val="000000"/>
              </a:solidFill>
              <a:effectLst/>
              <a:uFillTx/>
              <a:latin typeface="Arial"/>
            </a:endParaRPr>
          </a:p>
        </p:txBody>
      </p:sp>
      <p:sp>
        <p:nvSpPr>
          <p:cNvPr id="310" name="PlaceHolder 3"/>
          <p:cNvSpPr>
            <a:spLocks noGrp="1"/>
          </p:cNvSpPr>
          <p:nvPr>
            <p:ph type="sldNum" idx="42"/>
          </p:nvPr>
        </p:nvSpPr>
        <p:spPr>
          <a:xfrm>
            <a:off x="11409120" y="6333120"/>
            <a:ext cx="731520" cy="524520"/>
          </a:xfrm>
          <a:prstGeom prst="rect">
            <a:avLst/>
          </a:prstGeom>
          <a:noFill/>
          <a:ln w="0">
            <a:noFill/>
          </a:ln>
        </p:spPr>
        <p:txBody>
          <a:bodyPr lIns="91440" tIns="91440" rIns="91440" bIns="91440" anchor="t">
            <a:noAutofit/>
          </a:bodyPr>
          <a:lstStyle>
            <a:lvl1pPr indent="0" algn="r">
              <a:lnSpc>
                <a:spcPct val="100000"/>
              </a:lnSpc>
              <a:buNone/>
              <a:tabLst>
                <a:tab pos="0" algn="l"/>
              </a:tabLst>
              <a:defRPr lang="en" sz="1300" b="0" u="none" strike="noStrike">
                <a:solidFill>
                  <a:schemeClr val="dk1"/>
                </a:solidFill>
                <a:effectLst/>
                <a:uFillTx/>
                <a:latin typeface="Arial Narrow"/>
                <a:ea typeface="Arial Narrow"/>
              </a:defRPr>
            </a:lvl1pPr>
          </a:lstStyle>
          <a:p>
            <a:pPr indent="0" algn="r">
              <a:lnSpc>
                <a:spcPct val="100000"/>
              </a:lnSpc>
              <a:buNone/>
              <a:tabLst>
                <a:tab pos="0" algn="l"/>
              </a:tabLst>
            </a:pPr>
            <a:fld id="{8F7AC0DC-A6F9-4895-8511-B349FE498124}" type="slidenum">
              <a:rPr lang="en" sz="1300" b="0" u="none" strike="noStrike">
                <a:solidFill>
                  <a:schemeClr val="dk1"/>
                </a:solidFill>
                <a:effectLst/>
                <a:uFillTx/>
                <a:latin typeface="Arial Narrow"/>
                <a:ea typeface="Arial Narrow"/>
              </a:rPr>
              <a:t>9</a:t>
            </a:fld>
            <a:endParaRPr lang="en-US" sz="1300" b="0" u="none" strike="noStrike">
              <a:solidFill>
                <a:srgbClr val="000000"/>
              </a:solidFill>
              <a:effectLst/>
              <a:uFillTx/>
              <a:latin typeface="Times New Roman"/>
            </a:endParaRPr>
          </a:p>
        </p:txBody>
      </p:sp>
      <p:sp>
        <p:nvSpPr>
          <p:cNvPr id="311" name="Text Placeholder 1"/>
          <p:cNvSpPr/>
          <p:nvPr/>
        </p:nvSpPr>
        <p:spPr>
          <a:xfrm>
            <a:off x="1268280" y="5999400"/>
            <a:ext cx="1576800" cy="41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44280" algn="ctr">
              <a:lnSpc>
                <a:spcPct val="100000"/>
              </a:lnSpc>
              <a:tabLst>
                <a:tab pos="0" algn="l"/>
              </a:tabLst>
            </a:pPr>
            <a:r>
              <a:rPr lang="en-US" sz="2000" b="0" u="none" strike="noStrike">
                <a:solidFill>
                  <a:schemeClr val="lt2"/>
                </a:solidFill>
                <a:effectLst/>
                <a:uFillTx/>
                <a:latin typeface="Arial"/>
                <a:ea typeface="Arial"/>
              </a:rPr>
              <a:t>0x08000000</a:t>
            </a:r>
            <a:endParaRPr lang="en-US" sz="2000" b="0" u="none" strike="noStrike">
              <a:solidFill>
                <a:srgbClr val="000000"/>
              </a:solidFill>
              <a:effectLst/>
              <a:uFillTx/>
              <a:latin typeface="Arial"/>
            </a:endParaRPr>
          </a:p>
        </p:txBody>
      </p:sp>
      <p:cxnSp>
        <p:nvCxnSpPr>
          <p:cNvPr id="312" name="Straight Connector 8"/>
          <p:cNvCxnSpPr/>
          <p:nvPr/>
        </p:nvCxnSpPr>
        <p:spPr>
          <a:xfrm>
            <a:off x="2056680" y="2643480"/>
            <a:ext cx="360" cy="3314520"/>
          </a:xfrm>
          <a:prstGeom prst="straightConnector1">
            <a:avLst/>
          </a:prstGeom>
          <a:ln w="25400" cap="rnd">
            <a:solidFill>
              <a:srgbClr val="9C6114"/>
            </a:solidFill>
            <a:prstDash val="sysDash"/>
            <a:round/>
          </a:ln>
        </p:spPr>
      </p:cxnSp>
      <p:cxnSp>
        <p:nvCxnSpPr>
          <p:cNvPr id="313" name="Straight Connector 10"/>
          <p:cNvCxnSpPr/>
          <p:nvPr/>
        </p:nvCxnSpPr>
        <p:spPr>
          <a:xfrm>
            <a:off x="7322400" y="2643480"/>
            <a:ext cx="360" cy="3314520"/>
          </a:xfrm>
          <a:prstGeom prst="straightConnector1">
            <a:avLst/>
          </a:prstGeom>
          <a:ln w="25400" cap="rnd">
            <a:solidFill>
              <a:srgbClr val="9C6114"/>
            </a:solidFill>
            <a:prstDash val="sysDash"/>
            <a:round/>
          </a:ln>
        </p:spPr>
      </p:cxnSp>
      <p:cxnSp>
        <p:nvCxnSpPr>
          <p:cNvPr id="314" name="Straight Connector 11"/>
          <p:cNvCxnSpPr/>
          <p:nvPr/>
        </p:nvCxnSpPr>
        <p:spPr>
          <a:xfrm>
            <a:off x="6095880" y="2643480"/>
            <a:ext cx="360" cy="3314520"/>
          </a:xfrm>
          <a:prstGeom prst="straightConnector1">
            <a:avLst/>
          </a:prstGeom>
          <a:ln w="25400" cap="rnd">
            <a:solidFill>
              <a:srgbClr val="9C6114"/>
            </a:solidFill>
            <a:prstDash val="sysDash"/>
            <a:round/>
          </a:ln>
        </p:spPr>
      </p:cxnSp>
      <p:sp>
        <p:nvSpPr>
          <p:cNvPr id="315" name="Text Placeholder 1"/>
          <p:cNvSpPr/>
          <p:nvPr/>
        </p:nvSpPr>
        <p:spPr>
          <a:xfrm>
            <a:off x="5222880" y="5999400"/>
            <a:ext cx="1576800" cy="41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44280" algn="ctr">
              <a:lnSpc>
                <a:spcPct val="100000"/>
              </a:lnSpc>
              <a:tabLst>
                <a:tab pos="0" algn="l"/>
              </a:tabLst>
            </a:pPr>
            <a:r>
              <a:rPr lang="en-US" sz="2000" b="0" u="none" strike="noStrike">
                <a:solidFill>
                  <a:schemeClr val="lt2"/>
                </a:solidFill>
                <a:effectLst/>
                <a:uFillTx/>
                <a:latin typeface="Arial"/>
                <a:ea typeface="Arial"/>
              </a:rPr>
              <a:t>0x08078000</a:t>
            </a:r>
            <a:endParaRPr lang="en-US" sz="2000" b="0" u="none" strike="noStrike">
              <a:solidFill>
                <a:srgbClr val="000000"/>
              </a:solidFill>
              <a:effectLst/>
              <a:uFillTx/>
              <a:latin typeface="Arial"/>
            </a:endParaRPr>
          </a:p>
        </p:txBody>
      </p:sp>
      <p:sp>
        <p:nvSpPr>
          <p:cNvPr id="316" name="Text Placeholder 1"/>
          <p:cNvSpPr/>
          <p:nvPr/>
        </p:nvSpPr>
        <p:spPr>
          <a:xfrm>
            <a:off x="3067200" y="3719520"/>
            <a:ext cx="2018880" cy="1162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44280" algn="ctr">
              <a:lnSpc>
                <a:spcPct val="100000"/>
              </a:lnSpc>
              <a:tabLst>
                <a:tab pos="0" algn="l"/>
              </a:tabLst>
            </a:pPr>
            <a:r>
              <a:rPr lang="en-US" sz="2000" b="1" u="none" strike="noStrike">
                <a:solidFill>
                  <a:schemeClr val="lt2"/>
                </a:solidFill>
                <a:effectLst/>
                <a:uFillTx/>
                <a:latin typeface="Arial"/>
                <a:ea typeface="Arial"/>
              </a:rPr>
              <a:t>480K</a:t>
            </a:r>
            <a:endParaRPr lang="en-US" sz="2000" b="0" u="none" strike="noStrike">
              <a:solidFill>
                <a:srgbClr val="000000"/>
              </a:solidFill>
              <a:effectLst/>
              <a:uFillTx/>
              <a:latin typeface="Arial"/>
            </a:endParaRPr>
          </a:p>
          <a:p>
            <a:pPr marL="44280" algn="ctr">
              <a:lnSpc>
                <a:spcPct val="100000"/>
              </a:lnSpc>
              <a:tabLst>
                <a:tab pos="0" algn="l"/>
              </a:tabLst>
            </a:pPr>
            <a:endParaRPr lang="en-US" sz="2000" b="0" u="none" strike="noStrike">
              <a:solidFill>
                <a:srgbClr val="000000"/>
              </a:solidFill>
              <a:effectLst/>
              <a:uFillTx/>
              <a:latin typeface="Arial"/>
            </a:endParaRPr>
          </a:p>
          <a:p>
            <a:pPr marL="44280" algn="ctr">
              <a:lnSpc>
                <a:spcPct val="100000"/>
              </a:lnSpc>
              <a:tabLst>
                <a:tab pos="0" algn="l"/>
              </a:tabLst>
            </a:pPr>
            <a:r>
              <a:rPr lang="en-US" sz="2000" b="1" u="none" strike="noStrike">
                <a:solidFill>
                  <a:schemeClr val="lt2"/>
                </a:solidFill>
                <a:effectLst/>
                <a:uFillTx/>
                <a:latin typeface="Arial"/>
                <a:ea typeface="Arial"/>
              </a:rPr>
              <a:t>Store</a:t>
            </a:r>
            <a:endParaRPr lang="en-US" sz="2000" b="0" u="none" strike="noStrike">
              <a:solidFill>
                <a:srgbClr val="000000"/>
              </a:solidFill>
              <a:effectLst/>
              <a:uFillTx/>
              <a:latin typeface="Arial"/>
            </a:endParaRPr>
          </a:p>
          <a:p>
            <a:pPr marL="44280" algn="ctr">
              <a:lnSpc>
                <a:spcPct val="100000"/>
              </a:lnSpc>
              <a:tabLst>
                <a:tab pos="0" algn="l"/>
              </a:tabLst>
            </a:pPr>
            <a:r>
              <a:rPr lang="en-US" sz="2000" b="1" u="none" strike="noStrike">
                <a:solidFill>
                  <a:schemeClr val="lt2"/>
                </a:solidFill>
                <a:effectLst/>
                <a:uFillTx/>
                <a:latin typeface="Arial"/>
                <a:ea typeface="Arial"/>
              </a:rPr>
              <a:t>Program code</a:t>
            </a:r>
            <a:endParaRPr lang="en-US" sz="2000" b="0" u="none" strike="noStrike">
              <a:solidFill>
                <a:srgbClr val="000000"/>
              </a:solidFill>
              <a:effectLst/>
              <a:uFillTx/>
              <a:latin typeface="Arial"/>
            </a:endParaRPr>
          </a:p>
        </p:txBody>
      </p:sp>
      <p:sp>
        <p:nvSpPr>
          <p:cNvPr id="317" name="Text Placeholder 1"/>
          <p:cNvSpPr/>
          <p:nvPr/>
        </p:nvSpPr>
        <p:spPr>
          <a:xfrm>
            <a:off x="5949720" y="3727080"/>
            <a:ext cx="1576800" cy="1162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44280" algn="ctr">
              <a:lnSpc>
                <a:spcPct val="100000"/>
              </a:lnSpc>
              <a:tabLst>
                <a:tab pos="0" algn="l"/>
              </a:tabLst>
            </a:pPr>
            <a:r>
              <a:rPr lang="en-US" sz="2000" b="1" u="none" strike="noStrike">
                <a:solidFill>
                  <a:schemeClr val="lt1"/>
                </a:solidFill>
                <a:effectLst/>
                <a:uFillTx/>
                <a:latin typeface="Arial"/>
                <a:ea typeface="Arial"/>
              </a:rPr>
              <a:t>32K</a:t>
            </a:r>
            <a:endParaRPr lang="en-US" sz="2000" b="0" u="none" strike="noStrike">
              <a:solidFill>
                <a:srgbClr val="000000"/>
              </a:solidFill>
              <a:effectLst/>
              <a:uFillTx/>
              <a:latin typeface="Arial"/>
            </a:endParaRPr>
          </a:p>
          <a:p>
            <a:pPr marL="44280" algn="ctr">
              <a:lnSpc>
                <a:spcPct val="100000"/>
              </a:lnSpc>
              <a:tabLst>
                <a:tab pos="0" algn="l"/>
              </a:tabLst>
            </a:pPr>
            <a:endParaRPr lang="en-US" sz="2000" b="0" u="none" strike="noStrike">
              <a:solidFill>
                <a:srgbClr val="000000"/>
              </a:solidFill>
              <a:effectLst/>
              <a:uFillTx/>
              <a:latin typeface="Arial"/>
            </a:endParaRPr>
          </a:p>
          <a:p>
            <a:pPr marL="44280" algn="ctr">
              <a:lnSpc>
                <a:spcPct val="100000"/>
              </a:lnSpc>
              <a:tabLst>
                <a:tab pos="0" algn="l"/>
              </a:tabLst>
            </a:pPr>
            <a:r>
              <a:rPr lang="en-US" sz="2000" b="1" u="none" strike="noStrike">
                <a:solidFill>
                  <a:schemeClr val="lt1"/>
                </a:solidFill>
                <a:effectLst/>
                <a:uFillTx/>
                <a:latin typeface="Arial"/>
                <a:ea typeface="Arial"/>
              </a:rPr>
              <a:t>Store</a:t>
            </a:r>
            <a:endParaRPr lang="en-US" sz="2000" b="0" u="none" strike="noStrike">
              <a:solidFill>
                <a:srgbClr val="000000"/>
              </a:solidFill>
              <a:effectLst/>
              <a:uFillTx/>
              <a:latin typeface="Arial"/>
            </a:endParaRPr>
          </a:p>
          <a:p>
            <a:pPr marL="44280" algn="ctr">
              <a:lnSpc>
                <a:spcPct val="100000"/>
              </a:lnSpc>
              <a:tabLst>
                <a:tab pos="0" algn="l"/>
              </a:tabLst>
            </a:pPr>
            <a:r>
              <a:rPr lang="en-US" sz="2000" b="1" u="none" strike="noStrike">
                <a:solidFill>
                  <a:schemeClr val="lt1"/>
                </a:solidFill>
                <a:effectLst/>
                <a:uFillTx/>
                <a:latin typeface="Arial"/>
                <a:ea typeface="Arial"/>
              </a:rPr>
              <a:t>weights</a:t>
            </a:r>
            <a:endParaRPr lang="en-US" sz="2000" b="0" u="none" strike="noStrike">
              <a:solidFill>
                <a:srgbClr val="000000"/>
              </a:solidFill>
              <a:effectLst/>
              <a:uFillTx/>
              <a:latin typeface="Arial"/>
            </a:endParaRPr>
          </a:p>
        </p:txBody>
      </p:sp>
      <p:sp>
        <p:nvSpPr>
          <p:cNvPr id="318" name="Rectangle: Rounded Corners 21"/>
          <p:cNvSpPr/>
          <p:nvPr/>
        </p:nvSpPr>
        <p:spPr>
          <a:xfrm>
            <a:off x="410760" y="1325160"/>
            <a:ext cx="1131840" cy="469440"/>
          </a:xfrm>
          <a:prstGeom prst="roundRect">
            <a:avLst>
              <a:gd name="adj" fmla="val 36494"/>
            </a:avLst>
          </a:prstGeom>
          <a:solidFill>
            <a:schemeClr val="lt2">
              <a:alpha val="10000"/>
            </a:schemeClr>
          </a:solidFill>
          <a:ln w="50800">
            <a:noFill/>
          </a:ln>
        </p:spPr>
        <p:style>
          <a:lnRef idx="2">
            <a:schemeClr val="accent1">
              <a:shade val="15000"/>
            </a:schemeClr>
          </a:lnRef>
          <a:fillRef idx="1">
            <a:schemeClr val="accent1"/>
          </a:fillRef>
          <a:effectRef idx="0">
            <a:schemeClr val="accent1"/>
          </a:effectRef>
          <a:fontRef idx="minor"/>
        </p:style>
        <p:txBody>
          <a:bodyPr lIns="0" tIns="0" rIns="0" bIns="0" anchor="ctr">
            <a:noAutofit/>
          </a:bodyPr>
          <a:lstStyle/>
          <a:p>
            <a:pPr algn="ctr">
              <a:lnSpc>
                <a:spcPct val="100000"/>
              </a:lnSpc>
            </a:pPr>
            <a:endParaRPr lang="en-SE" sz="2400" b="0" u="none" strike="noStrike">
              <a:solidFill>
                <a:schemeClr val="lt2"/>
              </a:solidFill>
              <a:effectLst/>
              <a:uFillTx/>
              <a:latin typeface="Arial"/>
              <a:ea typeface="Arial"/>
            </a:endParaRPr>
          </a:p>
        </p:txBody>
      </p:sp>
      <p:sp>
        <p:nvSpPr>
          <p:cNvPr id="319" name="Rectangle: Rounded Corners 22"/>
          <p:cNvSpPr/>
          <p:nvPr/>
        </p:nvSpPr>
        <p:spPr>
          <a:xfrm>
            <a:off x="3670560" y="1325160"/>
            <a:ext cx="1248120" cy="469440"/>
          </a:xfrm>
          <a:prstGeom prst="roundRect">
            <a:avLst>
              <a:gd name="adj" fmla="val 36494"/>
            </a:avLst>
          </a:prstGeom>
          <a:solidFill>
            <a:schemeClr val="lt2">
              <a:alpha val="10000"/>
            </a:schemeClr>
          </a:solidFill>
          <a:ln w="50800">
            <a:noFill/>
          </a:ln>
        </p:spPr>
        <p:style>
          <a:lnRef idx="2">
            <a:schemeClr val="accent1">
              <a:shade val="15000"/>
            </a:schemeClr>
          </a:lnRef>
          <a:fillRef idx="1">
            <a:schemeClr val="accent1"/>
          </a:fillRef>
          <a:effectRef idx="0">
            <a:schemeClr val="accent1"/>
          </a:effectRef>
          <a:fontRef idx="minor"/>
        </p:style>
        <p:txBody>
          <a:bodyPr lIns="0" tIns="0" rIns="0" bIns="0" anchor="ctr">
            <a:noAutofit/>
          </a:bodyPr>
          <a:lstStyle/>
          <a:p>
            <a:pPr algn="ctr">
              <a:lnSpc>
                <a:spcPct val="100000"/>
              </a:lnSpc>
            </a:pPr>
            <a:endParaRPr lang="en-SE" sz="2400" b="0" u="none" strike="noStrike">
              <a:solidFill>
                <a:schemeClr val="lt2"/>
              </a:solidFill>
              <a:effectLst/>
              <a:uFillTx/>
              <a:latin typeface="Arial"/>
              <a:ea typeface="Arial"/>
            </a:endParaRPr>
          </a:p>
        </p:txBody>
      </p:sp>
      <p:sp>
        <p:nvSpPr>
          <p:cNvPr id="320" name="Rectangle: Rounded Corners 23"/>
          <p:cNvSpPr/>
          <p:nvPr/>
        </p:nvSpPr>
        <p:spPr>
          <a:xfrm>
            <a:off x="8623440" y="1325160"/>
            <a:ext cx="1248120" cy="469440"/>
          </a:xfrm>
          <a:prstGeom prst="roundRect">
            <a:avLst>
              <a:gd name="adj" fmla="val 36494"/>
            </a:avLst>
          </a:prstGeom>
          <a:solidFill>
            <a:schemeClr val="lt2">
              <a:alpha val="10000"/>
            </a:schemeClr>
          </a:solidFill>
          <a:ln w="50800">
            <a:noFill/>
          </a:ln>
        </p:spPr>
        <p:style>
          <a:lnRef idx="2">
            <a:schemeClr val="accent1">
              <a:shade val="15000"/>
            </a:schemeClr>
          </a:lnRef>
          <a:fillRef idx="1">
            <a:schemeClr val="accent1"/>
          </a:fillRef>
          <a:effectRef idx="0">
            <a:schemeClr val="accent1"/>
          </a:effectRef>
          <a:fontRef idx="minor"/>
        </p:style>
        <p:txBody>
          <a:bodyPr lIns="0" tIns="0" rIns="0" bIns="0" anchor="ctr">
            <a:noAutofit/>
          </a:bodyPr>
          <a:lstStyle/>
          <a:p>
            <a:pPr algn="ctr">
              <a:lnSpc>
                <a:spcPct val="100000"/>
              </a:lnSpc>
            </a:pPr>
            <a:endParaRPr lang="en-SE" sz="2400" b="0" u="none" strike="noStrike">
              <a:solidFill>
                <a:schemeClr val="lt2"/>
              </a:solidFill>
              <a:effectLst/>
              <a:uFillTx/>
              <a:latin typeface="Arial"/>
              <a:ea typeface="Arial"/>
            </a:endParaRPr>
          </a:p>
        </p:txBody>
      </p:sp>
      <p:cxnSp>
        <p:nvCxnSpPr>
          <p:cNvPr id="321" name="Connector: Curved 25"/>
          <p:cNvCxnSpPr>
            <a:stCxn id="307" idx="0"/>
            <a:endCxn id="318" idx="2"/>
          </p:cNvCxnSpPr>
          <p:nvPr/>
        </p:nvCxnSpPr>
        <p:spPr>
          <a:xfrm rot="16200000" flipV="1">
            <a:off x="3199680" y="-428400"/>
            <a:ext cx="1281960" cy="5727960"/>
          </a:xfrm>
          <a:prstGeom prst="curvedConnector3">
            <a:avLst>
              <a:gd name="adj1" fmla="val 49971"/>
            </a:avLst>
          </a:prstGeom>
          <a:ln w="50800">
            <a:solidFill>
              <a:srgbClr val="9C6114"/>
            </a:solidFill>
            <a:round/>
            <a:tailEnd type="stealth" w="lg" len="lg"/>
          </a:ln>
        </p:spPr>
      </p:cxnSp>
      <p:cxnSp>
        <p:nvCxnSpPr>
          <p:cNvPr id="322" name="Connector: Curved 28"/>
          <p:cNvCxnSpPr>
            <a:stCxn id="319" idx="2"/>
            <a:endCxn id="307" idx="0"/>
          </p:cNvCxnSpPr>
          <p:nvPr/>
        </p:nvCxnSpPr>
        <p:spPr>
          <a:xfrm rot="16200000" flipH="1">
            <a:off x="4858560" y="1230480"/>
            <a:ext cx="1281960" cy="2410200"/>
          </a:xfrm>
          <a:prstGeom prst="curvedConnector3">
            <a:avLst>
              <a:gd name="adj1" fmla="val 50028"/>
            </a:avLst>
          </a:prstGeom>
          <a:ln w="50800">
            <a:solidFill>
              <a:srgbClr val="9C6114"/>
            </a:solidFill>
            <a:round/>
            <a:tailEnd type="stealth" w="lg" len="lg"/>
          </a:ln>
        </p:spPr>
      </p:cxnSp>
      <p:cxnSp>
        <p:nvCxnSpPr>
          <p:cNvPr id="323" name="Connector: Curved 31"/>
          <p:cNvCxnSpPr>
            <a:stCxn id="320" idx="2"/>
            <a:endCxn id="307" idx="0"/>
          </p:cNvCxnSpPr>
          <p:nvPr/>
        </p:nvCxnSpPr>
        <p:spPr>
          <a:xfrm rot="5400000">
            <a:off x="7335000" y="1163880"/>
            <a:ext cx="1281960" cy="2543400"/>
          </a:xfrm>
          <a:prstGeom prst="curvedConnector3">
            <a:avLst>
              <a:gd name="adj1" fmla="val 50028"/>
            </a:avLst>
          </a:prstGeom>
          <a:ln w="50800">
            <a:solidFill>
              <a:srgbClr val="9C6114"/>
            </a:solidFill>
            <a:round/>
            <a:tailEnd type="stealth" w="lg" len="lg"/>
          </a:ln>
        </p:spPr>
      </p:cxnSp>
      <p:sp>
        <p:nvSpPr>
          <p:cNvPr id="324" name="Text Placeholder 1"/>
          <p:cNvSpPr/>
          <p:nvPr/>
        </p:nvSpPr>
        <p:spPr>
          <a:xfrm>
            <a:off x="772560" y="2779200"/>
            <a:ext cx="1109520" cy="338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44280" algn="ctr">
              <a:lnSpc>
                <a:spcPct val="100000"/>
              </a:lnSpc>
              <a:tabLst>
                <a:tab pos="0" algn="l"/>
              </a:tabLst>
            </a:pPr>
            <a:r>
              <a:rPr lang="en-US" sz="2000" b="1" u="none" strike="noStrike">
                <a:solidFill>
                  <a:schemeClr val="lt2"/>
                </a:solidFill>
                <a:effectLst/>
                <a:uFillTx/>
                <a:latin typeface="Arial"/>
                <a:ea typeface="Arial"/>
              </a:rPr>
              <a:t>FLASH</a:t>
            </a:r>
            <a:endParaRPr lang="en-US" sz="2000" b="0" u="none" strike="noStrike">
              <a:solidFill>
                <a:srgbClr val="000000"/>
              </a:solidFill>
              <a:effectLst/>
              <a:uFillTx/>
              <a:latin typeface="Arial"/>
            </a:endParaRPr>
          </a:p>
        </p:txBody>
      </p:sp>
      <p:sp>
        <p:nvSpPr>
          <p:cNvPr id="325" name="Rectangle: Rounded Corners 40"/>
          <p:cNvSpPr/>
          <p:nvPr/>
        </p:nvSpPr>
        <p:spPr>
          <a:xfrm>
            <a:off x="8775000" y="2643840"/>
            <a:ext cx="2159640" cy="539640"/>
          </a:xfrm>
          <a:prstGeom prst="roundRect">
            <a:avLst>
              <a:gd name="adj" fmla="val 26871"/>
            </a:avLst>
          </a:prstGeom>
          <a:solidFill>
            <a:schemeClr val="bg1"/>
          </a:solidFill>
          <a:ln w="50800">
            <a:solidFill>
              <a:srgbClr val="9C6114"/>
            </a:solidFill>
            <a:round/>
          </a:ln>
        </p:spPr>
        <p:style>
          <a:lnRef idx="2">
            <a:schemeClr val="accent1">
              <a:shade val="15000"/>
            </a:schemeClr>
          </a:lnRef>
          <a:fillRef idx="1">
            <a:schemeClr val="accent1"/>
          </a:fillRef>
          <a:effectRef idx="0">
            <a:schemeClr val="accent1"/>
          </a:effectRef>
          <a:fontRef idx="minor"/>
        </p:style>
        <p:txBody>
          <a:bodyPr lIns="0" tIns="0" rIns="0" bIns="0" anchor="ctr">
            <a:noAutofit/>
          </a:bodyPr>
          <a:lstStyle/>
          <a:p>
            <a:pPr algn="ctr">
              <a:lnSpc>
                <a:spcPct val="100000"/>
              </a:lnSpc>
            </a:pPr>
            <a:r>
              <a:rPr lang="en-US" sz="2400" b="0" u="none" strike="noStrike">
                <a:solidFill>
                  <a:schemeClr val="lt2"/>
                </a:solidFill>
                <a:effectLst/>
                <a:uFillTx/>
                <a:latin typeface="Arial"/>
                <a:ea typeface="Arial"/>
              </a:rPr>
              <a:t>Start Code</a:t>
            </a:r>
            <a:endParaRPr lang="en-US" sz="2400" b="0" u="none" strike="noStrike">
              <a:solidFill>
                <a:srgbClr val="000000"/>
              </a:solidFill>
              <a:effectLst/>
              <a:uFillTx/>
              <a:latin typeface="Arial"/>
            </a:endParaRPr>
          </a:p>
        </p:txBody>
      </p:sp>
      <p:sp>
        <p:nvSpPr>
          <p:cNvPr id="326" name="Rectangle: Rounded Corners 41"/>
          <p:cNvSpPr/>
          <p:nvPr/>
        </p:nvSpPr>
        <p:spPr>
          <a:xfrm>
            <a:off x="8775000" y="3183120"/>
            <a:ext cx="2159640" cy="539640"/>
          </a:xfrm>
          <a:prstGeom prst="roundRect">
            <a:avLst>
              <a:gd name="adj" fmla="val 26871"/>
            </a:avLst>
          </a:prstGeom>
          <a:solidFill>
            <a:schemeClr val="bg1"/>
          </a:solidFill>
          <a:ln w="50800">
            <a:solidFill>
              <a:srgbClr val="9C6114"/>
            </a:solidFill>
            <a:round/>
          </a:ln>
        </p:spPr>
        <p:style>
          <a:lnRef idx="2">
            <a:schemeClr val="accent1">
              <a:shade val="15000"/>
            </a:schemeClr>
          </a:lnRef>
          <a:fillRef idx="1">
            <a:schemeClr val="accent1"/>
          </a:fillRef>
          <a:effectRef idx="0">
            <a:schemeClr val="accent1"/>
          </a:effectRef>
          <a:fontRef idx="minor"/>
        </p:style>
        <p:txBody>
          <a:bodyPr lIns="0" tIns="0" rIns="0" bIns="0" anchor="ctr">
            <a:noAutofit/>
          </a:bodyPr>
          <a:lstStyle/>
          <a:p>
            <a:pPr algn="ctr">
              <a:lnSpc>
                <a:spcPct val="100000"/>
              </a:lnSpc>
            </a:pPr>
            <a:r>
              <a:rPr lang="en-US" sz="2400" b="0" u="none" strike="noStrike">
                <a:solidFill>
                  <a:schemeClr val="lt2"/>
                </a:solidFill>
                <a:effectLst/>
                <a:uFillTx/>
                <a:latin typeface="Arial"/>
                <a:ea typeface="Arial"/>
              </a:rPr>
              <a:t>Version</a:t>
            </a:r>
            <a:endParaRPr lang="en-US" sz="2400" b="0" u="none" strike="noStrike">
              <a:solidFill>
                <a:srgbClr val="000000"/>
              </a:solidFill>
              <a:effectLst/>
              <a:uFillTx/>
              <a:latin typeface="Arial"/>
            </a:endParaRPr>
          </a:p>
        </p:txBody>
      </p:sp>
      <p:sp>
        <p:nvSpPr>
          <p:cNvPr id="327" name="Rectangle: Rounded Corners 42"/>
          <p:cNvSpPr/>
          <p:nvPr/>
        </p:nvSpPr>
        <p:spPr>
          <a:xfrm>
            <a:off x="8775000" y="3722400"/>
            <a:ext cx="2159640" cy="539640"/>
          </a:xfrm>
          <a:prstGeom prst="roundRect">
            <a:avLst>
              <a:gd name="adj" fmla="val 26871"/>
            </a:avLst>
          </a:prstGeom>
          <a:solidFill>
            <a:schemeClr val="bg1"/>
          </a:solidFill>
          <a:ln w="50800">
            <a:solidFill>
              <a:srgbClr val="9C6114"/>
            </a:solidFill>
            <a:round/>
          </a:ln>
        </p:spPr>
        <p:style>
          <a:lnRef idx="2">
            <a:schemeClr val="accent1">
              <a:shade val="15000"/>
            </a:schemeClr>
          </a:lnRef>
          <a:fillRef idx="1">
            <a:schemeClr val="accent1"/>
          </a:fillRef>
          <a:effectRef idx="0">
            <a:schemeClr val="accent1"/>
          </a:effectRef>
          <a:fontRef idx="minor"/>
        </p:style>
        <p:txBody>
          <a:bodyPr lIns="0" tIns="0" rIns="0" bIns="0" anchor="ctr">
            <a:noAutofit/>
          </a:bodyPr>
          <a:lstStyle/>
          <a:p>
            <a:pPr algn="ctr">
              <a:lnSpc>
                <a:spcPct val="100000"/>
              </a:lnSpc>
            </a:pPr>
            <a:r>
              <a:rPr lang="en-US" sz="2400" b="0" u="none" strike="noStrike">
                <a:solidFill>
                  <a:schemeClr val="lt2"/>
                </a:solidFill>
                <a:effectLst/>
                <a:uFillTx/>
                <a:latin typeface="Arial"/>
                <a:ea typeface="Arial"/>
              </a:rPr>
              <a:t>Length</a:t>
            </a:r>
            <a:endParaRPr lang="en-US" sz="2400" b="0" u="none" strike="noStrike">
              <a:solidFill>
                <a:srgbClr val="000000"/>
              </a:solidFill>
              <a:effectLst/>
              <a:uFillTx/>
              <a:latin typeface="Arial"/>
            </a:endParaRPr>
          </a:p>
        </p:txBody>
      </p:sp>
      <p:sp>
        <p:nvSpPr>
          <p:cNvPr id="328" name="Rectangle: Rounded Corners 43"/>
          <p:cNvSpPr/>
          <p:nvPr/>
        </p:nvSpPr>
        <p:spPr>
          <a:xfrm>
            <a:off x="8775000" y="4261680"/>
            <a:ext cx="2159640" cy="539640"/>
          </a:xfrm>
          <a:prstGeom prst="roundRect">
            <a:avLst>
              <a:gd name="adj" fmla="val 26871"/>
            </a:avLst>
          </a:prstGeom>
          <a:solidFill>
            <a:schemeClr val="bg1"/>
          </a:solidFill>
          <a:ln w="50800">
            <a:solidFill>
              <a:srgbClr val="9C6114"/>
            </a:solidFill>
            <a:round/>
          </a:ln>
        </p:spPr>
        <p:style>
          <a:lnRef idx="2">
            <a:schemeClr val="accent1">
              <a:shade val="15000"/>
            </a:schemeClr>
          </a:lnRef>
          <a:fillRef idx="1">
            <a:schemeClr val="accent1"/>
          </a:fillRef>
          <a:effectRef idx="0">
            <a:schemeClr val="accent1"/>
          </a:effectRef>
          <a:fontRef idx="minor"/>
        </p:style>
        <p:txBody>
          <a:bodyPr lIns="0" tIns="0" rIns="0" bIns="0" anchor="ctr">
            <a:noAutofit/>
          </a:bodyPr>
          <a:lstStyle/>
          <a:p>
            <a:pPr algn="ctr">
              <a:lnSpc>
                <a:spcPct val="100000"/>
              </a:lnSpc>
            </a:pPr>
            <a:r>
              <a:rPr lang="en-US" sz="2400" b="0" u="none" strike="noStrike">
                <a:solidFill>
                  <a:schemeClr val="lt2"/>
                </a:solidFill>
                <a:effectLst/>
                <a:uFillTx/>
                <a:latin typeface="Arial"/>
                <a:ea typeface="Arial"/>
              </a:rPr>
              <a:t>crc</a:t>
            </a:r>
            <a:endParaRPr lang="en-US" sz="2400" b="0" u="none" strike="noStrike">
              <a:solidFill>
                <a:srgbClr val="000000"/>
              </a:solidFill>
              <a:effectLst/>
              <a:uFillTx/>
              <a:latin typeface="Arial"/>
            </a:endParaRPr>
          </a:p>
        </p:txBody>
      </p:sp>
      <p:sp>
        <p:nvSpPr>
          <p:cNvPr id="329" name="Rectangle: Rounded Corners 44"/>
          <p:cNvSpPr/>
          <p:nvPr/>
        </p:nvSpPr>
        <p:spPr>
          <a:xfrm>
            <a:off x="8775000" y="4800960"/>
            <a:ext cx="2159640" cy="539640"/>
          </a:xfrm>
          <a:prstGeom prst="roundRect">
            <a:avLst>
              <a:gd name="adj" fmla="val 26871"/>
            </a:avLst>
          </a:prstGeom>
          <a:solidFill>
            <a:schemeClr val="bg1"/>
          </a:solidFill>
          <a:ln w="50800">
            <a:solidFill>
              <a:srgbClr val="9C6114"/>
            </a:solidFill>
            <a:round/>
          </a:ln>
        </p:spPr>
        <p:style>
          <a:lnRef idx="2">
            <a:schemeClr val="accent1">
              <a:shade val="15000"/>
            </a:schemeClr>
          </a:lnRef>
          <a:fillRef idx="1">
            <a:schemeClr val="accent1"/>
          </a:fillRef>
          <a:effectRef idx="0">
            <a:schemeClr val="accent1"/>
          </a:effectRef>
          <a:fontRef idx="minor"/>
        </p:style>
        <p:txBody>
          <a:bodyPr lIns="0" tIns="0" rIns="0" bIns="0" anchor="ctr">
            <a:noAutofit/>
          </a:bodyPr>
          <a:lstStyle/>
          <a:p>
            <a:pPr algn="ctr">
              <a:lnSpc>
                <a:spcPct val="100000"/>
              </a:lnSpc>
            </a:pPr>
            <a:r>
              <a:rPr lang="en-US" sz="2400" b="0" u="none" strike="noStrike">
                <a:solidFill>
                  <a:schemeClr val="lt2"/>
                </a:solidFill>
                <a:effectLst/>
                <a:uFillTx/>
                <a:latin typeface="Arial"/>
                <a:ea typeface="Arial"/>
              </a:rPr>
              <a:t>Accuracy</a:t>
            </a:r>
            <a:endParaRPr lang="en-US" sz="2400" b="0" u="none" strike="noStrike">
              <a:solidFill>
                <a:srgbClr val="000000"/>
              </a:solidFill>
              <a:effectLst/>
              <a:uFillTx/>
              <a:latin typeface="Arial"/>
            </a:endParaRPr>
          </a:p>
        </p:txBody>
      </p:sp>
      <p:sp>
        <p:nvSpPr>
          <p:cNvPr id="330" name="Freeform: Shape 61"/>
          <p:cNvSpPr/>
          <p:nvPr/>
        </p:nvSpPr>
        <p:spPr>
          <a:xfrm>
            <a:off x="8775000" y="5340240"/>
            <a:ext cx="2159640" cy="995040"/>
          </a:xfrm>
          <a:custGeom>
            <a:avLst/>
            <a:gdLst>
              <a:gd name="textAreaLeft" fmla="*/ 0 w 2159640"/>
              <a:gd name="textAreaRight" fmla="*/ 2160000 w 2159640"/>
              <a:gd name="textAreaTop" fmla="*/ 0 h 995040"/>
              <a:gd name="textAreaBottom" fmla="*/ 995400 h 995040"/>
              <a:gd name="GluePoint1X" fmla="*/ 145103 w 2160000"/>
              <a:gd name="GluePoint1Y" fmla="*/ 0 h 995248"/>
              <a:gd name="GluePoint2X" fmla="*/ 2014897 w 2160000"/>
              <a:gd name="GluePoint2Y" fmla="*/ 0 h 995248"/>
              <a:gd name="GluePoint3X" fmla="*/ 2160000 w 2160000"/>
              <a:gd name="GluePoint3Y" fmla="*/ 145103 h 995248"/>
              <a:gd name="GluePoint4X" fmla="*/ 2160000 w 2160000"/>
              <a:gd name="GluePoint4Y" fmla="*/ 196454 h 995248"/>
              <a:gd name="GluePoint5X" fmla="*/ 2160000 w 2160000"/>
              <a:gd name="GluePoint5Y" fmla="*/ 394897 h 995248"/>
              <a:gd name="GluePoint6X" fmla="*/ 2160000 w 2160000"/>
              <a:gd name="GluePoint6Y" fmla="*/ 995248 h 995248"/>
              <a:gd name="GluePoint7X" fmla="*/ 0 w 2160000"/>
              <a:gd name="GluePoint7Y" fmla="*/ 995248 h 995248"/>
              <a:gd name="GluePoint8X" fmla="*/ 0 w 2160000"/>
              <a:gd name="GluePoint8Y" fmla="*/ 394897 h 995248"/>
              <a:gd name="GluePoint9X" fmla="*/ 0 w 2160000"/>
              <a:gd name="GluePoint9Y" fmla="*/ 196454 h 995248"/>
              <a:gd name="GluePoint10X" fmla="*/ 0 w 2160000"/>
              <a:gd name="GluePoint10Y" fmla="*/ 145103 h 995248"/>
              <a:gd name="GluePoint11X" fmla="*/ 145103 w 2160000"/>
              <a:gd name="GluePoint11Y" fmla="*/ 0 h 99524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Lst>
            <a:rect l="textAreaLeft" t="textAreaTop" r="textAreaRight" b="textAreaBottom"/>
            <a:pathLst>
              <a:path w="2160000" h="995248">
                <a:moveTo>
                  <a:pt x="145103" y="0"/>
                </a:moveTo>
                <a:lnTo>
                  <a:pt x="2014897" y="0"/>
                </a:lnTo>
                <a:cubicBezTo>
                  <a:pt x="2095035" y="0"/>
                  <a:pt x="2160000" y="64965"/>
                  <a:pt x="2160000" y="145103"/>
                </a:cubicBezTo>
                <a:lnTo>
                  <a:pt x="2160000" y="196454"/>
                </a:lnTo>
                <a:lnTo>
                  <a:pt x="2160000" y="394897"/>
                </a:lnTo>
                <a:lnTo>
                  <a:pt x="2160000" y="995248"/>
                </a:lnTo>
                <a:lnTo>
                  <a:pt x="0" y="995248"/>
                </a:lnTo>
                <a:lnTo>
                  <a:pt x="0" y="394897"/>
                </a:lnTo>
                <a:lnTo>
                  <a:pt x="0" y="196454"/>
                </a:lnTo>
                <a:lnTo>
                  <a:pt x="0" y="145103"/>
                </a:lnTo>
                <a:cubicBezTo>
                  <a:pt x="0" y="64965"/>
                  <a:pt x="64965" y="0"/>
                  <a:pt x="145103" y="0"/>
                </a:cubicBezTo>
                <a:close/>
              </a:path>
            </a:pathLst>
          </a:custGeom>
          <a:solidFill>
            <a:schemeClr val="bg1"/>
          </a:solidFill>
          <a:ln w="50800">
            <a:solidFill>
              <a:srgbClr val="9C6114"/>
            </a:solidFill>
            <a:round/>
          </a:ln>
        </p:spPr>
        <p:style>
          <a:lnRef idx="2">
            <a:schemeClr val="accent1">
              <a:shade val="15000"/>
            </a:schemeClr>
          </a:lnRef>
          <a:fillRef idx="1">
            <a:schemeClr val="accent1"/>
          </a:fillRef>
          <a:effectRef idx="0">
            <a:schemeClr val="accent1"/>
          </a:effectRef>
          <a:fontRef idx="minor"/>
        </p:style>
        <p:txBody>
          <a:bodyPr lIns="0" tIns="0" rIns="0" bIns="0" anchor="ctr">
            <a:noAutofit/>
          </a:bodyPr>
          <a:lstStyle/>
          <a:p>
            <a:pPr algn="ctr">
              <a:lnSpc>
                <a:spcPct val="100000"/>
              </a:lnSpc>
            </a:pPr>
            <a:r>
              <a:rPr lang="en-US" sz="2400" b="0" u="none" strike="noStrike">
                <a:solidFill>
                  <a:schemeClr val="lt2"/>
                </a:solidFill>
                <a:effectLst/>
                <a:uFillTx/>
                <a:latin typeface="Arial"/>
                <a:ea typeface="Arial"/>
              </a:rPr>
              <a:t>Data</a:t>
            </a:r>
            <a:endParaRPr lang="en-US" sz="2400" b="0" u="none" strike="noStrike">
              <a:solidFill>
                <a:srgbClr val="000000"/>
              </a:solidFill>
              <a:effectLst/>
              <a:uFillTx/>
              <a:latin typeface="Arial"/>
            </a:endParaRPr>
          </a:p>
        </p:txBody>
      </p:sp>
      <p:cxnSp>
        <p:nvCxnSpPr>
          <p:cNvPr id="331" name="Straight Connector 46"/>
          <p:cNvCxnSpPr/>
          <p:nvPr/>
        </p:nvCxnSpPr>
        <p:spPr>
          <a:xfrm flipH="1">
            <a:off x="8910000" y="3182760"/>
            <a:ext cx="1894680" cy="360"/>
          </a:xfrm>
          <a:prstGeom prst="straightConnector1">
            <a:avLst/>
          </a:prstGeom>
          <a:ln w="50800">
            <a:solidFill>
              <a:srgbClr val="FFFFFF"/>
            </a:solidFill>
            <a:round/>
          </a:ln>
        </p:spPr>
      </p:cxnSp>
      <p:cxnSp>
        <p:nvCxnSpPr>
          <p:cNvPr id="332" name="Straight Connector 49"/>
          <p:cNvCxnSpPr/>
          <p:nvPr/>
        </p:nvCxnSpPr>
        <p:spPr>
          <a:xfrm flipH="1">
            <a:off x="8910000" y="3722040"/>
            <a:ext cx="1894680" cy="360"/>
          </a:xfrm>
          <a:prstGeom prst="straightConnector1">
            <a:avLst/>
          </a:prstGeom>
          <a:ln w="50800">
            <a:solidFill>
              <a:srgbClr val="FFFFFF"/>
            </a:solidFill>
            <a:round/>
          </a:ln>
        </p:spPr>
      </p:cxnSp>
      <p:cxnSp>
        <p:nvCxnSpPr>
          <p:cNvPr id="333" name="Straight Connector 50"/>
          <p:cNvCxnSpPr/>
          <p:nvPr/>
        </p:nvCxnSpPr>
        <p:spPr>
          <a:xfrm flipH="1">
            <a:off x="8910000" y="4261680"/>
            <a:ext cx="1894680" cy="360"/>
          </a:xfrm>
          <a:prstGeom prst="straightConnector1">
            <a:avLst/>
          </a:prstGeom>
          <a:ln w="50800">
            <a:solidFill>
              <a:srgbClr val="FFFFFF"/>
            </a:solidFill>
            <a:round/>
          </a:ln>
        </p:spPr>
      </p:cxnSp>
      <p:cxnSp>
        <p:nvCxnSpPr>
          <p:cNvPr id="334" name="Straight Connector 51"/>
          <p:cNvCxnSpPr/>
          <p:nvPr/>
        </p:nvCxnSpPr>
        <p:spPr>
          <a:xfrm flipH="1">
            <a:off x="8910000" y="4800960"/>
            <a:ext cx="1894680" cy="360"/>
          </a:xfrm>
          <a:prstGeom prst="straightConnector1">
            <a:avLst/>
          </a:prstGeom>
          <a:ln w="50800">
            <a:solidFill>
              <a:srgbClr val="FFFFFF"/>
            </a:solidFill>
            <a:round/>
          </a:ln>
        </p:spPr>
      </p:cxnSp>
      <p:cxnSp>
        <p:nvCxnSpPr>
          <p:cNvPr id="335" name="Straight Connector 52"/>
          <p:cNvCxnSpPr/>
          <p:nvPr/>
        </p:nvCxnSpPr>
        <p:spPr>
          <a:xfrm flipH="1">
            <a:off x="8910000" y="5340240"/>
            <a:ext cx="1894680" cy="360"/>
          </a:xfrm>
          <a:prstGeom prst="straightConnector1">
            <a:avLst/>
          </a:prstGeom>
          <a:ln w="50800">
            <a:solidFill>
              <a:srgbClr val="FFFFFF"/>
            </a:solidFill>
            <a:round/>
          </a:ln>
        </p:spPr>
      </p:cxnSp>
      <p:cxnSp>
        <p:nvCxnSpPr>
          <p:cNvPr id="336" name="Straight Connector 53"/>
          <p:cNvCxnSpPr/>
          <p:nvPr/>
        </p:nvCxnSpPr>
        <p:spPr>
          <a:xfrm flipH="1">
            <a:off x="8910000" y="5340240"/>
            <a:ext cx="1894680" cy="360"/>
          </a:xfrm>
          <a:prstGeom prst="straightConnector1">
            <a:avLst/>
          </a:prstGeom>
          <a:ln w="25400">
            <a:solidFill>
              <a:srgbClr val="9C6114"/>
            </a:solidFill>
            <a:prstDash val="sysDash"/>
            <a:round/>
          </a:ln>
        </p:spPr>
      </p:cxnSp>
      <p:cxnSp>
        <p:nvCxnSpPr>
          <p:cNvPr id="337" name="Straight Connector 54"/>
          <p:cNvCxnSpPr/>
          <p:nvPr/>
        </p:nvCxnSpPr>
        <p:spPr>
          <a:xfrm flipH="1">
            <a:off x="8910000" y="4800960"/>
            <a:ext cx="1894680" cy="360"/>
          </a:xfrm>
          <a:prstGeom prst="straightConnector1">
            <a:avLst/>
          </a:prstGeom>
          <a:ln w="25400">
            <a:solidFill>
              <a:srgbClr val="9C6114"/>
            </a:solidFill>
            <a:prstDash val="sysDash"/>
            <a:round/>
          </a:ln>
        </p:spPr>
      </p:cxnSp>
      <p:cxnSp>
        <p:nvCxnSpPr>
          <p:cNvPr id="338" name="Straight Connector 55"/>
          <p:cNvCxnSpPr/>
          <p:nvPr/>
        </p:nvCxnSpPr>
        <p:spPr>
          <a:xfrm flipH="1">
            <a:off x="8910000" y="4261680"/>
            <a:ext cx="1894680" cy="360"/>
          </a:xfrm>
          <a:prstGeom prst="straightConnector1">
            <a:avLst/>
          </a:prstGeom>
          <a:ln w="25400">
            <a:solidFill>
              <a:srgbClr val="9C6114"/>
            </a:solidFill>
            <a:prstDash val="sysDash"/>
            <a:round/>
          </a:ln>
        </p:spPr>
      </p:cxnSp>
      <p:cxnSp>
        <p:nvCxnSpPr>
          <p:cNvPr id="339" name="Straight Connector 56"/>
          <p:cNvCxnSpPr/>
          <p:nvPr/>
        </p:nvCxnSpPr>
        <p:spPr>
          <a:xfrm flipH="1">
            <a:off x="8910000" y="3722040"/>
            <a:ext cx="1894680" cy="360"/>
          </a:xfrm>
          <a:prstGeom prst="straightConnector1">
            <a:avLst/>
          </a:prstGeom>
          <a:ln w="25400">
            <a:solidFill>
              <a:srgbClr val="9C6114"/>
            </a:solidFill>
            <a:prstDash val="sysDash"/>
            <a:round/>
          </a:ln>
        </p:spPr>
      </p:cxnSp>
      <p:cxnSp>
        <p:nvCxnSpPr>
          <p:cNvPr id="340" name="Straight Connector 57"/>
          <p:cNvCxnSpPr/>
          <p:nvPr/>
        </p:nvCxnSpPr>
        <p:spPr>
          <a:xfrm flipH="1">
            <a:off x="8910000" y="3182760"/>
            <a:ext cx="1894680" cy="360"/>
          </a:xfrm>
          <a:prstGeom prst="straightConnector1">
            <a:avLst/>
          </a:prstGeom>
          <a:ln w="25400">
            <a:solidFill>
              <a:srgbClr val="9C6114"/>
            </a:solidFill>
            <a:prstDash val="sysDash"/>
            <a:round/>
          </a:ln>
        </p:spPr>
      </p:cxnSp>
      <p:cxnSp>
        <p:nvCxnSpPr>
          <p:cNvPr id="341" name="Straight Connector 58"/>
          <p:cNvCxnSpPr>
            <a:stCxn id="330" idx="5"/>
            <a:endCxn id="330" idx="6"/>
          </p:cNvCxnSpPr>
          <p:nvPr/>
        </p:nvCxnSpPr>
        <p:spPr>
          <a:xfrm flipH="1">
            <a:off x="8775000" y="6335280"/>
            <a:ext cx="2160000" cy="360"/>
          </a:xfrm>
          <a:prstGeom prst="straightConnector1">
            <a:avLst/>
          </a:prstGeom>
          <a:ln w="50800" cap="sq">
            <a:solidFill>
              <a:srgbClr val="FFFFFF"/>
            </a:solidFill>
            <a:round/>
          </a:ln>
        </p:spPr>
      </p:cxnSp>
      <p:cxnSp>
        <p:nvCxnSpPr>
          <p:cNvPr id="342" name="Straight Connector 64"/>
          <p:cNvCxnSpPr/>
          <p:nvPr/>
        </p:nvCxnSpPr>
        <p:spPr>
          <a:xfrm flipV="1">
            <a:off x="8775000" y="5850360"/>
            <a:ext cx="360" cy="485280"/>
          </a:xfrm>
          <a:prstGeom prst="straightConnector1">
            <a:avLst/>
          </a:prstGeom>
          <a:ln w="50800">
            <a:solidFill>
              <a:srgbClr val="FFFFFF"/>
            </a:solidFill>
            <a:prstDash val="sysDot"/>
            <a:round/>
          </a:ln>
        </p:spPr>
      </p:cxnSp>
      <p:cxnSp>
        <p:nvCxnSpPr>
          <p:cNvPr id="343" name="Straight Connector 67"/>
          <p:cNvCxnSpPr/>
          <p:nvPr/>
        </p:nvCxnSpPr>
        <p:spPr>
          <a:xfrm flipV="1">
            <a:off x="10935000" y="5850360"/>
            <a:ext cx="360" cy="485280"/>
          </a:xfrm>
          <a:prstGeom prst="straightConnector1">
            <a:avLst/>
          </a:prstGeom>
          <a:ln w="50800">
            <a:solidFill>
              <a:srgbClr val="FFFFFF"/>
            </a:solidFill>
            <a:prstDash val="sysDot"/>
            <a:round/>
          </a:ln>
        </p:spPr>
      </p:cxnSp>
      <p:sp>
        <p:nvSpPr>
          <p:cNvPr id="344" name="Rectangle: Rounded Corners 68"/>
          <p:cNvSpPr/>
          <p:nvPr/>
        </p:nvSpPr>
        <p:spPr>
          <a:xfrm>
            <a:off x="8453160" y="1996920"/>
            <a:ext cx="2837880" cy="4418640"/>
          </a:xfrm>
          <a:prstGeom prst="roundRect">
            <a:avLst>
              <a:gd name="adj" fmla="val 8566"/>
            </a:avLst>
          </a:prstGeom>
          <a:solidFill>
            <a:schemeClr val="lt2">
              <a:alpha val="10000"/>
            </a:schemeClr>
          </a:solidFill>
          <a:ln w="50800">
            <a:noFill/>
          </a:ln>
        </p:spPr>
        <p:style>
          <a:lnRef idx="2">
            <a:schemeClr val="accent1">
              <a:shade val="15000"/>
            </a:schemeClr>
          </a:lnRef>
          <a:fillRef idx="1">
            <a:schemeClr val="accent1"/>
          </a:fillRef>
          <a:effectRef idx="0">
            <a:schemeClr val="accent1"/>
          </a:effectRef>
          <a:fontRef idx="minor"/>
        </p:style>
        <p:txBody>
          <a:bodyPr lIns="0" tIns="0" rIns="0" bIns="0" anchor="ctr">
            <a:noAutofit/>
          </a:bodyPr>
          <a:lstStyle/>
          <a:p>
            <a:pPr algn="ctr">
              <a:lnSpc>
                <a:spcPct val="100000"/>
              </a:lnSpc>
            </a:pPr>
            <a:endParaRPr lang="en-SE" sz="2400" b="0" u="none" strike="noStrike">
              <a:solidFill>
                <a:schemeClr val="lt2"/>
              </a:solidFill>
              <a:effectLst/>
              <a:uFillTx/>
              <a:latin typeface="Arial"/>
              <a:ea typeface="Arial"/>
            </a:endParaRPr>
          </a:p>
        </p:txBody>
      </p:sp>
      <p:sp>
        <p:nvSpPr>
          <p:cNvPr id="345" name="Text Placeholder 1"/>
          <p:cNvSpPr/>
          <p:nvPr/>
        </p:nvSpPr>
        <p:spPr>
          <a:xfrm>
            <a:off x="10050480" y="2155320"/>
            <a:ext cx="1109520" cy="338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44280" algn="ctr">
              <a:lnSpc>
                <a:spcPct val="100000"/>
              </a:lnSpc>
              <a:tabLst>
                <a:tab pos="0" algn="l"/>
              </a:tabLst>
            </a:pPr>
            <a:r>
              <a:rPr lang="en-US" sz="2000" b="1" u="none" strike="noStrike">
                <a:solidFill>
                  <a:schemeClr val="lt2"/>
                </a:solidFill>
                <a:effectLst/>
                <a:uFillTx/>
                <a:latin typeface="Arial"/>
                <a:ea typeface="Arial"/>
              </a:rPr>
              <a:t>NVM</a:t>
            </a:r>
            <a:endParaRPr lang="en-US" sz="2000" b="0" u="none" strike="noStrike">
              <a:solidFill>
                <a:srgbClr val="000000"/>
              </a:solidFill>
              <a:effectLst/>
              <a:uFillTx/>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 name="Rectangle: Rounded Corners 100"/>
          <p:cNvSpPr/>
          <p:nvPr/>
        </p:nvSpPr>
        <p:spPr>
          <a:xfrm>
            <a:off x="533160" y="1833840"/>
            <a:ext cx="5859360" cy="4338000"/>
          </a:xfrm>
          <a:prstGeom prst="roundRect">
            <a:avLst>
              <a:gd name="adj" fmla="val 8566"/>
            </a:avLst>
          </a:prstGeom>
          <a:solidFill>
            <a:schemeClr val="lt2">
              <a:alpha val="10000"/>
            </a:schemeClr>
          </a:solidFill>
          <a:ln w="50800">
            <a:noFill/>
          </a:ln>
        </p:spPr>
        <p:style>
          <a:lnRef idx="2">
            <a:schemeClr val="accent1">
              <a:shade val="15000"/>
            </a:schemeClr>
          </a:lnRef>
          <a:fillRef idx="1">
            <a:schemeClr val="accent1"/>
          </a:fillRef>
          <a:effectRef idx="0">
            <a:schemeClr val="accent1"/>
          </a:effectRef>
          <a:fontRef idx="minor"/>
        </p:style>
        <p:txBody>
          <a:bodyPr lIns="0" tIns="0" rIns="0" bIns="0" anchor="ctr">
            <a:noAutofit/>
          </a:bodyPr>
          <a:lstStyle/>
          <a:p>
            <a:pPr algn="ctr">
              <a:lnSpc>
                <a:spcPct val="100000"/>
              </a:lnSpc>
            </a:pPr>
            <a:endParaRPr lang="en-SE" sz="2400" b="0" u="none" strike="noStrike">
              <a:solidFill>
                <a:schemeClr val="lt2"/>
              </a:solidFill>
              <a:effectLst/>
              <a:uFillTx/>
              <a:latin typeface="Arial"/>
              <a:ea typeface="Arial"/>
            </a:endParaRPr>
          </a:p>
        </p:txBody>
      </p:sp>
      <p:sp>
        <p:nvSpPr>
          <p:cNvPr id="347" name="Rectangle: Rounded Corners 101"/>
          <p:cNvSpPr/>
          <p:nvPr/>
        </p:nvSpPr>
        <p:spPr>
          <a:xfrm>
            <a:off x="6797880" y="1833840"/>
            <a:ext cx="4763880" cy="4338000"/>
          </a:xfrm>
          <a:prstGeom prst="roundRect">
            <a:avLst>
              <a:gd name="adj" fmla="val 8566"/>
            </a:avLst>
          </a:prstGeom>
          <a:solidFill>
            <a:schemeClr val="lt2">
              <a:alpha val="10000"/>
            </a:schemeClr>
          </a:solidFill>
          <a:ln w="50800">
            <a:noFill/>
          </a:ln>
        </p:spPr>
        <p:style>
          <a:lnRef idx="2">
            <a:schemeClr val="accent1">
              <a:shade val="15000"/>
            </a:schemeClr>
          </a:lnRef>
          <a:fillRef idx="1">
            <a:schemeClr val="accent1"/>
          </a:fillRef>
          <a:effectRef idx="0">
            <a:schemeClr val="accent1"/>
          </a:effectRef>
          <a:fontRef idx="minor"/>
        </p:style>
        <p:txBody>
          <a:bodyPr lIns="0" tIns="0" rIns="0" bIns="0" anchor="ctr">
            <a:noAutofit/>
          </a:bodyPr>
          <a:lstStyle/>
          <a:p>
            <a:pPr algn="ctr">
              <a:lnSpc>
                <a:spcPct val="100000"/>
              </a:lnSpc>
            </a:pPr>
            <a:endParaRPr lang="en-SE" sz="2400" b="0" u="none" strike="noStrike">
              <a:solidFill>
                <a:schemeClr val="lt2"/>
              </a:solidFill>
              <a:effectLst/>
              <a:uFillTx/>
              <a:latin typeface="Arial"/>
              <a:ea typeface="Arial"/>
            </a:endParaRPr>
          </a:p>
        </p:txBody>
      </p:sp>
      <p:sp>
        <p:nvSpPr>
          <p:cNvPr id="348" name="PlaceHolder 1"/>
          <p:cNvSpPr>
            <a:spLocks noGrp="1"/>
          </p:cNvSpPr>
          <p:nvPr>
            <p:ph type="title"/>
          </p:nvPr>
        </p:nvSpPr>
        <p:spPr>
          <a:xfrm>
            <a:off x="533160" y="182520"/>
            <a:ext cx="10324800" cy="831240"/>
          </a:xfrm>
          <a:prstGeom prst="rect">
            <a:avLst/>
          </a:prstGeom>
          <a:noFill/>
          <a:ln w="0">
            <a:noFill/>
          </a:ln>
        </p:spPr>
        <p:txBody>
          <a:bodyPr lIns="216000" tIns="108000" rIns="216000" bIns="108000" anchor="t">
            <a:noAutofit/>
          </a:bodyPr>
          <a:lstStyle/>
          <a:p>
            <a:pPr indent="0">
              <a:lnSpc>
                <a:spcPct val="100000"/>
              </a:lnSpc>
              <a:buNone/>
            </a:pPr>
            <a:r>
              <a:rPr lang="en-US" sz="3500" b="0" u="none" strike="noStrike">
                <a:solidFill>
                  <a:schemeClr val="dk1"/>
                </a:solidFill>
                <a:effectLst/>
                <a:uFillTx/>
                <a:latin typeface="Anton"/>
                <a:ea typeface="Anton"/>
              </a:rPr>
              <a:t>Model – Binary Forward-Forward</a:t>
            </a:r>
            <a:endParaRPr lang="en-US" sz="3500" b="0" u="none" strike="noStrike">
              <a:solidFill>
                <a:srgbClr val="000000"/>
              </a:solidFill>
              <a:effectLst/>
              <a:uFillTx/>
              <a:latin typeface="Arial"/>
            </a:endParaRPr>
          </a:p>
        </p:txBody>
      </p:sp>
      <p:sp>
        <p:nvSpPr>
          <p:cNvPr id="349" name="PlaceHolder 2"/>
          <p:cNvSpPr>
            <a:spLocks noGrp="1"/>
          </p:cNvSpPr>
          <p:nvPr>
            <p:ph type="sldNum" idx="43"/>
          </p:nvPr>
        </p:nvSpPr>
        <p:spPr>
          <a:xfrm>
            <a:off x="11409120" y="6333120"/>
            <a:ext cx="731520" cy="524520"/>
          </a:xfrm>
          <a:prstGeom prst="rect">
            <a:avLst/>
          </a:prstGeom>
          <a:noFill/>
          <a:ln w="0">
            <a:noFill/>
          </a:ln>
        </p:spPr>
        <p:txBody>
          <a:bodyPr lIns="91440" tIns="91440" rIns="91440" bIns="91440" anchor="t">
            <a:noAutofit/>
          </a:bodyPr>
          <a:lstStyle>
            <a:lvl1pPr indent="0" algn="r">
              <a:lnSpc>
                <a:spcPct val="100000"/>
              </a:lnSpc>
              <a:buNone/>
              <a:tabLst>
                <a:tab pos="0" algn="l"/>
              </a:tabLst>
              <a:defRPr lang="en" sz="1300" b="0" u="none" strike="noStrike">
                <a:solidFill>
                  <a:schemeClr val="dk1"/>
                </a:solidFill>
                <a:effectLst/>
                <a:uFillTx/>
                <a:latin typeface="Arial Narrow"/>
                <a:ea typeface="Arial Narrow"/>
              </a:defRPr>
            </a:lvl1pPr>
          </a:lstStyle>
          <a:p>
            <a:pPr indent="0" algn="r">
              <a:lnSpc>
                <a:spcPct val="100000"/>
              </a:lnSpc>
              <a:buNone/>
              <a:tabLst>
                <a:tab pos="0" algn="l"/>
              </a:tabLst>
            </a:pPr>
            <a:fld id="{0BB8E457-2894-4ED6-B16A-B7DD9E288267}" type="slidenum">
              <a:rPr lang="en" sz="1300" b="0" u="none" strike="noStrike">
                <a:solidFill>
                  <a:schemeClr val="dk1"/>
                </a:solidFill>
                <a:effectLst/>
                <a:uFillTx/>
                <a:latin typeface="Arial Narrow"/>
                <a:ea typeface="Arial Narrow"/>
              </a:rPr>
              <a:t>10</a:t>
            </a:fld>
            <a:endParaRPr lang="en-US" sz="1300" b="0" u="none" strike="noStrike">
              <a:solidFill>
                <a:srgbClr val="000000"/>
              </a:solidFill>
              <a:effectLst/>
              <a:uFillTx/>
              <a:latin typeface="Times New Roman"/>
            </a:endParaRPr>
          </a:p>
        </p:txBody>
      </p:sp>
      <p:sp>
        <p:nvSpPr>
          <p:cNvPr id="350" name="Rectangle 1"/>
          <p:cNvSpPr/>
          <p:nvPr/>
        </p:nvSpPr>
        <p:spPr>
          <a:xfrm>
            <a:off x="919080" y="3266280"/>
            <a:ext cx="990720" cy="831240"/>
          </a:xfrm>
          <a:prstGeom prst="rect">
            <a:avLst/>
          </a:prstGeom>
          <a:solidFill>
            <a:schemeClr val="bg1"/>
          </a:solidFill>
          <a:ln w="50800">
            <a:solidFill>
              <a:srgbClr val="9C6114"/>
            </a:solidFill>
            <a:round/>
          </a:ln>
        </p:spPr>
        <p:style>
          <a:lnRef idx="2">
            <a:schemeClr val="accent1">
              <a:shade val="15000"/>
            </a:schemeClr>
          </a:lnRef>
          <a:fillRef idx="1">
            <a:schemeClr val="accent1"/>
          </a:fillRef>
          <a:effectRef idx="0">
            <a:schemeClr val="accent1"/>
          </a:effectRef>
          <a:fontRef idx="minor"/>
        </p:style>
        <p:txBody>
          <a:bodyPr lIns="0" tIns="0" rIns="0" bIns="0" anchor="ctr">
            <a:noAutofit/>
          </a:bodyPr>
          <a:lstStyle/>
          <a:p>
            <a:pPr algn="ctr">
              <a:lnSpc>
                <a:spcPct val="100000"/>
              </a:lnSpc>
            </a:pPr>
            <a:r>
              <a:rPr lang="en-US" sz="2000" b="1" u="none" strike="noStrike">
                <a:solidFill>
                  <a:schemeClr val="lt2"/>
                </a:solidFill>
                <a:effectLst/>
                <a:uFillTx/>
                <a:latin typeface="Arial"/>
                <a:ea typeface="Arial"/>
              </a:rPr>
              <a:t>DATA</a:t>
            </a:r>
            <a:endParaRPr lang="en-US" sz="2000" b="0" u="none" strike="noStrike">
              <a:solidFill>
                <a:srgbClr val="000000"/>
              </a:solidFill>
              <a:effectLst/>
              <a:uFillTx/>
              <a:latin typeface="Arial"/>
            </a:endParaRPr>
          </a:p>
        </p:txBody>
      </p:sp>
      <p:sp>
        <p:nvSpPr>
          <p:cNvPr id="351" name="Rectangle 4"/>
          <p:cNvSpPr/>
          <p:nvPr/>
        </p:nvSpPr>
        <p:spPr>
          <a:xfrm>
            <a:off x="2662200" y="2597400"/>
            <a:ext cx="990720" cy="831240"/>
          </a:xfrm>
          <a:prstGeom prst="rect">
            <a:avLst/>
          </a:prstGeom>
          <a:solidFill>
            <a:schemeClr val="bg1"/>
          </a:solidFill>
          <a:ln w="50800">
            <a:solidFill>
              <a:srgbClr val="9C6114"/>
            </a:solidFill>
            <a:round/>
          </a:ln>
        </p:spPr>
        <p:style>
          <a:lnRef idx="2">
            <a:schemeClr val="accent1">
              <a:shade val="15000"/>
            </a:schemeClr>
          </a:lnRef>
          <a:fillRef idx="1">
            <a:schemeClr val="accent1"/>
          </a:fillRef>
          <a:effectRef idx="0">
            <a:schemeClr val="accent1"/>
          </a:effectRef>
          <a:fontRef idx="minor"/>
        </p:style>
        <p:txBody>
          <a:bodyPr lIns="0" tIns="0" rIns="0" bIns="0" anchor="ctr">
            <a:noAutofit/>
          </a:bodyPr>
          <a:lstStyle/>
          <a:p>
            <a:pPr algn="ctr">
              <a:lnSpc>
                <a:spcPct val="100000"/>
              </a:lnSpc>
            </a:pPr>
            <a:r>
              <a:rPr lang="en-US" sz="2000" b="1" u="none" strike="noStrike">
                <a:solidFill>
                  <a:schemeClr val="lt2"/>
                </a:solidFill>
                <a:effectLst/>
                <a:uFillTx/>
                <a:latin typeface="Arial"/>
                <a:ea typeface="Arial"/>
              </a:rPr>
              <a:t>DATA</a:t>
            </a:r>
            <a:endParaRPr lang="en-US" sz="2000" b="0" u="none" strike="noStrike">
              <a:solidFill>
                <a:srgbClr val="000000"/>
              </a:solidFill>
              <a:effectLst/>
              <a:uFillTx/>
              <a:latin typeface="Arial"/>
            </a:endParaRPr>
          </a:p>
        </p:txBody>
      </p:sp>
      <p:sp>
        <p:nvSpPr>
          <p:cNvPr id="352" name="Rectangle: Rounded Corners 5"/>
          <p:cNvSpPr/>
          <p:nvPr/>
        </p:nvSpPr>
        <p:spPr>
          <a:xfrm>
            <a:off x="2662200" y="2158920"/>
            <a:ext cx="990720" cy="438120"/>
          </a:xfrm>
          <a:prstGeom prst="roundRect">
            <a:avLst>
              <a:gd name="adj" fmla="val 26871"/>
            </a:avLst>
          </a:prstGeom>
          <a:solidFill>
            <a:schemeClr val="bg1"/>
          </a:solidFill>
          <a:ln w="50800">
            <a:solidFill>
              <a:srgbClr val="9C6114"/>
            </a:solidFill>
            <a:round/>
          </a:ln>
        </p:spPr>
        <p:style>
          <a:lnRef idx="2">
            <a:schemeClr val="accent1">
              <a:shade val="15000"/>
            </a:schemeClr>
          </a:lnRef>
          <a:fillRef idx="1">
            <a:schemeClr val="accent1"/>
          </a:fillRef>
          <a:effectRef idx="0">
            <a:schemeClr val="accent1"/>
          </a:effectRef>
          <a:fontRef idx="minor"/>
        </p:style>
        <p:txBody>
          <a:bodyPr lIns="0" tIns="0" rIns="0" bIns="0" anchor="ctr">
            <a:noAutofit/>
          </a:bodyPr>
          <a:lstStyle/>
          <a:p>
            <a:pPr algn="ctr">
              <a:lnSpc>
                <a:spcPct val="100000"/>
              </a:lnSpc>
            </a:pPr>
            <a:r>
              <a:rPr lang="en-US" sz="1100" b="1" u="none" strike="noStrike">
                <a:solidFill>
                  <a:schemeClr val="lt2"/>
                </a:solidFill>
                <a:effectLst/>
                <a:uFillTx/>
                <a:latin typeface="Arial"/>
                <a:ea typeface="Arial"/>
              </a:rPr>
              <a:t>Correct Label</a:t>
            </a:r>
            <a:endParaRPr lang="en-US" sz="1100" b="0" u="none" strike="noStrike">
              <a:solidFill>
                <a:srgbClr val="000000"/>
              </a:solidFill>
              <a:effectLst/>
              <a:uFillTx/>
              <a:latin typeface="Arial"/>
            </a:endParaRPr>
          </a:p>
        </p:txBody>
      </p:sp>
      <p:cxnSp>
        <p:nvCxnSpPr>
          <p:cNvPr id="353" name="Straight Connector 8"/>
          <p:cNvCxnSpPr/>
          <p:nvPr/>
        </p:nvCxnSpPr>
        <p:spPr>
          <a:xfrm flipH="1">
            <a:off x="2789640" y="2597040"/>
            <a:ext cx="751680" cy="360"/>
          </a:xfrm>
          <a:prstGeom prst="straightConnector1">
            <a:avLst/>
          </a:prstGeom>
          <a:ln w="50800">
            <a:solidFill>
              <a:srgbClr val="FFFFFF"/>
            </a:solidFill>
            <a:round/>
          </a:ln>
        </p:spPr>
      </p:cxnSp>
      <p:cxnSp>
        <p:nvCxnSpPr>
          <p:cNvPr id="354" name="Straight Connector 9"/>
          <p:cNvCxnSpPr/>
          <p:nvPr/>
        </p:nvCxnSpPr>
        <p:spPr>
          <a:xfrm flipH="1">
            <a:off x="2789640" y="2597040"/>
            <a:ext cx="772920" cy="360"/>
          </a:xfrm>
          <a:prstGeom prst="straightConnector1">
            <a:avLst/>
          </a:prstGeom>
          <a:ln w="25400">
            <a:solidFill>
              <a:srgbClr val="9C6114"/>
            </a:solidFill>
            <a:prstDash val="sysDash"/>
            <a:round/>
          </a:ln>
        </p:spPr>
      </p:cxnSp>
      <p:sp>
        <p:nvSpPr>
          <p:cNvPr id="355" name="Rectangle 17"/>
          <p:cNvSpPr/>
          <p:nvPr/>
        </p:nvSpPr>
        <p:spPr>
          <a:xfrm>
            <a:off x="2662200" y="4248360"/>
            <a:ext cx="990720" cy="831240"/>
          </a:xfrm>
          <a:prstGeom prst="rect">
            <a:avLst/>
          </a:prstGeom>
          <a:solidFill>
            <a:schemeClr val="bg1"/>
          </a:solidFill>
          <a:ln w="50800">
            <a:solidFill>
              <a:srgbClr val="9C6114"/>
            </a:solidFill>
            <a:round/>
          </a:ln>
        </p:spPr>
        <p:style>
          <a:lnRef idx="2">
            <a:schemeClr val="accent1">
              <a:shade val="15000"/>
            </a:schemeClr>
          </a:lnRef>
          <a:fillRef idx="1">
            <a:schemeClr val="accent1"/>
          </a:fillRef>
          <a:effectRef idx="0">
            <a:schemeClr val="accent1"/>
          </a:effectRef>
          <a:fontRef idx="minor"/>
        </p:style>
        <p:txBody>
          <a:bodyPr lIns="0" tIns="0" rIns="0" bIns="0" anchor="ctr">
            <a:noAutofit/>
          </a:bodyPr>
          <a:lstStyle/>
          <a:p>
            <a:pPr algn="ctr">
              <a:lnSpc>
                <a:spcPct val="100000"/>
              </a:lnSpc>
            </a:pPr>
            <a:r>
              <a:rPr lang="en-US" sz="2000" b="1" u="none" strike="noStrike">
                <a:solidFill>
                  <a:schemeClr val="lt2"/>
                </a:solidFill>
                <a:effectLst/>
                <a:uFillTx/>
                <a:latin typeface="Arial"/>
                <a:ea typeface="Arial"/>
              </a:rPr>
              <a:t>DATA</a:t>
            </a:r>
            <a:endParaRPr lang="en-US" sz="2000" b="0" u="none" strike="noStrike">
              <a:solidFill>
                <a:srgbClr val="000000"/>
              </a:solidFill>
              <a:effectLst/>
              <a:uFillTx/>
              <a:latin typeface="Arial"/>
            </a:endParaRPr>
          </a:p>
        </p:txBody>
      </p:sp>
      <p:sp>
        <p:nvSpPr>
          <p:cNvPr id="356" name="Rectangle: Rounded Corners 18"/>
          <p:cNvSpPr/>
          <p:nvPr/>
        </p:nvSpPr>
        <p:spPr>
          <a:xfrm>
            <a:off x="2662200" y="3810240"/>
            <a:ext cx="990720" cy="438120"/>
          </a:xfrm>
          <a:prstGeom prst="roundRect">
            <a:avLst>
              <a:gd name="adj" fmla="val 26871"/>
            </a:avLst>
          </a:prstGeom>
          <a:solidFill>
            <a:schemeClr val="bg1"/>
          </a:solidFill>
          <a:ln w="50800">
            <a:solidFill>
              <a:srgbClr val="9C6114"/>
            </a:solidFill>
            <a:round/>
          </a:ln>
        </p:spPr>
        <p:style>
          <a:lnRef idx="2">
            <a:schemeClr val="accent1">
              <a:shade val="15000"/>
            </a:schemeClr>
          </a:lnRef>
          <a:fillRef idx="1">
            <a:schemeClr val="accent1"/>
          </a:fillRef>
          <a:effectRef idx="0">
            <a:schemeClr val="accent1"/>
          </a:effectRef>
          <a:fontRef idx="minor"/>
        </p:style>
        <p:txBody>
          <a:bodyPr lIns="0" tIns="0" rIns="0" bIns="0" anchor="ctr">
            <a:noAutofit/>
          </a:bodyPr>
          <a:lstStyle/>
          <a:p>
            <a:pPr algn="ctr">
              <a:lnSpc>
                <a:spcPct val="100000"/>
              </a:lnSpc>
            </a:pPr>
            <a:r>
              <a:rPr lang="en-US" sz="1100" b="1" u="none" strike="noStrike">
                <a:solidFill>
                  <a:schemeClr val="lt2"/>
                </a:solidFill>
                <a:effectLst/>
                <a:uFillTx/>
                <a:latin typeface="Arial"/>
                <a:ea typeface="Arial"/>
              </a:rPr>
              <a:t>Wrong Label</a:t>
            </a:r>
            <a:endParaRPr lang="en-US" sz="1100" b="0" u="none" strike="noStrike">
              <a:solidFill>
                <a:srgbClr val="000000"/>
              </a:solidFill>
              <a:effectLst/>
              <a:uFillTx/>
              <a:latin typeface="Arial"/>
            </a:endParaRPr>
          </a:p>
        </p:txBody>
      </p:sp>
      <p:cxnSp>
        <p:nvCxnSpPr>
          <p:cNvPr id="357" name="Straight Connector 19"/>
          <p:cNvCxnSpPr/>
          <p:nvPr/>
        </p:nvCxnSpPr>
        <p:spPr>
          <a:xfrm flipH="1">
            <a:off x="2789640" y="4248360"/>
            <a:ext cx="751680" cy="360"/>
          </a:xfrm>
          <a:prstGeom prst="straightConnector1">
            <a:avLst/>
          </a:prstGeom>
          <a:ln w="50800">
            <a:solidFill>
              <a:srgbClr val="FFFFFF"/>
            </a:solidFill>
            <a:round/>
          </a:ln>
        </p:spPr>
      </p:cxnSp>
      <p:cxnSp>
        <p:nvCxnSpPr>
          <p:cNvPr id="358" name="Straight Connector 20"/>
          <p:cNvCxnSpPr/>
          <p:nvPr/>
        </p:nvCxnSpPr>
        <p:spPr>
          <a:xfrm flipH="1">
            <a:off x="2789640" y="4248360"/>
            <a:ext cx="772920" cy="360"/>
          </a:xfrm>
          <a:prstGeom prst="straightConnector1">
            <a:avLst/>
          </a:prstGeom>
          <a:ln w="25400">
            <a:solidFill>
              <a:srgbClr val="9C6114"/>
            </a:solidFill>
            <a:prstDash val="sysDash"/>
            <a:round/>
          </a:ln>
        </p:spPr>
      </p:cxnSp>
      <p:cxnSp>
        <p:nvCxnSpPr>
          <p:cNvPr id="359" name="Connector: Curved 21"/>
          <p:cNvCxnSpPr>
            <a:stCxn id="350" idx="3"/>
            <a:endCxn id="351" idx="1"/>
          </p:cNvCxnSpPr>
          <p:nvPr/>
        </p:nvCxnSpPr>
        <p:spPr>
          <a:xfrm flipV="1">
            <a:off x="1909800" y="3012840"/>
            <a:ext cx="752760" cy="669240"/>
          </a:xfrm>
          <a:prstGeom prst="curvedConnector3">
            <a:avLst>
              <a:gd name="adj1" fmla="val 50047"/>
            </a:avLst>
          </a:prstGeom>
          <a:ln w="50800">
            <a:solidFill>
              <a:srgbClr val="9C6114"/>
            </a:solidFill>
            <a:round/>
            <a:tailEnd type="stealth" w="lg" len="lg"/>
          </a:ln>
        </p:spPr>
      </p:cxnSp>
      <p:cxnSp>
        <p:nvCxnSpPr>
          <p:cNvPr id="360" name="Connector: Curved 24"/>
          <p:cNvCxnSpPr>
            <a:stCxn id="350" idx="3"/>
            <a:endCxn id="355" idx="1"/>
          </p:cNvCxnSpPr>
          <p:nvPr/>
        </p:nvCxnSpPr>
        <p:spPr>
          <a:xfrm>
            <a:off x="1909800" y="3681720"/>
            <a:ext cx="752760" cy="982440"/>
          </a:xfrm>
          <a:prstGeom prst="curvedConnector3">
            <a:avLst>
              <a:gd name="adj1" fmla="val 50047"/>
            </a:avLst>
          </a:prstGeom>
          <a:ln w="50800">
            <a:solidFill>
              <a:srgbClr val="9C6114"/>
            </a:solidFill>
            <a:round/>
            <a:tailEnd type="stealth" w="lg" len="lg"/>
          </a:ln>
        </p:spPr>
      </p:cxnSp>
      <p:sp>
        <p:nvSpPr>
          <p:cNvPr id="361" name="Rectangle: Rounded Corners 28"/>
          <p:cNvSpPr/>
          <p:nvPr/>
        </p:nvSpPr>
        <p:spPr>
          <a:xfrm>
            <a:off x="4355280" y="3524040"/>
            <a:ext cx="1740240" cy="393120"/>
          </a:xfrm>
          <a:prstGeom prst="roundRect">
            <a:avLst>
              <a:gd name="adj" fmla="val 15522"/>
            </a:avLst>
          </a:prstGeom>
          <a:solidFill>
            <a:schemeClr val="tx2"/>
          </a:solidFill>
          <a:ln w="50800">
            <a:solidFill>
              <a:srgbClr val="9C6114"/>
            </a:solidFill>
            <a:round/>
          </a:ln>
        </p:spPr>
        <p:style>
          <a:lnRef idx="2">
            <a:schemeClr val="accent1">
              <a:shade val="15000"/>
            </a:schemeClr>
          </a:lnRef>
          <a:fillRef idx="1">
            <a:schemeClr val="accent1"/>
          </a:fillRef>
          <a:effectRef idx="0">
            <a:schemeClr val="accent1"/>
          </a:effectRef>
          <a:fontRef idx="minor"/>
        </p:style>
        <p:txBody>
          <a:bodyPr lIns="0" tIns="0" rIns="0" bIns="0" anchor="ctr">
            <a:noAutofit/>
          </a:bodyPr>
          <a:lstStyle/>
          <a:p>
            <a:pPr algn="ctr">
              <a:lnSpc>
                <a:spcPct val="100000"/>
              </a:lnSpc>
            </a:pPr>
            <a:r>
              <a:rPr lang="en-US" sz="2400" b="0" u="none" strike="noStrike">
                <a:solidFill>
                  <a:schemeClr val="lt1"/>
                </a:solidFill>
                <a:effectLst/>
                <a:uFillTx/>
                <a:latin typeface="Arial"/>
                <a:ea typeface="Arial"/>
              </a:rPr>
              <a:t>FF Model</a:t>
            </a:r>
            <a:endParaRPr lang="en-US" sz="2400" b="0" u="none" strike="noStrike">
              <a:solidFill>
                <a:srgbClr val="FFFFFF"/>
              </a:solidFill>
              <a:effectLst/>
              <a:uFillTx/>
              <a:latin typeface="Arial"/>
            </a:endParaRPr>
          </a:p>
        </p:txBody>
      </p:sp>
      <p:cxnSp>
        <p:nvCxnSpPr>
          <p:cNvPr id="362" name="Connector: Curved 29"/>
          <p:cNvCxnSpPr>
            <a:stCxn id="351" idx="3"/>
            <a:endCxn id="361" idx="0"/>
          </p:cNvCxnSpPr>
          <p:nvPr/>
        </p:nvCxnSpPr>
        <p:spPr>
          <a:xfrm>
            <a:off x="3652920" y="3012840"/>
            <a:ext cx="1572840" cy="511560"/>
          </a:xfrm>
          <a:prstGeom prst="curvedConnector2">
            <a:avLst/>
          </a:prstGeom>
          <a:ln w="50800">
            <a:solidFill>
              <a:srgbClr val="9C6114"/>
            </a:solidFill>
            <a:round/>
            <a:tailEnd type="stealth" w="lg" len="lg"/>
          </a:ln>
        </p:spPr>
      </p:cxnSp>
      <p:cxnSp>
        <p:nvCxnSpPr>
          <p:cNvPr id="363" name="Connector: Curved 32"/>
          <p:cNvCxnSpPr>
            <a:stCxn id="355" idx="3"/>
            <a:endCxn id="361" idx="2"/>
          </p:cNvCxnSpPr>
          <p:nvPr/>
        </p:nvCxnSpPr>
        <p:spPr>
          <a:xfrm flipV="1">
            <a:off x="3652920" y="3917160"/>
            <a:ext cx="1572840" cy="747000"/>
          </a:xfrm>
          <a:prstGeom prst="curvedConnector2">
            <a:avLst/>
          </a:prstGeom>
          <a:ln w="50800">
            <a:solidFill>
              <a:srgbClr val="9C6114"/>
            </a:solidFill>
            <a:round/>
            <a:tailEnd type="stealth" w="lg" len="lg"/>
          </a:ln>
        </p:spPr>
      </p:cxnSp>
      <p:sp>
        <p:nvSpPr>
          <p:cNvPr id="364" name="Text Placeholder 1"/>
          <p:cNvSpPr/>
          <p:nvPr/>
        </p:nvSpPr>
        <p:spPr>
          <a:xfrm>
            <a:off x="3905280" y="2859840"/>
            <a:ext cx="1362240" cy="350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44280" algn="ctr">
              <a:lnSpc>
                <a:spcPct val="100000"/>
              </a:lnSpc>
              <a:tabLst>
                <a:tab pos="0" algn="l"/>
              </a:tabLst>
            </a:pPr>
            <a:r>
              <a:rPr lang="en-US" sz="1200" b="1" u="none" strike="noStrike">
                <a:solidFill>
                  <a:schemeClr val="lt2"/>
                </a:solidFill>
                <a:effectLst/>
                <a:uFillTx/>
                <a:latin typeface="Arial"/>
                <a:ea typeface="Arial"/>
              </a:rPr>
              <a:t>positive</a:t>
            </a:r>
            <a:endParaRPr lang="en-US" sz="1200" b="0" u="none" strike="noStrike">
              <a:solidFill>
                <a:srgbClr val="000000"/>
              </a:solidFill>
              <a:effectLst/>
              <a:uFillTx/>
              <a:latin typeface="Arial"/>
            </a:endParaRPr>
          </a:p>
        </p:txBody>
      </p:sp>
      <p:sp>
        <p:nvSpPr>
          <p:cNvPr id="365" name="Text Placeholder 1"/>
          <p:cNvSpPr/>
          <p:nvPr/>
        </p:nvSpPr>
        <p:spPr>
          <a:xfrm>
            <a:off x="3905280" y="4130280"/>
            <a:ext cx="1362240" cy="350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44280" algn="ctr">
              <a:lnSpc>
                <a:spcPct val="100000"/>
              </a:lnSpc>
              <a:tabLst>
                <a:tab pos="0" algn="l"/>
              </a:tabLst>
            </a:pPr>
            <a:r>
              <a:rPr lang="en-US" sz="1200" b="1" u="none" strike="noStrike">
                <a:solidFill>
                  <a:schemeClr val="lt2"/>
                </a:solidFill>
                <a:effectLst/>
                <a:uFillTx/>
                <a:latin typeface="Arial"/>
                <a:ea typeface="Arial"/>
              </a:rPr>
              <a:t>negative</a:t>
            </a:r>
            <a:endParaRPr lang="en-US" sz="1200" b="0" u="none" strike="noStrike">
              <a:solidFill>
                <a:srgbClr val="000000"/>
              </a:solidFill>
              <a:effectLst/>
              <a:uFillTx/>
              <a:latin typeface="Arial"/>
            </a:endParaRPr>
          </a:p>
        </p:txBody>
      </p:sp>
      <p:sp>
        <p:nvSpPr>
          <p:cNvPr id="366" name="Rectangle 80"/>
          <p:cNvSpPr/>
          <p:nvPr/>
        </p:nvSpPr>
        <p:spPr>
          <a:xfrm>
            <a:off x="7416360" y="2597400"/>
            <a:ext cx="1362240" cy="831240"/>
          </a:xfrm>
          <a:prstGeom prst="rect">
            <a:avLst/>
          </a:prstGeom>
          <a:solidFill>
            <a:schemeClr val="bg1"/>
          </a:solidFill>
          <a:ln w="50800">
            <a:solidFill>
              <a:srgbClr val="9C6114"/>
            </a:solidFill>
            <a:round/>
          </a:ln>
        </p:spPr>
        <p:style>
          <a:lnRef idx="2">
            <a:schemeClr val="accent1">
              <a:shade val="15000"/>
            </a:schemeClr>
          </a:lnRef>
          <a:fillRef idx="1">
            <a:schemeClr val="accent1"/>
          </a:fillRef>
          <a:effectRef idx="0">
            <a:schemeClr val="accent1"/>
          </a:effectRef>
          <a:fontRef idx="minor"/>
        </p:style>
        <p:txBody>
          <a:bodyPr lIns="0" tIns="0" rIns="0" bIns="0" anchor="ctr">
            <a:noAutofit/>
          </a:bodyPr>
          <a:lstStyle/>
          <a:p>
            <a:pPr algn="ctr">
              <a:lnSpc>
                <a:spcPct val="100000"/>
              </a:lnSpc>
            </a:pPr>
            <a:r>
              <a:rPr lang="en-US" sz="2000" b="1" u="none" strike="noStrike">
                <a:solidFill>
                  <a:schemeClr val="lt2"/>
                </a:solidFill>
                <a:effectLst/>
                <a:uFillTx/>
                <a:latin typeface="Arial"/>
                <a:ea typeface="Arial"/>
              </a:rPr>
              <a:t>DATA</a:t>
            </a:r>
            <a:endParaRPr lang="en-US" sz="2000" b="0" u="none" strike="noStrike">
              <a:solidFill>
                <a:srgbClr val="000000"/>
              </a:solidFill>
              <a:effectLst/>
              <a:uFillTx/>
              <a:latin typeface="Arial"/>
            </a:endParaRPr>
          </a:p>
          <a:p>
            <a:pPr algn="ctr">
              <a:lnSpc>
                <a:spcPct val="100000"/>
              </a:lnSpc>
            </a:pPr>
            <a:r>
              <a:rPr lang="en-US" sz="2000" b="1" u="none" strike="noStrike">
                <a:solidFill>
                  <a:schemeClr val="lt2"/>
                </a:solidFill>
                <a:effectLst/>
                <a:uFillTx/>
                <a:latin typeface="Arial"/>
                <a:ea typeface="Arial"/>
              </a:rPr>
              <a:t>(label = 1)</a:t>
            </a:r>
            <a:endParaRPr lang="en-US" sz="2000" b="0" u="none" strike="noStrike">
              <a:solidFill>
                <a:srgbClr val="000000"/>
              </a:solidFill>
              <a:effectLst/>
              <a:uFillTx/>
              <a:latin typeface="Arial"/>
            </a:endParaRPr>
          </a:p>
        </p:txBody>
      </p:sp>
      <p:sp>
        <p:nvSpPr>
          <p:cNvPr id="367" name="Rectangle 84"/>
          <p:cNvSpPr/>
          <p:nvPr/>
        </p:nvSpPr>
        <p:spPr>
          <a:xfrm>
            <a:off x="7416360" y="4248360"/>
            <a:ext cx="1362240" cy="831240"/>
          </a:xfrm>
          <a:prstGeom prst="rect">
            <a:avLst/>
          </a:prstGeom>
          <a:solidFill>
            <a:schemeClr val="bg1"/>
          </a:solidFill>
          <a:ln w="50800">
            <a:solidFill>
              <a:srgbClr val="9C6114"/>
            </a:solidFill>
            <a:round/>
          </a:ln>
        </p:spPr>
        <p:style>
          <a:lnRef idx="2">
            <a:schemeClr val="accent1">
              <a:shade val="15000"/>
            </a:schemeClr>
          </a:lnRef>
          <a:fillRef idx="1">
            <a:schemeClr val="accent1"/>
          </a:fillRef>
          <a:effectRef idx="0">
            <a:schemeClr val="accent1"/>
          </a:effectRef>
          <a:fontRef idx="minor"/>
        </p:style>
        <p:txBody>
          <a:bodyPr lIns="0" tIns="0" rIns="0" bIns="0" anchor="ctr">
            <a:noAutofit/>
          </a:bodyPr>
          <a:lstStyle/>
          <a:p>
            <a:pPr algn="ctr">
              <a:lnSpc>
                <a:spcPct val="100000"/>
              </a:lnSpc>
            </a:pPr>
            <a:r>
              <a:rPr lang="en-US" sz="2000" b="1" u="none" strike="noStrike">
                <a:solidFill>
                  <a:schemeClr val="lt2"/>
                </a:solidFill>
                <a:effectLst/>
                <a:uFillTx/>
                <a:latin typeface="Arial"/>
                <a:ea typeface="Arial"/>
              </a:rPr>
              <a:t>DATA</a:t>
            </a:r>
            <a:endParaRPr lang="en-US" sz="2000" b="0" u="none" strike="noStrike">
              <a:solidFill>
                <a:srgbClr val="000000"/>
              </a:solidFill>
              <a:effectLst/>
              <a:uFillTx/>
              <a:latin typeface="Arial"/>
            </a:endParaRPr>
          </a:p>
          <a:p>
            <a:pPr algn="ctr">
              <a:lnSpc>
                <a:spcPct val="100000"/>
              </a:lnSpc>
            </a:pPr>
            <a:r>
              <a:rPr lang="en-US" sz="2000" b="1" u="none" strike="noStrike">
                <a:solidFill>
                  <a:schemeClr val="lt2"/>
                </a:solidFill>
                <a:effectLst/>
                <a:uFillTx/>
                <a:latin typeface="Arial"/>
                <a:ea typeface="Arial"/>
              </a:rPr>
              <a:t>(label = 0)</a:t>
            </a:r>
            <a:endParaRPr lang="en-US" sz="2000" b="0" u="none" strike="noStrike">
              <a:solidFill>
                <a:srgbClr val="000000"/>
              </a:solidFill>
              <a:effectLst/>
              <a:uFillTx/>
              <a:latin typeface="Arial"/>
            </a:endParaRPr>
          </a:p>
        </p:txBody>
      </p:sp>
      <p:sp>
        <p:nvSpPr>
          <p:cNvPr id="368" name="Rectangle: Rounded Corners 90"/>
          <p:cNvSpPr/>
          <p:nvPr/>
        </p:nvSpPr>
        <p:spPr>
          <a:xfrm>
            <a:off x="9480960" y="3524040"/>
            <a:ext cx="1740240" cy="393120"/>
          </a:xfrm>
          <a:prstGeom prst="roundRect">
            <a:avLst>
              <a:gd name="adj" fmla="val 15522"/>
            </a:avLst>
          </a:prstGeom>
          <a:solidFill>
            <a:schemeClr val="tx2"/>
          </a:solidFill>
          <a:ln w="50800">
            <a:solidFill>
              <a:srgbClr val="9C6114"/>
            </a:solidFill>
            <a:round/>
          </a:ln>
        </p:spPr>
        <p:style>
          <a:lnRef idx="2">
            <a:schemeClr val="accent1">
              <a:shade val="15000"/>
            </a:schemeClr>
          </a:lnRef>
          <a:fillRef idx="1">
            <a:schemeClr val="accent1"/>
          </a:fillRef>
          <a:effectRef idx="0">
            <a:schemeClr val="accent1"/>
          </a:effectRef>
          <a:fontRef idx="minor"/>
        </p:style>
        <p:txBody>
          <a:bodyPr lIns="0" tIns="0" rIns="0" bIns="0" anchor="ctr">
            <a:noAutofit/>
          </a:bodyPr>
          <a:lstStyle/>
          <a:p>
            <a:pPr algn="ctr">
              <a:lnSpc>
                <a:spcPct val="100000"/>
              </a:lnSpc>
            </a:pPr>
            <a:r>
              <a:rPr lang="en-US" sz="2400" b="0" u="none" strike="noStrike">
                <a:solidFill>
                  <a:schemeClr val="lt1"/>
                </a:solidFill>
                <a:effectLst/>
                <a:uFillTx/>
                <a:latin typeface="Arial"/>
                <a:ea typeface="Arial"/>
              </a:rPr>
              <a:t>FF Model</a:t>
            </a:r>
            <a:endParaRPr lang="en-US" sz="2400" b="0" u="none" strike="noStrike">
              <a:solidFill>
                <a:srgbClr val="FFFFFF"/>
              </a:solidFill>
              <a:effectLst/>
              <a:uFillTx/>
              <a:latin typeface="Arial"/>
            </a:endParaRPr>
          </a:p>
        </p:txBody>
      </p:sp>
      <p:cxnSp>
        <p:nvCxnSpPr>
          <p:cNvPr id="369" name="Connector: Curved 91"/>
          <p:cNvCxnSpPr>
            <a:stCxn id="366" idx="3"/>
            <a:endCxn id="368" idx="0"/>
          </p:cNvCxnSpPr>
          <p:nvPr/>
        </p:nvCxnSpPr>
        <p:spPr>
          <a:xfrm>
            <a:off x="8778600" y="3012840"/>
            <a:ext cx="1572840" cy="511560"/>
          </a:xfrm>
          <a:prstGeom prst="curvedConnector2">
            <a:avLst/>
          </a:prstGeom>
          <a:ln w="50800">
            <a:solidFill>
              <a:srgbClr val="9C6114"/>
            </a:solidFill>
            <a:round/>
            <a:tailEnd type="stealth" w="lg" len="lg"/>
          </a:ln>
        </p:spPr>
      </p:cxnSp>
      <p:cxnSp>
        <p:nvCxnSpPr>
          <p:cNvPr id="370" name="Connector: Curved 92"/>
          <p:cNvCxnSpPr>
            <a:stCxn id="367" idx="3"/>
            <a:endCxn id="368" idx="2"/>
          </p:cNvCxnSpPr>
          <p:nvPr/>
        </p:nvCxnSpPr>
        <p:spPr>
          <a:xfrm flipV="1">
            <a:off x="8778600" y="3917160"/>
            <a:ext cx="1572840" cy="747000"/>
          </a:xfrm>
          <a:prstGeom prst="curvedConnector2">
            <a:avLst/>
          </a:prstGeom>
          <a:ln w="50800">
            <a:solidFill>
              <a:srgbClr val="9C6114"/>
            </a:solidFill>
            <a:round/>
            <a:tailEnd type="stealth" w="lg" len="lg"/>
          </a:ln>
        </p:spPr>
      </p:cxnSp>
      <p:sp>
        <p:nvSpPr>
          <p:cNvPr id="371" name="Text Placeholder 1"/>
          <p:cNvSpPr/>
          <p:nvPr/>
        </p:nvSpPr>
        <p:spPr>
          <a:xfrm>
            <a:off x="9030960" y="2859840"/>
            <a:ext cx="1362240" cy="350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44280" algn="ctr">
              <a:lnSpc>
                <a:spcPct val="100000"/>
              </a:lnSpc>
              <a:tabLst>
                <a:tab pos="0" algn="l"/>
              </a:tabLst>
            </a:pPr>
            <a:r>
              <a:rPr lang="en-US" sz="1200" b="1" u="none" strike="noStrike">
                <a:solidFill>
                  <a:schemeClr val="lt2"/>
                </a:solidFill>
                <a:effectLst/>
                <a:uFillTx/>
                <a:latin typeface="Arial"/>
                <a:ea typeface="Arial"/>
              </a:rPr>
              <a:t>positive</a:t>
            </a:r>
            <a:endParaRPr lang="en-US" sz="1200" b="0" u="none" strike="noStrike">
              <a:solidFill>
                <a:srgbClr val="000000"/>
              </a:solidFill>
              <a:effectLst/>
              <a:uFillTx/>
              <a:latin typeface="Arial"/>
            </a:endParaRPr>
          </a:p>
        </p:txBody>
      </p:sp>
      <p:sp>
        <p:nvSpPr>
          <p:cNvPr id="372" name="Text Placeholder 1"/>
          <p:cNvSpPr/>
          <p:nvPr/>
        </p:nvSpPr>
        <p:spPr>
          <a:xfrm>
            <a:off x="9030960" y="4130280"/>
            <a:ext cx="1362240" cy="350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44280" algn="ctr">
              <a:lnSpc>
                <a:spcPct val="100000"/>
              </a:lnSpc>
              <a:tabLst>
                <a:tab pos="0" algn="l"/>
              </a:tabLst>
            </a:pPr>
            <a:r>
              <a:rPr lang="en-US" sz="1200" b="1" u="none" strike="noStrike">
                <a:solidFill>
                  <a:schemeClr val="lt2"/>
                </a:solidFill>
                <a:effectLst/>
                <a:uFillTx/>
                <a:latin typeface="Arial"/>
                <a:ea typeface="Arial"/>
              </a:rPr>
              <a:t>negative</a:t>
            </a:r>
            <a:endParaRPr lang="en-US" sz="1200" b="0" u="none" strike="noStrike">
              <a:solidFill>
                <a:srgbClr val="000000"/>
              </a:solidFill>
              <a:effectLst/>
              <a:uFillTx/>
              <a:latin typeface="Arial"/>
            </a:endParaRPr>
          </a:p>
        </p:txBody>
      </p:sp>
      <p:sp>
        <p:nvSpPr>
          <p:cNvPr id="373" name="Text Placeholder 1"/>
          <p:cNvSpPr/>
          <p:nvPr/>
        </p:nvSpPr>
        <p:spPr>
          <a:xfrm>
            <a:off x="826560" y="5698080"/>
            <a:ext cx="2735640" cy="303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44280">
              <a:lnSpc>
                <a:spcPct val="100000"/>
              </a:lnSpc>
              <a:tabLst>
                <a:tab pos="0" algn="l"/>
              </a:tabLst>
            </a:pPr>
            <a:r>
              <a:rPr lang="en-US" sz="2000" b="1" u="none" strike="noStrike">
                <a:solidFill>
                  <a:schemeClr val="lt2"/>
                </a:solidFill>
                <a:effectLst/>
                <a:uFillTx/>
                <a:latin typeface="Arial"/>
                <a:ea typeface="Arial"/>
              </a:rPr>
              <a:t>Classical FF Model</a:t>
            </a:r>
            <a:endParaRPr lang="en-US" sz="2000" b="0" u="none" strike="noStrike">
              <a:solidFill>
                <a:srgbClr val="000000"/>
              </a:solidFill>
              <a:effectLst/>
              <a:uFillTx/>
              <a:latin typeface="Arial"/>
            </a:endParaRPr>
          </a:p>
        </p:txBody>
      </p:sp>
      <p:sp>
        <p:nvSpPr>
          <p:cNvPr id="374" name="Text Placeholder 1"/>
          <p:cNvSpPr/>
          <p:nvPr/>
        </p:nvSpPr>
        <p:spPr>
          <a:xfrm>
            <a:off x="7138440" y="5698080"/>
            <a:ext cx="2735640" cy="303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44280">
              <a:lnSpc>
                <a:spcPct val="100000"/>
              </a:lnSpc>
              <a:tabLst>
                <a:tab pos="0" algn="l"/>
              </a:tabLst>
            </a:pPr>
            <a:r>
              <a:rPr lang="en-US" sz="2000" b="1" u="none" strike="noStrike">
                <a:solidFill>
                  <a:schemeClr val="lt2"/>
                </a:solidFill>
                <a:effectLst/>
                <a:uFillTx/>
                <a:latin typeface="Arial"/>
                <a:ea typeface="Arial"/>
              </a:rPr>
              <a:t>Binary FF Model</a:t>
            </a:r>
            <a:endParaRPr lang="en-US" sz="2000" b="0" u="none" strike="noStrike">
              <a:solidFill>
                <a:srgbClr val="000000"/>
              </a:solidFill>
              <a:effectLst/>
              <a:uFillTx/>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5" name="Picture 10"/>
          <p:cNvPicPr/>
          <p:nvPr/>
        </p:nvPicPr>
        <p:blipFill>
          <a:blip r:embed="rId2"/>
          <a:stretch/>
        </p:blipFill>
        <p:spPr>
          <a:xfrm>
            <a:off x="9179280" y="4471920"/>
            <a:ext cx="2694600" cy="2152800"/>
          </a:xfrm>
          <a:prstGeom prst="rect">
            <a:avLst/>
          </a:prstGeom>
          <a:noFill/>
          <a:ln w="0">
            <a:noFill/>
          </a:ln>
        </p:spPr>
      </p:pic>
      <p:sp>
        <p:nvSpPr>
          <p:cNvPr id="376" name="PlaceHolder 1"/>
          <p:cNvSpPr>
            <a:spLocks noGrp="1"/>
          </p:cNvSpPr>
          <p:nvPr>
            <p:ph type="title"/>
          </p:nvPr>
        </p:nvSpPr>
        <p:spPr>
          <a:xfrm>
            <a:off x="533160" y="182520"/>
            <a:ext cx="10324800" cy="831240"/>
          </a:xfrm>
          <a:prstGeom prst="rect">
            <a:avLst/>
          </a:prstGeom>
          <a:noFill/>
          <a:ln w="0">
            <a:noFill/>
          </a:ln>
        </p:spPr>
        <p:txBody>
          <a:bodyPr lIns="216000" tIns="108000" rIns="216000" bIns="108000" anchor="t">
            <a:noAutofit/>
          </a:bodyPr>
          <a:lstStyle/>
          <a:p>
            <a:pPr indent="0">
              <a:lnSpc>
                <a:spcPct val="100000"/>
              </a:lnSpc>
              <a:buNone/>
            </a:pPr>
            <a:r>
              <a:rPr lang="en-US" sz="3500" b="0" u="none" strike="noStrike">
                <a:solidFill>
                  <a:schemeClr val="dk1"/>
                </a:solidFill>
                <a:effectLst/>
                <a:uFillTx/>
                <a:latin typeface="Anton"/>
                <a:ea typeface="Anton"/>
              </a:rPr>
              <a:t>Results</a:t>
            </a:r>
            <a:endParaRPr lang="en-US" sz="3500" b="0" u="none" strike="noStrike">
              <a:solidFill>
                <a:srgbClr val="000000"/>
              </a:solidFill>
              <a:effectLst/>
              <a:uFillTx/>
              <a:latin typeface="Arial"/>
            </a:endParaRPr>
          </a:p>
        </p:txBody>
      </p:sp>
      <p:sp>
        <p:nvSpPr>
          <p:cNvPr id="377" name="PlaceHolder 2"/>
          <p:cNvSpPr>
            <a:spLocks noGrp="1"/>
          </p:cNvSpPr>
          <p:nvPr>
            <p:ph type="sldNum" idx="44"/>
          </p:nvPr>
        </p:nvSpPr>
        <p:spPr>
          <a:xfrm>
            <a:off x="11409120" y="6333120"/>
            <a:ext cx="731520" cy="524520"/>
          </a:xfrm>
          <a:prstGeom prst="rect">
            <a:avLst/>
          </a:prstGeom>
          <a:noFill/>
          <a:ln w="0">
            <a:noFill/>
          </a:ln>
        </p:spPr>
        <p:txBody>
          <a:bodyPr lIns="91440" tIns="91440" rIns="91440" bIns="91440" anchor="t">
            <a:noAutofit/>
          </a:bodyPr>
          <a:lstStyle>
            <a:lvl1pPr indent="0" algn="r">
              <a:lnSpc>
                <a:spcPct val="100000"/>
              </a:lnSpc>
              <a:buNone/>
              <a:tabLst>
                <a:tab pos="0" algn="l"/>
              </a:tabLst>
              <a:defRPr lang="en" sz="1300" b="0" u="none" strike="noStrike">
                <a:solidFill>
                  <a:schemeClr val="dk1"/>
                </a:solidFill>
                <a:effectLst/>
                <a:uFillTx/>
                <a:latin typeface="Arial Narrow"/>
                <a:ea typeface="Arial Narrow"/>
              </a:defRPr>
            </a:lvl1pPr>
          </a:lstStyle>
          <a:p>
            <a:pPr indent="0" algn="r">
              <a:lnSpc>
                <a:spcPct val="100000"/>
              </a:lnSpc>
              <a:buNone/>
              <a:tabLst>
                <a:tab pos="0" algn="l"/>
              </a:tabLst>
            </a:pPr>
            <a:fld id="{108DA3AF-B962-470B-9C9F-98AF9A900A51}" type="slidenum">
              <a:rPr lang="en" sz="1300" b="0" u="none" strike="noStrike">
                <a:solidFill>
                  <a:schemeClr val="dk1"/>
                </a:solidFill>
                <a:effectLst/>
                <a:uFillTx/>
                <a:latin typeface="Arial Narrow"/>
                <a:ea typeface="Arial Narrow"/>
              </a:rPr>
              <a:t>11</a:t>
            </a:fld>
            <a:endParaRPr lang="en-US" sz="1300" b="0" u="none" strike="noStrike">
              <a:solidFill>
                <a:srgbClr val="000000"/>
              </a:solidFill>
              <a:effectLst/>
              <a:uFillTx/>
              <a:latin typeface="Times New Roman"/>
            </a:endParaRPr>
          </a:p>
        </p:txBody>
      </p:sp>
      <p:pic>
        <p:nvPicPr>
          <p:cNvPr id="378" name="Picture 2"/>
          <p:cNvPicPr/>
          <p:nvPr/>
        </p:nvPicPr>
        <p:blipFill>
          <a:blip r:embed="rId3"/>
          <a:stretch/>
        </p:blipFill>
        <p:spPr>
          <a:xfrm>
            <a:off x="765360" y="1345320"/>
            <a:ext cx="4995360" cy="2929320"/>
          </a:xfrm>
          <a:prstGeom prst="rect">
            <a:avLst/>
          </a:prstGeom>
          <a:noFill/>
          <a:ln w="0">
            <a:noFill/>
          </a:ln>
        </p:spPr>
      </p:pic>
      <p:pic>
        <p:nvPicPr>
          <p:cNvPr id="379" name="Picture 4"/>
          <p:cNvPicPr/>
          <p:nvPr/>
        </p:nvPicPr>
        <p:blipFill>
          <a:blip r:embed="rId4"/>
          <a:stretch/>
        </p:blipFill>
        <p:spPr>
          <a:xfrm>
            <a:off x="6583320" y="1332360"/>
            <a:ext cx="4995360" cy="2942280"/>
          </a:xfrm>
          <a:prstGeom prst="rect">
            <a:avLst/>
          </a:prstGeom>
          <a:noFill/>
          <a:ln w="0">
            <a:noFill/>
          </a:ln>
        </p:spPr>
      </p:pic>
      <p:pic>
        <p:nvPicPr>
          <p:cNvPr id="380" name="Picture 6"/>
          <p:cNvPicPr/>
          <p:nvPr/>
        </p:nvPicPr>
        <p:blipFill>
          <a:blip r:embed="rId5"/>
          <a:stretch/>
        </p:blipFill>
        <p:spPr>
          <a:xfrm>
            <a:off x="6327360" y="4471920"/>
            <a:ext cx="2665440" cy="2203200"/>
          </a:xfrm>
          <a:prstGeom prst="rect">
            <a:avLst/>
          </a:prstGeom>
          <a:noFill/>
          <a:ln w="0">
            <a:noFill/>
          </a:ln>
        </p:spPr>
      </p:pic>
      <p:pic>
        <p:nvPicPr>
          <p:cNvPr id="381" name="Picture 8"/>
          <p:cNvPicPr/>
          <p:nvPr/>
        </p:nvPicPr>
        <p:blipFill>
          <a:blip r:embed="rId5"/>
          <a:stretch/>
        </p:blipFill>
        <p:spPr>
          <a:xfrm>
            <a:off x="335160" y="4407120"/>
            <a:ext cx="2665440" cy="2203200"/>
          </a:xfrm>
          <a:prstGeom prst="rect">
            <a:avLst/>
          </a:prstGeom>
          <a:noFill/>
          <a:ln w="0">
            <a:noFill/>
          </a:ln>
        </p:spPr>
      </p:pic>
      <p:pic>
        <p:nvPicPr>
          <p:cNvPr id="382" name="Picture 12"/>
          <p:cNvPicPr/>
          <p:nvPr/>
        </p:nvPicPr>
        <p:blipFill>
          <a:blip r:embed="rId6"/>
          <a:stretch/>
        </p:blipFill>
        <p:spPr>
          <a:xfrm>
            <a:off x="3060720" y="4430160"/>
            <a:ext cx="2700000" cy="2157120"/>
          </a:xfrm>
          <a:prstGeom prst="rect">
            <a:avLst/>
          </a:prstGeom>
          <a:noFill/>
          <a:ln w="0">
            <a:noFill/>
          </a:ln>
        </p:spPr>
      </p:pic>
      <p:sp>
        <p:nvSpPr>
          <p:cNvPr id="383" name="Text Placeholder 1"/>
          <p:cNvSpPr/>
          <p:nvPr/>
        </p:nvSpPr>
        <p:spPr>
          <a:xfrm>
            <a:off x="3360240" y="2651760"/>
            <a:ext cx="2735640" cy="303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44280">
              <a:lnSpc>
                <a:spcPct val="100000"/>
              </a:lnSpc>
              <a:tabLst>
                <a:tab pos="0" algn="l"/>
              </a:tabLst>
            </a:pPr>
            <a:r>
              <a:rPr lang="en-US" sz="2000" b="1" u="none" strike="noStrike">
                <a:solidFill>
                  <a:schemeClr val="lt2"/>
                </a:solidFill>
                <a:effectLst/>
                <a:uFillTx/>
                <a:latin typeface="Arial"/>
                <a:ea typeface="Arial"/>
              </a:rPr>
              <a:t>Test acc: 0.8193</a:t>
            </a:r>
            <a:endParaRPr lang="en-US" sz="2000" b="0" u="none" strike="noStrike">
              <a:solidFill>
                <a:srgbClr val="000000"/>
              </a:solidFill>
              <a:effectLst/>
              <a:uFillTx/>
              <a:latin typeface="Arial"/>
            </a:endParaRPr>
          </a:p>
        </p:txBody>
      </p:sp>
      <p:sp>
        <p:nvSpPr>
          <p:cNvPr id="384" name="Text Placeholder 1"/>
          <p:cNvSpPr/>
          <p:nvPr/>
        </p:nvSpPr>
        <p:spPr>
          <a:xfrm>
            <a:off x="9179280" y="2723400"/>
            <a:ext cx="2735640" cy="303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44280">
              <a:lnSpc>
                <a:spcPct val="100000"/>
              </a:lnSpc>
              <a:tabLst>
                <a:tab pos="0" algn="l"/>
              </a:tabLst>
            </a:pPr>
            <a:r>
              <a:rPr lang="en-US" sz="2000" b="1" u="none" strike="noStrike">
                <a:solidFill>
                  <a:schemeClr val="lt2"/>
                </a:solidFill>
                <a:effectLst/>
                <a:uFillTx/>
                <a:latin typeface="Arial"/>
                <a:ea typeface="Arial"/>
              </a:rPr>
              <a:t>Test acc: 0.7731</a:t>
            </a:r>
            <a:endParaRPr lang="en-US" sz="2000" b="0" u="none" strike="noStrike">
              <a:solidFill>
                <a:srgbClr val="000000"/>
              </a:solidFill>
              <a:effectLst/>
              <a:uFillTx/>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5" name="PlaceHolder 1"/>
          <p:cNvSpPr>
            <a:spLocks noGrp="1"/>
          </p:cNvSpPr>
          <p:nvPr>
            <p:ph type="title"/>
          </p:nvPr>
        </p:nvSpPr>
        <p:spPr>
          <a:xfrm>
            <a:off x="533160" y="182520"/>
            <a:ext cx="10324800" cy="831240"/>
          </a:xfrm>
          <a:prstGeom prst="rect">
            <a:avLst/>
          </a:prstGeom>
          <a:noFill/>
          <a:ln w="0">
            <a:noFill/>
          </a:ln>
        </p:spPr>
        <p:txBody>
          <a:bodyPr lIns="216000" tIns="108000" rIns="216000" bIns="108000" anchor="t">
            <a:noAutofit/>
          </a:bodyPr>
          <a:lstStyle/>
          <a:p>
            <a:pPr indent="0">
              <a:lnSpc>
                <a:spcPct val="100000"/>
              </a:lnSpc>
              <a:buNone/>
            </a:pPr>
            <a:r>
              <a:rPr lang="en-US" sz="3500" b="0" u="none" strike="noStrike">
                <a:solidFill>
                  <a:schemeClr val="dk1"/>
                </a:solidFill>
                <a:effectLst/>
                <a:uFillTx/>
                <a:latin typeface="Anton"/>
                <a:ea typeface="Anton"/>
              </a:rPr>
              <a:t>Results</a:t>
            </a:r>
            <a:endParaRPr lang="en-US" sz="3500" b="0" u="none" strike="noStrike">
              <a:solidFill>
                <a:srgbClr val="000000"/>
              </a:solidFill>
              <a:effectLst/>
              <a:uFillTx/>
              <a:latin typeface="Arial"/>
            </a:endParaRPr>
          </a:p>
        </p:txBody>
      </p:sp>
      <p:sp>
        <p:nvSpPr>
          <p:cNvPr id="386" name="PlaceHolder 2"/>
          <p:cNvSpPr>
            <a:spLocks noGrp="1"/>
          </p:cNvSpPr>
          <p:nvPr>
            <p:ph type="sldNum" idx="45"/>
          </p:nvPr>
        </p:nvSpPr>
        <p:spPr>
          <a:xfrm>
            <a:off x="11409120" y="6333120"/>
            <a:ext cx="731520" cy="524520"/>
          </a:xfrm>
          <a:prstGeom prst="rect">
            <a:avLst/>
          </a:prstGeom>
          <a:noFill/>
          <a:ln w="0">
            <a:noFill/>
          </a:ln>
        </p:spPr>
        <p:txBody>
          <a:bodyPr lIns="91440" tIns="91440" rIns="91440" bIns="91440" anchor="t">
            <a:noAutofit/>
          </a:bodyPr>
          <a:lstStyle>
            <a:lvl1pPr indent="0" algn="r">
              <a:lnSpc>
                <a:spcPct val="100000"/>
              </a:lnSpc>
              <a:buNone/>
              <a:tabLst>
                <a:tab pos="0" algn="l"/>
              </a:tabLst>
              <a:defRPr lang="en" sz="1300" b="0" u="none" strike="noStrike">
                <a:solidFill>
                  <a:schemeClr val="dk1"/>
                </a:solidFill>
                <a:effectLst/>
                <a:uFillTx/>
                <a:latin typeface="Arial Narrow"/>
                <a:ea typeface="Arial Narrow"/>
              </a:defRPr>
            </a:lvl1pPr>
          </a:lstStyle>
          <a:p>
            <a:pPr indent="0" algn="r">
              <a:lnSpc>
                <a:spcPct val="100000"/>
              </a:lnSpc>
              <a:buNone/>
              <a:tabLst>
                <a:tab pos="0" algn="l"/>
              </a:tabLst>
            </a:pPr>
            <a:fld id="{7D5FD8F1-2B9E-4D7B-9411-3797AF235774}" type="slidenum">
              <a:rPr lang="en" sz="1300" b="0" u="none" strike="noStrike">
                <a:solidFill>
                  <a:schemeClr val="dk1"/>
                </a:solidFill>
                <a:effectLst/>
                <a:uFillTx/>
                <a:latin typeface="Arial Narrow"/>
                <a:ea typeface="Arial Narrow"/>
              </a:rPr>
              <a:t>12</a:t>
            </a:fld>
            <a:endParaRPr lang="en-US" sz="1300" b="0" u="none" strike="noStrike">
              <a:solidFill>
                <a:srgbClr val="000000"/>
              </a:solidFill>
              <a:effectLst/>
              <a:uFillTx/>
              <a:latin typeface="Times New Roman"/>
            </a:endParaRPr>
          </a:p>
        </p:txBody>
      </p:sp>
      <p:graphicFrame>
        <p:nvGraphicFramePr>
          <p:cNvPr id="387" name="Table 4"/>
          <p:cNvGraphicFramePr/>
          <p:nvPr>
            <p:extLst>
              <p:ext uri="{D42A27DB-BD31-4B8C-83A1-F6EECF244321}">
                <p14:modId xmlns:p14="http://schemas.microsoft.com/office/powerpoint/2010/main" val="3135965917"/>
              </p:ext>
            </p:extLst>
          </p:nvPr>
        </p:nvGraphicFramePr>
        <p:xfrm>
          <a:off x="658368" y="2029680"/>
          <a:ext cx="10414154" cy="3044160"/>
        </p:xfrm>
        <a:graphic>
          <a:graphicData uri="http://schemas.openxmlformats.org/drawingml/2006/table">
            <a:tbl>
              <a:tblPr/>
              <a:tblGrid>
                <a:gridCol w="1080144">
                  <a:extLst>
                    <a:ext uri="{9D8B030D-6E8A-4147-A177-3AD203B41FA5}">
                      <a16:colId xmlns:a16="http://schemas.microsoft.com/office/drawing/2014/main" val="20000"/>
                    </a:ext>
                  </a:extLst>
                </a:gridCol>
                <a:gridCol w="1523120">
                  <a:extLst>
                    <a:ext uri="{9D8B030D-6E8A-4147-A177-3AD203B41FA5}">
                      <a16:colId xmlns:a16="http://schemas.microsoft.com/office/drawing/2014/main" val="20001"/>
                    </a:ext>
                  </a:extLst>
                </a:gridCol>
                <a:gridCol w="1301815">
                  <a:extLst>
                    <a:ext uri="{9D8B030D-6E8A-4147-A177-3AD203B41FA5}">
                      <a16:colId xmlns:a16="http://schemas.microsoft.com/office/drawing/2014/main" val="20002"/>
                    </a:ext>
                  </a:extLst>
                </a:gridCol>
                <a:gridCol w="1301815">
                  <a:extLst>
                    <a:ext uri="{9D8B030D-6E8A-4147-A177-3AD203B41FA5}">
                      <a16:colId xmlns:a16="http://schemas.microsoft.com/office/drawing/2014/main" val="20003"/>
                    </a:ext>
                  </a:extLst>
                </a:gridCol>
                <a:gridCol w="1301815">
                  <a:extLst>
                    <a:ext uri="{9D8B030D-6E8A-4147-A177-3AD203B41FA5}">
                      <a16:colId xmlns:a16="http://schemas.microsoft.com/office/drawing/2014/main" val="20004"/>
                    </a:ext>
                  </a:extLst>
                </a:gridCol>
                <a:gridCol w="1301815">
                  <a:extLst>
                    <a:ext uri="{9D8B030D-6E8A-4147-A177-3AD203B41FA5}">
                      <a16:colId xmlns:a16="http://schemas.microsoft.com/office/drawing/2014/main" val="20005"/>
                    </a:ext>
                  </a:extLst>
                </a:gridCol>
                <a:gridCol w="1301815">
                  <a:extLst>
                    <a:ext uri="{9D8B030D-6E8A-4147-A177-3AD203B41FA5}">
                      <a16:colId xmlns:a16="http://schemas.microsoft.com/office/drawing/2014/main" val="20006"/>
                    </a:ext>
                  </a:extLst>
                </a:gridCol>
                <a:gridCol w="1301815">
                  <a:extLst>
                    <a:ext uri="{9D8B030D-6E8A-4147-A177-3AD203B41FA5}">
                      <a16:colId xmlns:a16="http://schemas.microsoft.com/office/drawing/2014/main" val="20007"/>
                    </a:ext>
                  </a:extLst>
                </a:gridCol>
              </a:tblGrid>
              <a:tr h="1069200">
                <a:tc>
                  <a:txBody>
                    <a:bodyPr/>
                    <a:lstStyle/>
                    <a:p>
                      <a:pPr algn="ctr">
                        <a:lnSpc>
                          <a:spcPts val="1709"/>
                        </a:lnSpc>
                        <a:spcBef>
                          <a:spcPts val="601"/>
                        </a:spcBef>
                      </a:pPr>
                      <a:r>
                        <a:rPr lang="en-US" sz="2400" b="1" u="none" strike="noStrike">
                          <a:solidFill>
                            <a:schemeClr val="lt2"/>
                          </a:solidFill>
                          <a:effectLst/>
                          <a:uFillTx/>
                          <a:latin typeface="Arial"/>
                          <a:ea typeface="Arial"/>
                        </a:rPr>
                        <a:t>Model </a:t>
                      </a:r>
                      <a:endParaRPr lang="en-US" sz="2400" b="0" u="none" strike="noStrike">
                        <a:solidFill>
                          <a:srgbClr val="000000"/>
                        </a:solidFill>
                        <a:effectLst/>
                        <a:uFillTx/>
                        <a:latin typeface="Arial"/>
                      </a:endParaRPr>
                    </a:p>
                  </a:txBody>
                  <a:tcPr anchor="ctr">
                    <a:lnL w="12240">
                      <a:noFill/>
                      <a:prstDash val="solid"/>
                    </a:lnL>
                    <a:lnR w="12240">
                      <a:noFill/>
                      <a:prstDash val="solid"/>
                    </a:lnR>
                    <a:lnT w="38160">
                      <a:solidFill>
                        <a:srgbClr val="9C6114"/>
                      </a:solidFill>
                      <a:prstDash val="solid"/>
                    </a:lnT>
                    <a:lnB w="38160">
                      <a:solidFill>
                        <a:srgbClr val="9C6114"/>
                      </a:solidFill>
                      <a:prstDash val="solid"/>
                    </a:lnB>
                    <a:noFill/>
                  </a:tcPr>
                </a:tc>
                <a:tc>
                  <a:txBody>
                    <a:bodyPr/>
                    <a:lstStyle/>
                    <a:p>
                      <a:pPr algn="ctr">
                        <a:lnSpc>
                          <a:spcPts val="1709"/>
                        </a:lnSpc>
                        <a:spcBef>
                          <a:spcPts val="601"/>
                        </a:spcBef>
                      </a:pPr>
                      <a:r>
                        <a:rPr lang="en-US" sz="2400" b="1" u="none" strike="noStrike">
                          <a:solidFill>
                            <a:schemeClr val="lt2"/>
                          </a:solidFill>
                          <a:effectLst/>
                          <a:uFillTx/>
                          <a:latin typeface="Arial"/>
                          <a:ea typeface="Arial"/>
                        </a:rPr>
                        <a:t>Accuracy</a:t>
                      </a:r>
                      <a:endParaRPr lang="en-US" sz="2400" b="0" u="none" strike="noStrike">
                        <a:solidFill>
                          <a:srgbClr val="000000"/>
                        </a:solidFill>
                        <a:effectLst/>
                        <a:uFillTx/>
                        <a:latin typeface="Arial"/>
                      </a:endParaRPr>
                    </a:p>
                  </a:txBody>
                  <a:tcPr anchor="ctr">
                    <a:lnL w="12240">
                      <a:noFill/>
                      <a:prstDash val="solid"/>
                    </a:lnL>
                    <a:lnR w="12240">
                      <a:noFill/>
                      <a:prstDash val="solid"/>
                    </a:lnR>
                    <a:lnT w="38160">
                      <a:solidFill>
                        <a:srgbClr val="9C6114"/>
                      </a:solidFill>
                      <a:prstDash val="solid"/>
                    </a:lnT>
                    <a:lnB w="38160">
                      <a:solidFill>
                        <a:srgbClr val="9C6114"/>
                      </a:solidFill>
                      <a:prstDash val="solid"/>
                    </a:lnB>
                    <a:noFill/>
                  </a:tcPr>
                </a:tc>
                <a:tc>
                  <a:txBody>
                    <a:bodyPr/>
                    <a:lstStyle/>
                    <a:p>
                      <a:pPr algn="ctr">
                        <a:lnSpc>
                          <a:spcPts val="1709"/>
                        </a:lnSpc>
                        <a:spcBef>
                          <a:spcPts val="601"/>
                        </a:spcBef>
                      </a:pPr>
                      <a:r>
                        <a:rPr lang="en-US" sz="2400" b="1" u="none" strike="noStrike">
                          <a:solidFill>
                            <a:schemeClr val="lt2"/>
                          </a:solidFill>
                          <a:effectLst/>
                          <a:uFillTx/>
                          <a:latin typeface="Arial"/>
                          <a:ea typeface="Arial"/>
                        </a:rPr>
                        <a:t>F1</a:t>
                      </a:r>
                      <a:endParaRPr lang="en-US" sz="2400" b="0" u="none" strike="noStrike">
                        <a:solidFill>
                          <a:srgbClr val="000000"/>
                        </a:solidFill>
                        <a:effectLst/>
                        <a:uFillTx/>
                        <a:latin typeface="Arial"/>
                      </a:endParaRPr>
                    </a:p>
                    <a:p>
                      <a:pPr algn="ctr">
                        <a:lnSpc>
                          <a:spcPts val="1709"/>
                        </a:lnSpc>
                        <a:spcBef>
                          <a:spcPts val="601"/>
                        </a:spcBef>
                      </a:pPr>
                      <a:r>
                        <a:rPr lang="en-US" sz="2400" b="1" u="none" strike="noStrike">
                          <a:solidFill>
                            <a:schemeClr val="lt2"/>
                          </a:solidFill>
                          <a:effectLst/>
                          <a:uFillTx/>
                          <a:latin typeface="Arial"/>
                          <a:ea typeface="Arial"/>
                        </a:rPr>
                        <a:t> score </a:t>
                      </a:r>
                      <a:endParaRPr lang="en-US" sz="2400" b="0" u="none" strike="noStrike">
                        <a:solidFill>
                          <a:srgbClr val="000000"/>
                        </a:solidFill>
                        <a:effectLst/>
                        <a:uFillTx/>
                        <a:latin typeface="Arial"/>
                      </a:endParaRPr>
                    </a:p>
                  </a:txBody>
                  <a:tcPr anchor="ctr">
                    <a:lnL w="12240">
                      <a:noFill/>
                      <a:prstDash val="solid"/>
                    </a:lnL>
                    <a:lnR w="12240">
                      <a:noFill/>
                      <a:prstDash val="solid"/>
                    </a:lnR>
                    <a:lnT w="38160">
                      <a:solidFill>
                        <a:srgbClr val="9C6114"/>
                      </a:solidFill>
                      <a:prstDash val="solid"/>
                    </a:lnT>
                    <a:lnB w="38160">
                      <a:solidFill>
                        <a:srgbClr val="9C6114"/>
                      </a:solidFill>
                      <a:prstDash val="solid"/>
                    </a:lnB>
                    <a:noFill/>
                  </a:tcPr>
                </a:tc>
                <a:tc>
                  <a:txBody>
                    <a:bodyPr/>
                    <a:lstStyle/>
                    <a:p>
                      <a:pPr algn="ctr">
                        <a:lnSpc>
                          <a:spcPts val="1709"/>
                        </a:lnSpc>
                        <a:spcBef>
                          <a:spcPts val="601"/>
                        </a:spcBef>
                      </a:pPr>
                      <a:r>
                        <a:rPr lang="en-US" sz="2400" b="1" u="none" strike="noStrike">
                          <a:solidFill>
                            <a:schemeClr val="lt2"/>
                          </a:solidFill>
                          <a:effectLst/>
                          <a:uFillTx/>
                          <a:latin typeface="Arial"/>
                          <a:ea typeface="Arial"/>
                        </a:rPr>
                        <a:t>AUC </a:t>
                      </a:r>
                      <a:endParaRPr lang="en-US" sz="2400" b="0" u="none" strike="noStrike">
                        <a:solidFill>
                          <a:srgbClr val="000000"/>
                        </a:solidFill>
                        <a:effectLst/>
                        <a:uFillTx/>
                        <a:latin typeface="Arial"/>
                      </a:endParaRPr>
                    </a:p>
                  </a:txBody>
                  <a:tcPr anchor="ctr">
                    <a:lnL w="12240">
                      <a:noFill/>
                      <a:prstDash val="solid"/>
                    </a:lnL>
                    <a:lnR w="12240">
                      <a:noFill/>
                      <a:prstDash val="solid"/>
                    </a:lnR>
                    <a:lnT w="38160">
                      <a:solidFill>
                        <a:srgbClr val="9C6114"/>
                      </a:solidFill>
                      <a:prstDash val="solid"/>
                    </a:lnT>
                    <a:lnB w="38160">
                      <a:solidFill>
                        <a:srgbClr val="9C6114"/>
                      </a:solidFill>
                      <a:prstDash val="solid"/>
                    </a:lnB>
                    <a:noFill/>
                  </a:tcPr>
                </a:tc>
                <a:tc>
                  <a:txBody>
                    <a:bodyPr/>
                    <a:lstStyle/>
                    <a:p>
                      <a:pPr algn="ctr">
                        <a:lnSpc>
                          <a:spcPts val="1709"/>
                        </a:lnSpc>
                        <a:spcBef>
                          <a:spcPts val="601"/>
                        </a:spcBef>
                      </a:pPr>
                      <a:r>
                        <a:rPr lang="en-US" sz="2400" b="1" u="none" strike="noStrike">
                          <a:solidFill>
                            <a:schemeClr val="lt2"/>
                          </a:solidFill>
                          <a:effectLst/>
                          <a:uFillTx/>
                          <a:latin typeface="Arial"/>
                          <a:ea typeface="Arial"/>
                        </a:rPr>
                        <a:t>Flash</a:t>
                      </a:r>
                      <a:endParaRPr lang="en-US" sz="2400" b="0" u="none" strike="noStrike">
                        <a:solidFill>
                          <a:srgbClr val="000000"/>
                        </a:solidFill>
                        <a:effectLst/>
                        <a:uFillTx/>
                        <a:latin typeface="Arial"/>
                      </a:endParaRPr>
                    </a:p>
                    <a:p>
                      <a:pPr algn="ctr">
                        <a:lnSpc>
                          <a:spcPts val="1709"/>
                        </a:lnSpc>
                        <a:spcBef>
                          <a:spcPts val="601"/>
                        </a:spcBef>
                      </a:pPr>
                      <a:r>
                        <a:rPr lang="en-US" sz="2400" b="1" u="none" strike="noStrike">
                          <a:solidFill>
                            <a:schemeClr val="lt2"/>
                          </a:solidFill>
                          <a:effectLst/>
                          <a:uFillTx/>
                          <a:latin typeface="Arial"/>
                          <a:ea typeface="Arial"/>
                        </a:rPr>
                        <a:t> (Static)</a:t>
                      </a:r>
                      <a:endParaRPr lang="en-US" sz="2400" b="0" u="none" strike="noStrike">
                        <a:solidFill>
                          <a:srgbClr val="000000"/>
                        </a:solidFill>
                        <a:effectLst/>
                        <a:uFillTx/>
                        <a:latin typeface="Arial"/>
                      </a:endParaRPr>
                    </a:p>
                  </a:txBody>
                  <a:tcPr anchor="ctr">
                    <a:lnL w="12240">
                      <a:noFill/>
                      <a:prstDash val="solid"/>
                    </a:lnL>
                    <a:lnR w="12240">
                      <a:noFill/>
                      <a:prstDash val="solid"/>
                    </a:lnR>
                    <a:lnT w="38160">
                      <a:solidFill>
                        <a:srgbClr val="9C6114"/>
                      </a:solidFill>
                      <a:prstDash val="solid"/>
                    </a:lnT>
                    <a:lnB w="38160">
                      <a:solidFill>
                        <a:srgbClr val="9C6114"/>
                      </a:solidFill>
                      <a:prstDash val="solid"/>
                    </a:lnB>
                    <a:noFill/>
                  </a:tcPr>
                </a:tc>
                <a:tc>
                  <a:txBody>
                    <a:bodyPr/>
                    <a:lstStyle/>
                    <a:p>
                      <a:pPr algn="ctr">
                        <a:lnSpc>
                          <a:spcPts val="1709"/>
                        </a:lnSpc>
                        <a:spcBef>
                          <a:spcPts val="601"/>
                        </a:spcBef>
                      </a:pPr>
                      <a:r>
                        <a:rPr lang="en-US" sz="2400" b="1" u="none" strike="noStrike">
                          <a:solidFill>
                            <a:schemeClr val="lt2"/>
                          </a:solidFill>
                          <a:effectLst/>
                          <a:uFillTx/>
                          <a:latin typeface="Arial"/>
                          <a:ea typeface="Arial"/>
                        </a:rPr>
                        <a:t>RAM </a:t>
                      </a:r>
                      <a:endParaRPr lang="en-US" sz="2400" b="0" u="none" strike="noStrike">
                        <a:solidFill>
                          <a:srgbClr val="000000"/>
                        </a:solidFill>
                        <a:effectLst/>
                        <a:uFillTx/>
                        <a:latin typeface="Arial"/>
                      </a:endParaRPr>
                    </a:p>
                    <a:p>
                      <a:pPr algn="ctr">
                        <a:lnSpc>
                          <a:spcPts val="1709"/>
                        </a:lnSpc>
                        <a:spcBef>
                          <a:spcPts val="601"/>
                        </a:spcBef>
                      </a:pPr>
                      <a:r>
                        <a:rPr lang="en-US" sz="2400" b="1" u="none" strike="noStrike">
                          <a:solidFill>
                            <a:schemeClr val="lt2"/>
                          </a:solidFill>
                          <a:effectLst/>
                          <a:uFillTx/>
                          <a:latin typeface="Arial"/>
                          <a:ea typeface="Arial"/>
                        </a:rPr>
                        <a:t>(Static) </a:t>
                      </a:r>
                      <a:endParaRPr lang="en-US" sz="2400" b="0" u="none" strike="noStrike">
                        <a:solidFill>
                          <a:srgbClr val="000000"/>
                        </a:solidFill>
                        <a:effectLst/>
                        <a:uFillTx/>
                        <a:latin typeface="Arial"/>
                      </a:endParaRPr>
                    </a:p>
                  </a:txBody>
                  <a:tcPr anchor="ctr">
                    <a:lnL w="12240">
                      <a:noFill/>
                      <a:prstDash val="solid"/>
                    </a:lnL>
                    <a:lnR w="12240">
                      <a:noFill/>
                      <a:prstDash val="solid"/>
                    </a:lnR>
                    <a:lnT w="38160">
                      <a:solidFill>
                        <a:srgbClr val="9C6114"/>
                      </a:solidFill>
                      <a:prstDash val="solid"/>
                    </a:lnT>
                    <a:lnB w="38160">
                      <a:solidFill>
                        <a:srgbClr val="9C6114"/>
                      </a:solidFill>
                      <a:prstDash val="solid"/>
                    </a:lnB>
                    <a:noFill/>
                  </a:tcPr>
                </a:tc>
                <a:tc>
                  <a:txBody>
                    <a:bodyPr/>
                    <a:lstStyle/>
                    <a:p>
                      <a:pPr algn="ctr">
                        <a:lnSpc>
                          <a:spcPts val="1709"/>
                        </a:lnSpc>
                        <a:spcBef>
                          <a:spcPts val="601"/>
                        </a:spcBef>
                      </a:pPr>
                      <a:r>
                        <a:rPr lang="en-US" sz="2400" b="1" u="none" strike="noStrike">
                          <a:solidFill>
                            <a:schemeClr val="lt2"/>
                          </a:solidFill>
                          <a:effectLst/>
                          <a:uFillTx/>
                          <a:latin typeface="Arial"/>
                          <a:ea typeface="Arial"/>
                        </a:rPr>
                        <a:t>RAM </a:t>
                      </a:r>
                      <a:endParaRPr lang="en-US" sz="2400" b="0" u="none" strike="noStrike">
                        <a:solidFill>
                          <a:srgbClr val="000000"/>
                        </a:solidFill>
                        <a:effectLst/>
                        <a:uFillTx/>
                        <a:latin typeface="Arial"/>
                      </a:endParaRPr>
                    </a:p>
                    <a:p>
                      <a:pPr algn="ctr">
                        <a:lnSpc>
                          <a:spcPts val="1709"/>
                        </a:lnSpc>
                        <a:spcBef>
                          <a:spcPts val="601"/>
                        </a:spcBef>
                      </a:pPr>
                      <a:r>
                        <a:rPr lang="en-US" sz="2400" b="1" u="none" strike="noStrike">
                          <a:solidFill>
                            <a:schemeClr val="lt2"/>
                          </a:solidFill>
                          <a:effectLst/>
                          <a:uFillTx/>
                          <a:latin typeface="Arial"/>
                          <a:ea typeface="Arial"/>
                        </a:rPr>
                        <a:t>(Fixed) </a:t>
                      </a:r>
                      <a:endParaRPr lang="en-US" sz="2400" b="0" u="none" strike="noStrike">
                        <a:solidFill>
                          <a:srgbClr val="000000"/>
                        </a:solidFill>
                        <a:effectLst/>
                        <a:uFillTx/>
                        <a:latin typeface="Arial"/>
                      </a:endParaRPr>
                    </a:p>
                  </a:txBody>
                  <a:tcPr anchor="ctr">
                    <a:lnL w="12240">
                      <a:noFill/>
                      <a:prstDash val="solid"/>
                    </a:lnL>
                    <a:lnR w="12240">
                      <a:noFill/>
                      <a:prstDash val="solid"/>
                    </a:lnR>
                    <a:lnT w="38160">
                      <a:solidFill>
                        <a:srgbClr val="9C6114"/>
                      </a:solidFill>
                      <a:prstDash val="solid"/>
                    </a:lnT>
                    <a:lnB w="38160">
                      <a:solidFill>
                        <a:srgbClr val="9C6114"/>
                      </a:solidFill>
                      <a:prstDash val="solid"/>
                    </a:lnB>
                    <a:noFill/>
                  </a:tcPr>
                </a:tc>
                <a:tc>
                  <a:txBody>
                    <a:bodyPr/>
                    <a:lstStyle/>
                    <a:p>
                      <a:pPr algn="ctr">
                        <a:lnSpc>
                          <a:spcPts val="1709"/>
                        </a:lnSpc>
                        <a:spcBef>
                          <a:spcPts val="601"/>
                        </a:spcBef>
                      </a:pPr>
                      <a:r>
                        <a:rPr lang="en-US" sz="2400" b="1" u="none" strike="noStrike" dirty="0">
                          <a:solidFill>
                            <a:schemeClr val="lt2"/>
                          </a:solidFill>
                          <a:effectLst/>
                          <a:uFillTx/>
                          <a:latin typeface="Arial"/>
                          <a:ea typeface="Arial"/>
                        </a:rPr>
                        <a:t>RAM </a:t>
                      </a:r>
                      <a:endParaRPr lang="en-US" sz="2400" b="0" u="none" strike="noStrike" dirty="0">
                        <a:solidFill>
                          <a:srgbClr val="000000"/>
                        </a:solidFill>
                        <a:effectLst/>
                        <a:uFillTx/>
                        <a:latin typeface="Arial"/>
                      </a:endParaRPr>
                    </a:p>
                    <a:p>
                      <a:pPr algn="ctr">
                        <a:lnSpc>
                          <a:spcPts val="1709"/>
                        </a:lnSpc>
                        <a:spcBef>
                          <a:spcPts val="601"/>
                        </a:spcBef>
                      </a:pPr>
                      <a:r>
                        <a:rPr lang="en-US" sz="2400" b="1" u="none" strike="noStrike" dirty="0">
                          <a:solidFill>
                            <a:schemeClr val="lt2"/>
                          </a:solidFill>
                          <a:effectLst/>
                          <a:uFillTx/>
                          <a:latin typeface="Arial"/>
                          <a:ea typeface="Arial"/>
                        </a:rPr>
                        <a:t>(Train) </a:t>
                      </a:r>
                      <a:endParaRPr lang="en-US" sz="2400" b="0" u="none" strike="noStrike" dirty="0">
                        <a:solidFill>
                          <a:srgbClr val="000000"/>
                        </a:solidFill>
                        <a:effectLst/>
                        <a:uFillTx/>
                        <a:latin typeface="Arial"/>
                      </a:endParaRPr>
                    </a:p>
                  </a:txBody>
                  <a:tcPr anchor="ctr">
                    <a:lnL w="12240">
                      <a:noFill/>
                      <a:prstDash val="solid"/>
                    </a:lnL>
                    <a:lnR w="12240">
                      <a:noFill/>
                      <a:prstDash val="solid"/>
                    </a:lnR>
                    <a:lnT w="38160">
                      <a:solidFill>
                        <a:srgbClr val="9C6114"/>
                      </a:solidFill>
                      <a:prstDash val="solid"/>
                    </a:lnT>
                    <a:lnB w="38160">
                      <a:solidFill>
                        <a:srgbClr val="9C6114"/>
                      </a:solidFill>
                      <a:prstDash val="solid"/>
                    </a:lnB>
                    <a:noFill/>
                  </a:tcPr>
                </a:tc>
                <a:extLst>
                  <a:ext uri="{0D108BD9-81ED-4DB2-BD59-A6C34878D82A}">
                    <a16:rowId xmlns:a16="http://schemas.microsoft.com/office/drawing/2014/main" val="10000"/>
                  </a:ext>
                </a:extLst>
              </a:tr>
              <a:tr h="1184400">
                <a:tc>
                  <a:txBody>
                    <a:bodyPr/>
                    <a:lstStyle/>
                    <a:p>
                      <a:pPr algn="ctr">
                        <a:lnSpc>
                          <a:spcPts val="1709"/>
                        </a:lnSpc>
                        <a:spcBef>
                          <a:spcPts val="601"/>
                        </a:spcBef>
                      </a:pPr>
                      <a:r>
                        <a:rPr lang="en-US" sz="2400" b="1" u="none" strike="noStrike">
                          <a:solidFill>
                            <a:schemeClr val="lt2"/>
                          </a:solidFill>
                          <a:effectLst/>
                          <a:uFillTx/>
                          <a:latin typeface="Arial"/>
                          <a:ea typeface="Arial"/>
                        </a:rPr>
                        <a:t>BP </a:t>
                      </a:r>
                      <a:endParaRPr lang="en-US" sz="2400" b="0" u="none" strike="noStrike">
                        <a:solidFill>
                          <a:srgbClr val="000000"/>
                        </a:solidFill>
                        <a:effectLst/>
                        <a:uFillTx/>
                        <a:latin typeface="Arial"/>
                      </a:endParaRPr>
                    </a:p>
                  </a:txBody>
                  <a:tcPr anchor="ctr">
                    <a:lnL w="12240">
                      <a:noFill/>
                      <a:prstDash val="solid"/>
                    </a:lnL>
                    <a:lnR w="12240">
                      <a:noFill/>
                      <a:prstDash val="solid"/>
                    </a:lnR>
                    <a:lnT w="38160">
                      <a:solidFill>
                        <a:srgbClr val="9C6114"/>
                      </a:solidFill>
                      <a:prstDash val="solid"/>
                    </a:lnT>
                    <a:lnB w="38160">
                      <a:noFill/>
                      <a:prstDash val="solid"/>
                    </a:lnB>
                    <a:noFill/>
                  </a:tcPr>
                </a:tc>
                <a:tc>
                  <a:txBody>
                    <a:bodyPr/>
                    <a:lstStyle/>
                    <a:p>
                      <a:pPr algn="ctr">
                        <a:lnSpc>
                          <a:spcPts val="1709"/>
                        </a:lnSpc>
                        <a:spcBef>
                          <a:spcPts val="601"/>
                        </a:spcBef>
                      </a:pPr>
                      <a:r>
                        <a:rPr lang="en" sz="2400" b="0" u="none" strike="noStrike">
                          <a:solidFill>
                            <a:schemeClr val="lt2"/>
                          </a:solidFill>
                          <a:effectLst/>
                          <a:uFillTx/>
                          <a:latin typeface="Arial"/>
                          <a:ea typeface="Arial"/>
                        </a:rPr>
                        <a:t>0.82 </a:t>
                      </a:r>
                      <a:endParaRPr lang="en-US" sz="2400" b="0" u="none" strike="noStrike">
                        <a:solidFill>
                          <a:srgbClr val="000000"/>
                        </a:solidFill>
                        <a:effectLst/>
                        <a:uFillTx/>
                        <a:latin typeface="Arial"/>
                      </a:endParaRPr>
                    </a:p>
                  </a:txBody>
                  <a:tcPr anchor="ctr">
                    <a:lnL w="12240">
                      <a:noFill/>
                      <a:prstDash val="solid"/>
                    </a:lnL>
                    <a:lnR w="12240">
                      <a:noFill/>
                      <a:prstDash val="solid"/>
                    </a:lnR>
                    <a:lnT w="38160">
                      <a:solidFill>
                        <a:srgbClr val="9C6114"/>
                      </a:solidFill>
                      <a:prstDash val="solid"/>
                    </a:lnT>
                    <a:lnB w="38160">
                      <a:noFill/>
                      <a:prstDash val="solid"/>
                    </a:lnB>
                    <a:noFill/>
                  </a:tcPr>
                </a:tc>
                <a:tc>
                  <a:txBody>
                    <a:bodyPr/>
                    <a:lstStyle/>
                    <a:p>
                      <a:pPr algn="ctr">
                        <a:lnSpc>
                          <a:spcPts val="1709"/>
                        </a:lnSpc>
                        <a:spcBef>
                          <a:spcPts val="601"/>
                        </a:spcBef>
                      </a:pPr>
                      <a:r>
                        <a:rPr lang="en" sz="2400" b="0" u="none" strike="noStrike">
                          <a:solidFill>
                            <a:schemeClr val="lt2"/>
                          </a:solidFill>
                          <a:effectLst/>
                          <a:uFillTx/>
                          <a:latin typeface="Arial"/>
                          <a:ea typeface="Arial"/>
                        </a:rPr>
                        <a:t>0.80 </a:t>
                      </a:r>
                      <a:endParaRPr lang="en-US" sz="2400" b="0" u="none" strike="noStrike">
                        <a:solidFill>
                          <a:srgbClr val="000000"/>
                        </a:solidFill>
                        <a:effectLst/>
                        <a:uFillTx/>
                        <a:latin typeface="Arial"/>
                      </a:endParaRPr>
                    </a:p>
                  </a:txBody>
                  <a:tcPr anchor="ctr">
                    <a:lnL w="12240">
                      <a:noFill/>
                      <a:prstDash val="solid"/>
                    </a:lnL>
                    <a:lnR w="12240">
                      <a:noFill/>
                      <a:prstDash val="solid"/>
                    </a:lnR>
                    <a:lnT w="38160">
                      <a:solidFill>
                        <a:srgbClr val="9C6114"/>
                      </a:solidFill>
                      <a:prstDash val="solid"/>
                    </a:lnT>
                    <a:lnB w="38160">
                      <a:noFill/>
                      <a:prstDash val="solid"/>
                    </a:lnB>
                    <a:noFill/>
                  </a:tcPr>
                </a:tc>
                <a:tc>
                  <a:txBody>
                    <a:bodyPr/>
                    <a:lstStyle/>
                    <a:p>
                      <a:pPr algn="ctr">
                        <a:lnSpc>
                          <a:spcPts val="1709"/>
                        </a:lnSpc>
                        <a:spcBef>
                          <a:spcPts val="601"/>
                        </a:spcBef>
                      </a:pPr>
                      <a:r>
                        <a:rPr lang="en" sz="2400" b="0" u="none" strike="noStrike">
                          <a:solidFill>
                            <a:schemeClr val="lt2"/>
                          </a:solidFill>
                          <a:effectLst/>
                          <a:uFillTx/>
                          <a:latin typeface="Arial"/>
                          <a:ea typeface="Arial"/>
                        </a:rPr>
                        <a:t>0.91 </a:t>
                      </a:r>
                      <a:endParaRPr lang="en-US" sz="2400" b="0" u="none" strike="noStrike">
                        <a:solidFill>
                          <a:srgbClr val="000000"/>
                        </a:solidFill>
                        <a:effectLst/>
                        <a:uFillTx/>
                        <a:latin typeface="Arial"/>
                      </a:endParaRPr>
                    </a:p>
                  </a:txBody>
                  <a:tcPr anchor="ctr">
                    <a:lnL w="12240">
                      <a:noFill/>
                      <a:prstDash val="solid"/>
                    </a:lnL>
                    <a:lnR w="12240">
                      <a:noFill/>
                      <a:prstDash val="solid"/>
                    </a:lnR>
                    <a:lnT w="38160">
                      <a:solidFill>
                        <a:srgbClr val="9C6114"/>
                      </a:solidFill>
                      <a:prstDash val="solid"/>
                    </a:lnT>
                    <a:lnB w="38160">
                      <a:noFill/>
                      <a:prstDash val="solid"/>
                    </a:lnB>
                    <a:noFill/>
                  </a:tcPr>
                </a:tc>
                <a:tc>
                  <a:txBody>
                    <a:bodyPr/>
                    <a:lstStyle/>
                    <a:p>
                      <a:pPr algn="ctr">
                        <a:lnSpc>
                          <a:spcPts val="1709"/>
                        </a:lnSpc>
                        <a:spcBef>
                          <a:spcPts val="601"/>
                        </a:spcBef>
                      </a:pPr>
                      <a:r>
                        <a:rPr lang="en-US" sz="2400" b="0" u="none" strike="noStrike">
                          <a:solidFill>
                            <a:schemeClr val="lt2"/>
                          </a:solidFill>
                          <a:effectLst/>
                          <a:uFillTx/>
                          <a:latin typeface="Arial"/>
                          <a:ea typeface="Arial"/>
                        </a:rPr>
                        <a:t>38.8KB </a:t>
                      </a:r>
                      <a:endParaRPr lang="en-US" sz="2400" b="0" u="none" strike="noStrike">
                        <a:solidFill>
                          <a:srgbClr val="000000"/>
                        </a:solidFill>
                        <a:effectLst/>
                        <a:uFillTx/>
                        <a:latin typeface="Arial"/>
                      </a:endParaRPr>
                    </a:p>
                  </a:txBody>
                  <a:tcPr anchor="ctr">
                    <a:lnL w="12240">
                      <a:noFill/>
                      <a:prstDash val="solid"/>
                    </a:lnL>
                    <a:lnR w="12240">
                      <a:noFill/>
                      <a:prstDash val="solid"/>
                    </a:lnR>
                    <a:lnT w="38160">
                      <a:solidFill>
                        <a:srgbClr val="9C6114"/>
                      </a:solidFill>
                      <a:prstDash val="solid"/>
                    </a:lnT>
                    <a:lnB w="38160">
                      <a:noFill/>
                      <a:prstDash val="solid"/>
                    </a:lnB>
                    <a:noFill/>
                  </a:tcPr>
                </a:tc>
                <a:tc>
                  <a:txBody>
                    <a:bodyPr/>
                    <a:lstStyle/>
                    <a:p>
                      <a:pPr algn="ctr">
                        <a:lnSpc>
                          <a:spcPts val="1709"/>
                        </a:lnSpc>
                        <a:spcBef>
                          <a:spcPts val="601"/>
                        </a:spcBef>
                      </a:pPr>
                      <a:r>
                        <a:rPr lang="en-US" sz="2400" b="0" u="none" strike="noStrike">
                          <a:solidFill>
                            <a:schemeClr val="lt2"/>
                          </a:solidFill>
                          <a:effectLst/>
                          <a:uFillTx/>
                          <a:latin typeface="Arial"/>
                          <a:ea typeface="Arial"/>
                        </a:rPr>
                        <a:t>50.8KB </a:t>
                      </a:r>
                      <a:endParaRPr lang="en-US" sz="2400" b="0" u="none" strike="noStrike">
                        <a:solidFill>
                          <a:srgbClr val="000000"/>
                        </a:solidFill>
                        <a:effectLst/>
                        <a:uFillTx/>
                        <a:latin typeface="Arial"/>
                      </a:endParaRPr>
                    </a:p>
                  </a:txBody>
                  <a:tcPr anchor="ctr">
                    <a:lnL w="12240">
                      <a:noFill/>
                      <a:prstDash val="solid"/>
                    </a:lnL>
                    <a:lnR w="12240">
                      <a:noFill/>
                      <a:prstDash val="solid"/>
                    </a:lnR>
                    <a:lnT w="38160">
                      <a:solidFill>
                        <a:srgbClr val="9C6114"/>
                      </a:solidFill>
                      <a:prstDash val="solid"/>
                    </a:lnT>
                    <a:lnB w="38160">
                      <a:noFill/>
                      <a:prstDash val="solid"/>
                    </a:lnB>
                    <a:noFill/>
                  </a:tcPr>
                </a:tc>
                <a:tc>
                  <a:txBody>
                    <a:bodyPr/>
                    <a:lstStyle/>
                    <a:p>
                      <a:pPr algn="ctr">
                        <a:lnSpc>
                          <a:spcPts val="1709"/>
                        </a:lnSpc>
                        <a:spcBef>
                          <a:spcPts val="601"/>
                        </a:spcBef>
                      </a:pPr>
                      <a:r>
                        <a:rPr lang="en-US" sz="2400" b="0" u="none" strike="noStrike">
                          <a:solidFill>
                            <a:schemeClr val="lt2"/>
                          </a:solidFill>
                          <a:effectLst/>
                          <a:uFillTx/>
                          <a:latin typeface="Arial"/>
                          <a:ea typeface="Arial"/>
                        </a:rPr>
                        <a:t>15.9KB</a:t>
                      </a:r>
                      <a:endParaRPr lang="en-US" sz="2400" b="0" u="none" strike="noStrike">
                        <a:solidFill>
                          <a:srgbClr val="000000"/>
                        </a:solidFill>
                        <a:effectLst/>
                        <a:uFillTx/>
                        <a:latin typeface="Arial"/>
                      </a:endParaRPr>
                    </a:p>
                  </a:txBody>
                  <a:tcPr anchor="ctr">
                    <a:lnL w="12240">
                      <a:noFill/>
                      <a:prstDash val="solid"/>
                    </a:lnL>
                    <a:lnR w="12240">
                      <a:noFill/>
                      <a:prstDash val="solid"/>
                    </a:lnR>
                    <a:lnT w="38160">
                      <a:solidFill>
                        <a:srgbClr val="9C6114"/>
                      </a:solidFill>
                      <a:prstDash val="solid"/>
                    </a:lnT>
                    <a:lnB w="38160">
                      <a:noFill/>
                      <a:prstDash val="solid"/>
                    </a:lnB>
                    <a:noFill/>
                  </a:tcPr>
                </a:tc>
                <a:tc>
                  <a:txBody>
                    <a:bodyPr/>
                    <a:lstStyle/>
                    <a:p>
                      <a:pPr algn="ctr">
                        <a:lnSpc>
                          <a:spcPts val="1709"/>
                        </a:lnSpc>
                        <a:spcBef>
                          <a:spcPts val="601"/>
                        </a:spcBef>
                      </a:pPr>
                      <a:r>
                        <a:rPr lang="en-US" sz="2400" b="0" u="none" strike="noStrike">
                          <a:solidFill>
                            <a:schemeClr val="lt2"/>
                          </a:solidFill>
                          <a:effectLst/>
                          <a:uFillTx/>
                          <a:latin typeface="Arial"/>
                          <a:ea typeface="Arial"/>
                        </a:rPr>
                        <a:t>0.5KB</a:t>
                      </a:r>
                      <a:endParaRPr lang="en-US" sz="2400" b="0" u="none" strike="noStrike">
                        <a:solidFill>
                          <a:srgbClr val="000000"/>
                        </a:solidFill>
                        <a:effectLst/>
                        <a:uFillTx/>
                        <a:latin typeface="Arial"/>
                      </a:endParaRPr>
                    </a:p>
                  </a:txBody>
                  <a:tcPr anchor="ctr">
                    <a:lnL w="12240">
                      <a:noFill/>
                      <a:prstDash val="solid"/>
                    </a:lnL>
                    <a:lnR w="12240">
                      <a:noFill/>
                      <a:prstDash val="solid"/>
                    </a:lnR>
                    <a:lnT w="38160">
                      <a:solidFill>
                        <a:srgbClr val="9C6114"/>
                      </a:solidFill>
                      <a:prstDash val="solid"/>
                    </a:lnT>
                    <a:lnB w="38160">
                      <a:noFill/>
                      <a:prstDash val="solid"/>
                    </a:lnB>
                    <a:noFill/>
                  </a:tcPr>
                </a:tc>
                <a:extLst>
                  <a:ext uri="{0D108BD9-81ED-4DB2-BD59-A6C34878D82A}">
                    <a16:rowId xmlns:a16="http://schemas.microsoft.com/office/drawing/2014/main" val="10001"/>
                  </a:ext>
                </a:extLst>
              </a:tr>
              <a:tr h="790560">
                <a:tc>
                  <a:txBody>
                    <a:bodyPr/>
                    <a:lstStyle/>
                    <a:p>
                      <a:pPr algn="ctr">
                        <a:lnSpc>
                          <a:spcPts val="1709"/>
                        </a:lnSpc>
                        <a:spcBef>
                          <a:spcPts val="601"/>
                        </a:spcBef>
                      </a:pPr>
                      <a:r>
                        <a:rPr lang="en-US" sz="2400" b="1" u="none" strike="noStrike">
                          <a:solidFill>
                            <a:schemeClr val="lt2"/>
                          </a:solidFill>
                          <a:effectLst/>
                          <a:uFillTx/>
                          <a:latin typeface="Arial"/>
                          <a:ea typeface="Arial"/>
                        </a:rPr>
                        <a:t>FF </a:t>
                      </a:r>
                      <a:endParaRPr lang="en-US" sz="2400" b="0" u="none" strike="noStrike">
                        <a:solidFill>
                          <a:srgbClr val="000000"/>
                        </a:solidFill>
                        <a:effectLst/>
                        <a:uFillTx/>
                        <a:latin typeface="Arial"/>
                      </a:endParaRPr>
                    </a:p>
                  </a:txBody>
                  <a:tcPr anchor="ctr">
                    <a:lnL w="12240">
                      <a:noFill/>
                      <a:prstDash val="solid"/>
                    </a:lnL>
                    <a:lnR w="12240">
                      <a:noFill/>
                      <a:prstDash val="solid"/>
                    </a:lnR>
                    <a:lnT w="12240">
                      <a:noFill/>
                      <a:prstDash val="solid"/>
                    </a:lnT>
                    <a:lnB w="38160">
                      <a:solidFill>
                        <a:srgbClr val="9C6114"/>
                      </a:solidFill>
                      <a:prstDash val="solid"/>
                    </a:lnB>
                    <a:noFill/>
                  </a:tcPr>
                </a:tc>
                <a:tc>
                  <a:txBody>
                    <a:bodyPr/>
                    <a:lstStyle/>
                    <a:p>
                      <a:pPr algn="ctr">
                        <a:lnSpc>
                          <a:spcPts val="1709"/>
                        </a:lnSpc>
                        <a:spcBef>
                          <a:spcPts val="601"/>
                        </a:spcBef>
                      </a:pPr>
                      <a:r>
                        <a:rPr lang="en" sz="2400" b="0" u="none" strike="noStrike">
                          <a:solidFill>
                            <a:schemeClr val="lt2"/>
                          </a:solidFill>
                          <a:effectLst/>
                          <a:uFillTx/>
                          <a:latin typeface="Arial"/>
                          <a:ea typeface="Arial"/>
                        </a:rPr>
                        <a:t>0.77 </a:t>
                      </a:r>
                      <a:endParaRPr lang="en-US" sz="2400" b="0" u="none" strike="noStrike">
                        <a:solidFill>
                          <a:srgbClr val="000000"/>
                        </a:solidFill>
                        <a:effectLst/>
                        <a:uFillTx/>
                        <a:latin typeface="Arial"/>
                      </a:endParaRPr>
                    </a:p>
                  </a:txBody>
                  <a:tcPr anchor="ctr">
                    <a:lnL w="12240">
                      <a:noFill/>
                      <a:prstDash val="solid"/>
                    </a:lnL>
                    <a:lnR w="12240">
                      <a:noFill/>
                      <a:prstDash val="solid"/>
                    </a:lnR>
                    <a:lnT w="12240">
                      <a:noFill/>
                      <a:prstDash val="solid"/>
                    </a:lnT>
                    <a:lnB w="38160">
                      <a:solidFill>
                        <a:srgbClr val="9C6114"/>
                      </a:solidFill>
                      <a:prstDash val="solid"/>
                    </a:lnB>
                    <a:noFill/>
                  </a:tcPr>
                </a:tc>
                <a:tc>
                  <a:txBody>
                    <a:bodyPr/>
                    <a:lstStyle/>
                    <a:p>
                      <a:pPr algn="ctr">
                        <a:lnSpc>
                          <a:spcPts val="1709"/>
                        </a:lnSpc>
                        <a:spcBef>
                          <a:spcPts val="601"/>
                        </a:spcBef>
                      </a:pPr>
                      <a:r>
                        <a:rPr lang="en" sz="2400" b="0" u="none" strike="noStrike">
                          <a:solidFill>
                            <a:schemeClr val="lt2"/>
                          </a:solidFill>
                          <a:effectLst/>
                          <a:uFillTx/>
                          <a:latin typeface="Arial"/>
                          <a:ea typeface="Arial"/>
                        </a:rPr>
                        <a:t>0.74 </a:t>
                      </a:r>
                      <a:endParaRPr lang="en-US" sz="2400" b="0" u="none" strike="noStrike">
                        <a:solidFill>
                          <a:srgbClr val="000000"/>
                        </a:solidFill>
                        <a:effectLst/>
                        <a:uFillTx/>
                        <a:latin typeface="Arial"/>
                      </a:endParaRPr>
                    </a:p>
                  </a:txBody>
                  <a:tcPr anchor="ctr">
                    <a:lnL w="12240">
                      <a:noFill/>
                      <a:prstDash val="solid"/>
                    </a:lnL>
                    <a:lnR w="12240">
                      <a:noFill/>
                      <a:prstDash val="solid"/>
                    </a:lnR>
                    <a:lnT w="12240">
                      <a:noFill/>
                      <a:prstDash val="solid"/>
                    </a:lnT>
                    <a:lnB w="38160">
                      <a:solidFill>
                        <a:srgbClr val="9C6114"/>
                      </a:solidFill>
                      <a:prstDash val="solid"/>
                    </a:lnB>
                    <a:noFill/>
                  </a:tcPr>
                </a:tc>
                <a:tc>
                  <a:txBody>
                    <a:bodyPr/>
                    <a:lstStyle/>
                    <a:p>
                      <a:pPr algn="ctr">
                        <a:lnSpc>
                          <a:spcPts val="1709"/>
                        </a:lnSpc>
                        <a:spcBef>
                          <a:spcPts val="601"/>
                        </a:spcBef>
                      </a:pPr>
                      <a:r>
                        <a:rPr lang="en" sz="2400" b="0" u="none" strike="noStrike">
                          <a:solidFill>
                            <a:schemeClr val="lt2"/>
                          </a:solidFill>
                          <a:effectLst/>
                          <a:uFillTx/>
                          <a:latin typeface="Arial"/>
                          <a:ea typeface="Arial"/>
                        </a:rPr>
                        <a:t>0.88 </a:t>
                      </a:r>
                      <a:endParaRPr lang="en-US" sz="2400" b="0" u="none" strike="noStrike">
                        <a:solidFill>
                          <a:srgbClr val="000000"/>
                        </a:solidFill>
                        <a:effectLst/>
                        <a:uFillTx/>
                        <a:latin typeface="Arial"/>
                      </a:endParaRPr>
                    </a:p>
                  </a:txBody>
                  <a:tcPr anchor="ctr">
                    <a:lnL w="12240">
                      <a:noFill/>
                      <a:prstDash val="solid"/>
                    </a:lnL>
                    <a:lnR w="12240">
                      <a:noFill/>
                      <a:prstDash val="solid"/>
                    </a:lnR>
                    <a:lnT w="12240">
                      <a:noFill/>
                      <a:prstDash val="solid"/>
                    </a:lnT>
                    <a:lnB w="38160">
                      <a:solidFill>
                        <a:srgbClr val="9C6114"/>
                      </a:solidFill>
                      <a:prstDash val="solid"/>
                    </a:lnB>
                    <a:noFill/>
                  </a:tcPr>
                </a:tc>
                <a:tc>
                  <a:txBody>
                    <a:bodyPr/>
                    <a:lstStyle/>
                    <a:p>
                      <a:pPr algn="ctr">
                        <a:lnSpc>
                          <a:spcPts val="1709"/>
                        </a:lnSpc>
                        <a:spcBef>
                          <a:spcPts val="601"/>
                        </a:spcBef>
                      </a:pPr>
                      <a:r>
                        <a:rPr lang="en-US" sz="2400" b="0" u="none" strike="noStrike">
                          <a:solidFill>
                            <a:schemeClr val="lt2"/>
                          </a:solidFill>
                          <a:effectLst/>
                          <a:uFillTx/>
                          <a:latin typeface="Arial"/>
                          <a:ea typeface="Arial"/>
                        </a:rPr>
                        <a:t>40.7KB </a:t>
                      </a:r>
                      <a:endParaRPr lang="en-US" sz="2400" b="0" u="none" strike="noStrike">
                        <a:solidFill>
                          <a:srgbClr val="000000"/>
                        </a:solidFill>
                        <a:effectLst/>
                        <a:uFillTx/>
                        <a:latin typeface="Arial"/>
                      </a:endParaRPr>
                    </a:p>
                  </a:txBody>
                  <a:tcPr anchor="ctr">
                    <a:lnL w="12240">
                      <a:noFill/>
                      <a:prstDash val="solid"/>
                    </a:lnL>
                    <a:lnR w="12240">
                      <a:noFill/>
                      <a:prstDash val="solid"/>
                    </a:lnR>
                    <a:lnT w="12240">
                      <a:noFill/>
                      <a:prstDash val="solid"/>
                    </a:lnT>
                    <a:lnB w="38160">
                      <a:solidFill>
                        <a:srgbClr val="9C6114"/>
                      </a:solidFill>
                      <a:prstDash val="solid"/>
                    </a:lnB>
                    <a:noFill/>
                  </a:tcPr>
                </a:tc>
                <a:tc>
                  <a:txBody>
                    <a:bodyPr/>
                    <a:lstStyle/>
                    <a:p>
                      <a:pPr algn="ctr">
                        <a:lnSpc>
                          <a:spcPts val="1709"/>
                        </a:lnSpc>
                        <a:spcBef>
                          <a:spcPts val="601"/>
                        </a:spcBef>
                      </a:pPr>
                      <a:r>
                        <a:rPr lang="en-US" sz="2400" b="0" u="none" strike="noStrike">
                          <a:solidFill>
                            <a:schemeClr val="lt2"/>
                          </a:solidFill>
                          <a:effectLst/>
                          <a:uFillTx/>
                          <a:latin typeface="Arial"/>
                          <a:ea typeface="Arial"/>
                        </a:rPr>
                        <a:t>52.4KB </a:t>
                      </a:r>
                      <a:endParaRPr lang="en-US" sz="2400" b="0" u="none" strike="noStrike">
                        <a:solidFill>
                          <a:srgbClr val="000000"/>
                        </a:solidFill>
                        <a:effectLst/>
                        <a:uFillTx/>
                        <a:latin typeface="Arial"/>
                      </a:endParaRPr>
                    </a:p>
                  </a:txBody>
                  <a:tcPr anchor="ctr">
                    <a:lnL w="12240">
                      <a:noFill/>
                      <a:prstDash val="solid"/>
                    </a:lnL>
                    <a:lnR w="12240">
                      <a:noFill/>
                      <a:prstDash val="solid"/>
                    </a:lnR>
                    <a:lnT w="12240">
                      <a:noFill/>
                      <a:prstDash val="solid"/>
                    </a:lnT>
                    <a:lnB w="38160">
                      <a:solidFill>
                        <a:srgbClr val="9C6114"/>
                      </a:solidFill>
                      <a:prstDash val="solid"/>
                    </a:lnB>
                    <a:noFill/>
                  </a:tcPr>
                </a:tc>
                <a:tc>
                  <a:txBody>
                    <a:bodyPr/>
                    <a:lstStyle/>
                    <a:p>
                      <a:pPr algn="ctr">
                        <a:lnSpc>
                          <a:spcPts val="1709"/>
                        </a:lnSpc>
                        <a:spcBef>
                          <a:spcPts val="601"/>
                        </a:spcBef>
                      </a:pPr>
                      <a:r>
                        <a:rPr lang="en-US" sz="2400" b="0" u="none" strike="noStrike">
                          <a:solidFill>
                            <a:schemeClr val="lt2"/>
                          </a:solidFill>
                          <a:effectLst/>
                          <a:uFillTx/>
                          <a:latin typeface="Arial"/>
                          <a:ea typeface="Arial"/>
                        </a:rPr>
                        <a:t>17.5KB</a:t>
                      </a:r>
                      <a:endParaRPr lang="en-US" sz="2400" b="0" u="none" strike="noStrike">
                        <a:solidFill>
                          <a:srgbClr val="000000"/>
                        </a:solidFill>
                        <a:effectLst/>
                        <a:uFillTx/>
                        <a:latin typeface="Arial"/>
                      </a:endParaRPr>
                    </a:p>
                  </a:txBody>
                  <a:tcPr anchor="ctr">
                    <a:lnL w="12240">
                      <a:noFill/>
                      <a:prstDash val="solid"/>
                    </a:lnL>
                    <a:lnR w="12240">
                      <a:noFill/>
                      <a:prstDash val="solid"/>
                    </a:lnR>
                    <a:lnT w="12240">
                      <a:noFill/>
                      <a:prstDash val="solid"/>
                    </a:lnT>
                    <a:lnB w="38160">
                      <a:solidFill>
                        <a:srgbClr val="9C6114"/>
                      </a:solidFill>
                      <a:prstDash val="solid"/>
                    </a:lnB>
                    <a:noFill/>
                  </a:tcPr>
                </a:tc>
                <a:tc>
                  <a:txBody>
                    <a:bodyPr/>
                    <a:lstStyle/>
                    <a:p>
                      <a:pPr algn="ctr">
                        <a:lnSpc>
                          <a:spcPts val="1709"/>
                        </a:lnSpc>
                        <a:spcBef>
                          <a:spcPts val="601"/>
                        </a:spcBef>
                      </a:pPr>
                      <a:r>
                        <a:rPr lang="en-US" sz="2400" b="0" u="none" strike="noStrike" dirty="0">
                          <a:solidFill>
                            <a:schemeClr val="lt2"/>
                          </a:solidFill>
                          <a:effectLst/>
                          <a:uFillTx/>
                          <a:latin typeface="Arial"/>
                          <a:ea typeface="Arial"/>
                        </a:rPr>
                        <a:t>0.8KB</a:t>
                      </a:r>
                      <a:endParaRPr lang="en-US" sz="2400" b="0" u="none" strike="noStrike" dirty="0">
                        <a:solidFill>
                          <a:srgbClr val="000000"/>
                        </a:solidFill>
                        <a:effectLst/>
                        <a:uFillTx/>
                        <a:latin typeface="Arial"/>
                      </a:endParaRPr>
                    </a:p>
                  </a:txBody>
                  <a:tcPr anchor="ctr">
                    <a:lnL w="12240">
                      <a:noFill/>
                      <a:prstDash val="solid"/>
                    </a:lnL>
                    <a:lnR w="12240">
                      <a:noFill/>
                      <a:prstDash val="solid"/>
                    </a:lnR>
                    <a:lnT w="12240">
                      <a:noFill/>
                      <a:prstDash val="solid"/>
                    </a:lnT>
                    <a:lnB w="38160">
                      <a:solidFill>
                        <a:srgbClr val="9C6114"/>
                      </a:solidFill>
                      <a:prstDash val="solid"/>
                    </a:lnB>
                    <a:no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8" name="Rectangle: Rounded Corners 16"/>
          <p:cNvSpPr/>
          <p:nvPr/>
        </p:nvSpPr>
        <p:spPr>
          <a:xfrm>
            <a:off x="6095880" y="912960"/>
            <a:ext cx="4536360" cy="5038920"/>
          </a:xfrm>
          <a:prstGeom prst="roundRect">
            <a:avLst>
              <a:gd name="adj" fmla="val 7164"/>
            </a:avLst>
          </a:prstGeom>
          <a:solidFill>
            <a:schemeClr val="lt2">
              <a:alpha val="10000"/>
            </a:schemeClr>
          </a:solidFill>
          <a:ln w="50800">
            <a:noFill/>
          </a:ln>
        </p:spPr>
        <p:style>
          <a:lnRef idx="2">
            <a:schemeClr val="accent1">
              <a:shade val="15000"/>
            </a:schemeClr>
          </a:lnRef>
          <a:fillRef idx="1">
            <a:schemeClr val="accent1"/>
          </a:fillRef>
          <a:effectRef idx="0">
            <a:schemeClr val="accent1"/>
          </a:effectRef>
          <a:fontRef idx="minor"/>
        </p:style>
        <p:txBody>
          <a:bodyPr lIns="0" tIns="0" rIns="0" bIns="0" anchor="ctr">
            <a:noAutofit/>
          </a:bodyPr>
          <a:lstStyle/>
          <a:p>
            <a:pPr algn="ctr">
              <a:lnSpc>
                <a:spcPct val="100000"/>
              </a:lnSpc>
            </a:pPr>
            <a:endParaRPr lang="en-SE" sz="2400" b="0" u="none" strike="noStrike">
              <a:solidFill>
                <a:schemeClr val="lt2"/>
              </a:solidFill>
              <a:effectLst/>
              <a:uFillTx/>
              <a:latin typeface="Arial"/>
              <a:ea typeface="Arial"/>
            </a:endParaRPr>
          </a:p>
        </p:txBody>
      </p:sp>
      <p:sp>
        <p:nvSpPr>
          <p:cNvPr id="389" name="PlaceHolder 1"/>
          <p:cNvSpPr>
            <a:spLocks noGrp="1"/>
          </p:cNvSpPr>
          <p:nvPr>
            <p:ph type="title"/>
          </p:nvPr>
        </p:nvSpPr>
        <p:spPr>
          <a:xfrm>
            <a:off x="1148040" y="3432600"/>
            <a:ext cx="10509120" cy="613080"/>
          </a:xfrm>
          <a:prstGeom prst="rect">
            <a:avLst/>
          </a:prstGeom>
          <a:noFill/>
          <a:ln w="0">
            <a:noFill/>
          </a:ln>
        </p:spPr>
        <p:txBody>
          <a:bodyPr lIns="91440" tIns="45720" rIns="91440" bIns="45720" anchor="t">
            <a:noAutofit/>
          </a:bodyPr>
          <a:lstStyle/>
          <a:p>
            <a:pPr indent="0">
              <a:lnSpc>
                <a:spcPct val="100000"/>
              </a:lnSpc>
              <a:buNone/>
              <a:tabLst>
                <a:tab pos="0" algn="l"/>
              </a:tabLst>
            </a:pPr>
            <a:r>
              <a:rPr lang="en-US" sz="3500" b="0" u="none" strike="noStrike">
                <a:solidFill>
                  <a:srgbClr val="000000"/>
                </a:solidFill>
                <a:effectLst/>
                <a:uFillTx/>
                <a:latin typeface="Anton"/>
                <a:ea typeface="Anton"/>
              </a:rPr>
              <a:t>Federated Learning</a:t>
            </a:r>
            <a:endParaRPr lang="en-US" sz="3500" b="0" u="none" strike="noStrike">
              <a:solidFill>
                <a:srgbClr val="000000"/>
              </a:solidFill>
              <a:effectLst/>
              <a:uFillTx/>
              <a:latin typeface="Arial"/>
            </a:endParaRPr>
          </a:p>
        </p:txBody>
      </p:sp>
      <p:sp>
        <p:nvSpPr>
          <p:cNvPr id="390" name="PlaceHolder 2"/>
          <p:cNvSpPr>
            <a:spLocks noGrp="1"/>
          </p:cNvSpPr>
          <p:nvPr>
            <p:ph type="sldNum" idx="46"/>
          </p:nvPr>
        </p:nvSpPr>
        <p:spPr>
          <a:xfrm>
            <a:off x="11409120" y="6333120"/>
            <a:ext cx="731520" cy="524520"/>
          </a:xfrm>
          <a:prstGeom prst="rect">
            <a:avLst/>
          </a:prstGeom>
          <a:noFill/>
          <a:ln w="0">
            <a:noFill/>
          </a:ln>
        </p:spPr>
        <p:txBody>
          <a:bodyPr lIns="91440" tIns="91440" rIns="91440" bIns="91440" anchor="t">
            <a:noAutofit/>
          </a:bodyPr>
          <a:lstStyle>
            <a:lvl1pPr indent="0" algn="r">
              <a:lnSpc>
                <a:spcPct val="100000"/>
              </a:lnSpc>
              <a:buNone/>
              <a:tabLst>
                <a:tab pos="0" algn="l"/>
              </a:tabLst>
              <a:defRPr lang="en" sz="1300" b="0" u="none" strike="noStrike">
                <a:solidFill>
                  <a:schemeClr val="dk1"/>
                </a:solidFill>
                <a:effectLst/>
                <a:uFillTx/>
                <a:latin typeface="Arial Narrow"/>
                <a:ea typeface="Arial Narrow"/>
              </a:defRPr>
            </a:lvl1pPr>
          </a:lstStyle>
          <a:p>
            <a:pPr indent="0" algn="r">
              <a:lnSpc>
                <a:spcPct val="100000"/>
              </a:lnSpc>
              <a:buNone/>
              <a:tabLst>
                <a:tab pos="0" algn="l"/>
              </a:tabLst>
            </a:pPr>
            <a:fld id="{628128F6-0483-42FA-A71C-241BA15D20B7}" type="slidenum">
              <a:rPr lang="en" sz="1300" b="0" u="none" strike="noStrike">
                <a:solidFill>
                  <a:schemeClr val="dk1"/>
                </a:solidFill>
                <a:effectLst/>
                <a:uFillTx/>
                <a:latin typeface="Arial Narrow"/>
                <a:ea typeface="Arial Narrow"/>
              </a:rPr>
              <a:t>13</a:t>
            </a:fld>
            <a:endParaRPr lang="en-US" sz="1300" b="0" u="none" strike="noStrike">
              <a:solidFill>
                <a:srgbClr val="000000"/>
              </a:solidFill>
              <a:effectLst/>
              <a:uFillTx/>
              <a:latin typeface="Times New Roman"/>
            </a:endParaRPr>
          </a:p>
        </p:txBody>
      </p:sp>
      <p:sp>
        <p:nvSpPr>
          <p:cNvPr id="391" name="Rectangle: Rounded Corners 1"/>
          <p:cNvSpPr/>
          <p:nvPr/>
        </p:nvSpPr>
        <p:spPr>
          <a:xfrm>
            <a:off x="6614280" y="2319840"/>
            <a:ext cx="3474360" cy="895680"/>
          </a:xfrm>
          <a:prstGeom prst="roundRect">
            <a:avLst>
              <a:gd name="adj" fmla="val 26871"/>
            </a:avLst>
          </a:prstGeom>
          <a:noFill/>
          <a:ln w="50800">
            <a:solidFill>
              <a:srgbClr val="9C6114"/>
            </a:solidFill>
            <a:round/>
          </a:ln>
        </p:spPr>
        <p:style>
          <a:lnRef idx="2">
            <a:schemeClr val="accent1">
              <a:shade val="15000"/>
            </a:schemeClr>
          </a:lnRef>
          <a:fillRef idx="1">
            <a:schemeClr val="accent1"/>
          </a:fillRef>
          <a:effectRef idx="0">
            <a:schemeClr val="accent1"/>
          </a:effectRef>
          <a:fontRef idx="minor"/>
        </p:style>
        <p:txBody>
          <a:bodyPr lIns="0" tIns="0" rIns="0" bIns="0" anchor="ctr">
            <a:noAutofit/>
          </a:bodyPr>
          <a:lstStyle/>
          <a:p>
            <a:pPr algn="ctr">
              <a:lnSpc>
                <a:spcPct val="100000"/>
              </a:lnSpc>
            </a:pPr>
            <a:r>
              <a:rPr lang="en-US" sz="2400" b="0" u="none" strike="noStrike">
                <a:solidFill>
                  <a:schemeClr val="lt2"/>
                </a:solidFill>
                <a:effectLst/>
                <a:uFillTx/>
                <a:latin typeface="Arial"/>
                <a:ea typeface="Arial"/>
              </a:rPr>
              <a:t>Data Collection</a:t>
            </a:r>
            <a:endParaRPr lang="en-US" sz="2400" b="0" u="none" strike="noStrike">
              <a:solidFill>
                <a:srgbClr val="000000"/>
              </a:solidFill>
              <a:effectLst/>
              <a:uFillTx/>
              <a:latin typeface="Arial"/>
            </a:endParaRPr>
          </a:p>
        </p:txBody>
      </p:sp>
      <p:sp>
        <p:nvSpPr>
          <p:cNvPr id="392" name="Rectangle: Rounded Corners 3"/>
          <p:cNvSpPr/>
          <p:nvPr/>
        </p:nvSpPr>
        <p:spPr>
          <a:xfrm>
            <a:off x="6614280" y="4582080"/>
            <a:ext cx="3474360" cy="895680"/>
          </a:xfrm>
          <a:prstGeom prst="roundRect">
            <a:avLst>
              <a:gd name="adj" fmla="val 26871"/>
            </a:avLst>
          </a:prstGeom>
          <a:solidFill>
            <a:schemeClr val="tx2"/>
          </a:solidFill>
          <a:ln w="50800">
            <a:solidFill>
              <a:srgbClr val="9C6114"/>
            </a:solidFill>
            <a:round/>
          </a:ln>
        </p:spPr>
        <p:style>
          <a:lnRef idx="2">
            <a:schemeClr val="accent1">
              <a:shade val="15000"/>
            </a:schemeClr>
          </a:lnRef>
          <a:fillRef idx="1">
            <a:schemeClr val="accent1"/>
          </a:fillRef>
          <a:effectRef idx="0">
            <a:schemeClr val="accent1"/>
          </a:effectRef>
          <a:fontRef idx="minor"/>
        </p:style>
        <p:txBody>
          <a:bodyPr lIns="0" tIns="0" rIns="0" bIns="0" anchor="ctr">
            <a:noAutofit/>
          </a:bodyPr>
          <a:lstStyle/>
          <a:p>
            <a:pPr algn="ctr">
              <a:lnSpc>
                <a:spcPct val="100000"/>
              </a:lnSpc>
            </a:pPr>
            <a:r>
              <a:rPr lang="en-US" sz="2400" b="0" u="none" strike="noStrike">
                <a:solidFill>
                  <a:schemeClr val="lt1"/>
                </a:solidFill>
                <a:effectLst/>
                <a:uFillTx/>
                <a:latin typeface="Arial"/>
                <a:ea typeface="Arial"/>
              </a:rPr>
              <a:t>Federated Learning</a:t>
            </a:r>
            <a:endParaRPr lang="en-US" sz="2400" b="0" u="none" strike="noStrike">
              <a:solidFill>
                <a:srgbClr val="FFFFFF"/>
              </a:solidFill>
              <a:effectLst/>
              <a:uFillTx/>
              <a:latin typeface="Arial"/>
            </a:endParaRPr>
          </a:p>
        </p:txBody>
      </p:sp>
      <p:cxnSp>
        <p:nvCxnSpPr>
          <p:cNvPr id="393" name="Straight Connector 5"/>
          <p:cNvCxnSpPr>
            <a:stCxn id="391" idx="2"/>
            <a:endCxn id="394" idx="0"/>
          </p:cNvCxnSpPr>
          <p:nvPr/>
        </p:nvCxnSpPr>
        <p:spPr>
          <a:xfrm>
            <a:off x="8351280" y="3215520"/>
            <a:ext cx="360" cy="235800"/>
          </a:xfrm>
          <a:prstGeom prst="straightConnector1">
            <a:avLst/>
          </a:prstGeom>
          <a:ln w="50800">
            <a:solidFill>
              <a:srgbClr val="9C6114"/>
            </a:solidFill>
            <a:round/>
          </a:ln>
        </p:spPr>
      </p:cxnSp>
      <p:cxnSp>
        <p:nvCxnSpPr>
          <p:cNvPr id="395" name="Straight Connector 6"/>
          <p:cNvCxnSpPr>
            <a:stCxn id="394" idx="2"/>
            <a:endCxn id="392" idx="0"/>
          </p:cNvCxnSpPr>
          <p:nvPr/>
        </p:nvCxnSpPr>
        <p:spPr>
          <a:xfrm>
            <a:off x="8351280" y="4346640"/>
            <a:ext cx="360" cy="235800"/>
          </a:xfrm>
          <a:prstGeom prst="straightConnector1">
            <a:avLst/>
          </a:prstGeom>
          <a:ln w="50800">
            <a:solidFill>
              <a:srgbClr val="9C6114"/>
            </a:solidFill>
            <a:round/>
          </a:ln>
        </p:spPr>
      </p:cxnSp>
      <p:sp>
        <p:nvSpPr>
          <p:cNvPr id="396" name="Rectangle: Rounded Corners 17"/>
          <p:cNvSpPr/>
          <p:nvPr/>
        </p:nvSpPr>
        <p:spPr>
          <a:xfrm>
            <a:off x="6626880" y="1238760"/>
            <a:ext cx="3474360" cy="714240"/>
          </a:xfrm>
          <a:prstGeom prst="roundRect">
            <a:avLst>
              <a:gd name="adj" fmla="val 50000"/>
            </a:avLst>
          </a:prstGeom>
          <a:solidFill>
            <a:schemeClr val="lt1"/>
          </a:solidFill>
          <a:ln w="50800">
            <a:noFill/>
          </a:ln>
        </p:spPr>
        <p:style>
          <a:lnRef idx="2">
            <a:schemeClr val="accent1">
              <a:shade val="15000"/>
            </a:schemeClr>
          </a:lnRef>
          <a:fillRef idx="1">
            <a:schemeClr val="accent1"/>
          </a:fillRef>
          <a:effectRef idx="0">
            <a:schemeClr val="accent1"/>
          </a:effectRef>
          <a:fontRef idx="minor"/>
        </p:style>
        <p:txBody>
          <a:bodyPr lIns="0" tIns="0" rIns="0" bIns="0" anchor="ctr">
            <a:noAutofit/>
          </a:bodyPr>
          <a:lstStyle/>
          <a:p>
            <a:pPr algn="ctr">
              <a:lnSpc>
                <a:spcPct val="100000"/>
              </a:lnSpc>
            </a:pPr>
            <a:r>
              <a:rPr lang="en-US" sz="2400" b="1" u="none" strike="noStrike">
                <a:solidFill>
                  <a:schemeClr val="lt2"/>
                </a:solidFill>
                <a:effectLst/>
                <a:uFillTx/>
                <a:latin typeface="Arial"/>
                <a:ea typeface="Arial"/>
              </a:rPr>
              <a:t>CONTENTS</a:t>
            </a:r>
            <a:endParaRPr lang="en-US" sz="2400" b="0" u="none" strike="noStrike">
              <a:solidFill>
                <a:srgbClr val="000000"/>
              </a:solidFill>
              <a:effectLst/>
              <a:uFillTx/>
              <a:latin typeface="Arial"/>
            </a:endParaRPr>
          </a:p>
        </p:txBody>
      </p:sp>
      <p:sp>
        <p:nvSpPr>
          <p:cNvPr id="394" name="Rectangle: Rounded Corners 2"/>
          <p:cNvSpPr/>
          <p:nvPr/>
        </p:nvSpPr>
        <p:spPr>
          <a:xfrm>
            <a:off x="6614280" y="3450960"/>
            <a:ext cx="3474360" cy="895680"/>
          </a:xfrm>
          <a:prstGeom prst="roundRect">
            <a:avLst>
              <a:gd name="adj" fmla="val 26871"/>
            </a:avLst>
          </a:prstGeom>
          <a:noFill/>
          <a:ln w="50800">
            <a:solidFill>
              <a:srgbClr val="9C6114"/>
            </a:solidFill>
            <a:round/>
          </a:ln>
        </p:spPr>
        <p:style>
          <a:lnRef idx="2">
            <a:schemeClr val="accent1">
              <a:shade val="15000"/>
            </a:schemeClr>
          </a:lnRef>
          <a:fillRef idx="1">
            <a:schemeClr val="accent1"/>
          </a:fillRef>
          <a:effectRef idx="0">
            <a:schemeClr val="accent1"/>
          </a:effectRef>
          <a:fontRef idx="minor"/>
        </p:style>
        <p:txBody>
          <a:bodyPr lIns="0" tIns="0" rIns="0" bIns="0" anchor="ctr">
            <a:noAutofit/>
          </a:bodyPr>
          <a:lstStyle/>
          <a:p>
            <a:pPr algn="ctr">
              <a:lnSpc>
                <a:spcPct val="100000"/>
              </a:lnSpc>
            </a:pPr>
            <a:r>
              <a:rPr lang="en-US" sz="2400" b="0" u="none" strike="noStrike">
                <a:solidFill>
                  <a:schemeClr val="lt2"/>
                </a:solidFill>
                <a:effectLst/>
                <a:uFillTx/>
                <a:latin typeface="Arial"/>
                <a:ea typeface="Arial"/>
              </a:rPr>
              <a:t>On-device Training</a:t>
            </a:r>
            <a:endParaRPr lang="en-US" sz="2400" b="0" u="none" strike="noStrike">
              <a:solidFill>
                <a:srgbClr val="000000"/>
              </a:solidFill>
              <a:effectLst/>
              <a:uFillTx/>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7" name="PlaceHolder 1"/>
          <p:cNvSpPr>
            <a:spLocks noGrp="1"/>
          </p:cNvSpPr>
          <p:nvPr>
            <p:ph type="title"/>
          </p:nvPr>
        </p:nvSpPr>
        <p:spPr>
          <a:xfrm>
            <a:off x="533160" y="182520"/>
            <a:ext cx="10324800" cy="831240"/>
          </a:xfrm>
          <a:prstGeom prst="rect">
            <a:avLst/>
          </a:prstGeom>
          <a:noFill/>
          <a:ln w="0">
            <a:noFill/>
          </a:ln>
        </p:spPr>
        <p:txBody>
          <a:bodyPr lIns="216000" tIns="108000" rIns="216000" bIns="108000" anchor="t">
            <a:noAutofit/>
          </a:bodyPr>
          <a:lstStyle/>
          <a:p>
            <a:pPr indent="0">
              <a:lnSpc>
                <a:spcPct val="100000"/>
              </a:lnSpc>
              <a:buNone/>
            </a:pPr>
            <a:r>
              <a:rPr lang="en-US" sz="3500" b="0" u="none" strike="noStrike" dirty="0">
                <a:solidFill>
                  <a:schemeClr val="dk1"/>
                </a:solidFill>
                <a:effectLst/>
                <a:uFillTx/>
                <a:latin typeface="Anton"/>
                <a:ea typeface="Anton"/>
              </a:rPr>
              <a:t>Federated Averaging</a:t>
            </a:r>
            <a:endParaRPr lang="en-US" sz="3500" b="0" u="none" strike="noStrike" dirty="0">
              <a:solidFill>
                <a:srgbClr val="000000"/>
              </a:solidFill>
              <a:effectLst/>
              <a:uFillTx/>
              <a:latin typeface="Arial"/>
            </a:endParaRPr>
          </a:p>
        </p:txBody>
      </p:sp>
      <p:sp>
        <p:nvSpPr>
          <p:cNvPr id="398" name="PlaceHolder 2"/>
          <p:cNvSpPr>
            <a:spLocks noGrp="1"/>
          </p:cNvSpPr>
          <p:nvPr>
            <p:ph type="sldNum" idx="47"/>
          </p:nvPr>
        </p:nvSpPr>
        <p:spPr>
          <a:xfrm>
            <a:off x="11409120" y="6333120"/>
            <a:ext cx="731520" cy="524520"/>
          </a:xfrm>
          <a:prstGeom prst="rect">
            <a:avLst/>
          </a:prstGeom>
          <a:noFill/>
          <a:ln w="0">
            <a:noFill/>
          </a:ln>
        </p:spPr>
        <p:txBody>
          <a:bodyPr lIns="91440" tIns="91440" rIns="91440" bIns="91440" anchor="t">
            <a:noAutofit/>
          </a:bodyPr>
          <a:lstStyle>
            <a:lvl1pPr indent="0" algn="r">
              <a:lnSpc>
                <a:spcPct val="100000"/>
              </a:lnSpc>
              <a:buNone/>
              <a:tabLst>
                <a:tab pos="0" algn="l"/>
              </a:tabLst>
              <a:defRPr lang="en" sz="1300" b="0" u="none" strike="noStrike">
                <a:solidFill>
                  <a:schemeClr val="dk1"/>
                </a:solidFill>
                <a:effectLst/>
                <a:uFillTx/>
                <a:latin typeface="Arial Narrow"/>
                <a:ea typeface="Arial Narrow"/>
              </a:defRPr>
            </a:lvl1pPr>
          </a:lstStyle>
          <a:p>
            <a:pPr indent="0" algn="r">
              <a:lnSpc>
                <a:spcPct val="100000"/>
              </a:lnSpc>
              <a:buNone/>
              <a:tabLst>
                <a:tab pos="0" algn="l"/>
              </a:tabLst>
            </a:pPr>
            <a:fld id="{B6FBC84F-BC0E-46BC-93EB-DEE68E281B1F}" type="slidenum">
              <a:rPr lang="en" sz="1300" b="0" u="none" strike="noStrike">
                <a:solidFill>
                  <a:schemeClr val="dk1"/>
                </a:solidFill>
                <a:effectLst/>
                <a:uFillTx/>
                <a:latin typeface="Arial Narrow"/>
                <a:ea typeface="Arial Narrow"/>
              </a:rPr>
              <a:t>14</a:t>
            </a:fld>
            <a:endParaRPr lang="en-US" sz="1300" b="0" u="none" strike="noStrike">
              <a:solidFill>
                <a:srgbClr val="000000"/>
              </a:solidFill>
              <a:effectLst/>
              <a:uFillTx/>
              <a:latin typeface="Times New Roman"/>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9D08D9F-4E34-8321-3B06-E2612AB64DA9}"/>
                  </a:ext>
                </a:extLst>
              </p:cNvPr>
              <p:cNvSpPr txBox="1"/>
              <p:nvPr/>
            </p:nvSpPr>
            <p:spPr>
              <a:xfrm>
                <a:off x="2195765" y="1540764"/>
                <a:ext cx="7800469" cy="111812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4000" b="0" i="1" smtClean="0">
                              <a:latin typeface="Cambria Math" panose="02040503050406030204" pitchFamily="18" charset="0"/>
                            </a:rPr>
                          </m:ctrlPr>
                        </m:sSubPr>
                        <m:e>
                          <m:r>
                            <a:rPr lang="en-US" sz="4000" b="0" i="1" smtClean="0">
                              <a:latin typeface="Cambria Math" panose="02040503050406030204" pitchFamily="18" charset="0"/>
                            </a:rPr>
                            <m:t>𝑤</m:t>
                          </m:r>
                        </m:e>
                        <m:sub>
                          <m:r>
                            <a:rPr lang="en-US" sz="4000" b="0" i="1" smtClean="0">
                              <a:latin typeface="Cambria Math" panose="02040503050406030204" pitchFamily="18" charset="0"/>
                            </a:rPr>
                            <m:t>𝑛𝑒𝑤</m:t>
                          </m:r>
                        </m:sub>
                      </m:sSub>
                      <m:r>
                        <a:rPr lang="en-US" sz="4000" b="0" i="1" smtClean="0">
                          <a:latin typeface="Cambria Math" panose="02040503050406030204" pitchFamily="18" charset="0"/>
                        </a:rPr>
                        <m:t>=</m:t>
                      </m:r>
                      <m:sSubSup>
                        <m:sSubSupPr>
                          <m:ctrlPr>
                            <a:rPr lang="en-US" sz="4000" b="0" i="1" smtClean="0">
                              <a:latin typeface="Cambria Math" panose="02040503050406030204" pitchFamily="18" charset="0"/>
                            </a:rPr>
                          </m:ctrlPr>
                        </m:sSubSupPr>
                        <m:e>
                          <m:r>
                            <m:rPr>
                              <m:sty m:val="p"/>
                            </m:rPr>
                            <a:rPr lang="en-US" sz="4000" b="0" i="0" smtClean="0">
                              <a:latin typeface="Cambria Math" panose="02040503050406030204" pitchFamily="18" charset="0"/>
                            </a:rPr>
                            <m:t>Σ</m:t>
                          </m:r>
                        </m:e>
                        <m:sub>
                          <m:r>
                            <a:rPr lang="en-US" sz="4000" b="0" i="1" smtClean="0">
                              <a:latin typeface="Cambria Math" panose="02040503050406030204" pitchFamily="18" charset="0"/>
                            </a:rPr>
                            <m:t>𝑖</m:t>
                          </m:r>
                          <m:r>
                            <a:rPr lang="en-US" sz="4000" b="0" i="1" smtClean="0">
                              <a:latin typeface="Cambria Math" panose="02040503050406030204" pitchFamily="18" charset="0"/>
                            </a:rPr>
                            <m:t>=1</m:t>
                          </m:r>
                        </m:sub>
                        <m:sup>
                          <m:r>
                            <a:rPr lang="en-US" sz="4000" b="0" i="1" smtClean="0">
                              <a:latin typeface="Cambria Math" panose="02040503050406030204" pitchFamily="18" charset="0"/>
                            </a:rPr>
                            <m:t>𝑛</m:t>
                          </m:r>
                        </m:sup>
                      </m:sSubSup>
                      <m:f>
                        <m:fPr>
                          <m:ctrlPr>
                            <a:rPr lang="en-US" sz="4000" b="0" i="1" smtClean="0">
                              <a:latin typeface="Cambria Math" panose="02040503050406030204" pitchFamily="18" charset="0"/>
                            </a:rPr>
                          </m:ctrlPr>
                        </m:fPr>
                        <m:num>
                          <m:sSub>
                            <m:sSubPr>
                              <m:ctrlPr>
                                <a:rPr lang="en-US" sz="4000" b="0" i="1" smtClean="0">
                                  <a:latin typeface="Cambria Math" panose="02040503050406030204" pitchFamily="18" charset="0"/>
                                </a:rPr>
                              </m:ctrlPr>
                            </m:sSubPr>
                            <m:e>
                              <m:r>
                                <a:rPr lang="en-US" sz="4000" b="0" i="1" smtClean="0">
                                  <a:latin typeface="Cambria Math" panose="02040503050406030204" pitchFamily="18" charset="0"/>
                                </a:rPr>
                                <m:t>𝑤</m:t>
                              </m:r>
                            </m:e>
                            <m:sub>
                              <m:r>
                                <a:rPr lang="en-US" sz="4000" b="0" i="1" smtClean="0">
                                  <a:latin typeface="Cambria Math" panose="02040503050406030204" pitchFamily="18" charset="0"/>
                                </a:rPr>
                                <m:t>𝑖</m:t>
                              </m:r>
                            </m:sub>
                          </m:sSub>
                        </m:num>
                        <m:den>
                          <m:r>
                            <a:rPr lang="en-US" sz="4000" b="0" i="1" smtClean="0">
                              <a:latin typeface="Cambria Math" panose="02040503050406030204" pitchFamily="18" charset="0"/>
                            </a:rPr>
                            <m:t>𝑛</m:t>
                          </m:r>
                        </m:den>
                      </m:f>
                      <m:r>
                        <a:rPr lang="en-US" sz="4000" b="0" i="1" smtClean="0">
                          <a:latin typeface="Cambria Math" panose="02040503050406030204" pitchFamily="18" charset="0"/>
                        </a:rPr>
                        <m:t>=</m:t>
                      </m:r>
                      <m:f>
                        <m:fPr>
                          <m:ctrlPr>
                            <a:rPr lang="en-US" sz="4000" b="0" i="1" smtClean="0">
                              <a:latin typeface="Cambria Math" panose="02040503050406030204" pitchFamily="18" charset="0"/>
                            </a:rPr>
                          </m:ctrlPr>
                        </m:fPr>
                        <m:num>
                          <m:sSub>
                            <m:sSubPr>
                              <m:ctrlPr>
                                <a:rPr lang="en-US" sz="4000" b="0" i="1" smtClean="0">
                                  <a:latin typeface="Cambria Math" panose="02040503050406030204" pitchFamily="18" charset="0"/>
                                </a:rPr>
                              </m:ctrlPr>
                            </m:sSubPr>
                            <m:e>
                              <m:r>
                                <a:rPr lang="en-US" sz="4000" b="0" i="1" smtClean="0">
                                  <a:latin typeface="Cambria Math" panose="02040503050406030204" pitchFamily="18" charset="0"/>
                                </a:rPr>
                                <m:t>𝑤</m:t>
                              </m:r>
                            </m:e>
                            <m:sub>
                              <m:r>
                                <a:rPr lang="en-US" sz="4000" b="0" i="1" smtClean="0">
                                  <a:latin typeface="Cambria Math" panose="02040503050406030204" pitchFamily="18" charset="0"/>
                                </a:rPr>
                                <m:t>𝑐𝑙𝑖𝑒𝑛𝑡</m:t>
                              </m:r>
                            </m:sub>
                          </m:sSub>
                          <m:r>
                            <a:rPr lang="en-US" sz="4000" b="0" i="1" smtClean="0">
                              <a:latin typeface="Cambria Math" panose="02040503050406030204" pitchFamily="18" charset="0"/>
                            </a:rPr>
                            <m:t>+</m:t>
                          </m:r>
                          <m:sSub>
                            <m:sSubPr>
                              <m:ctrlPr>
                                <a:rPr lang="en-US" sz="4000" b="0" i="1" smtClean="0">
                                  <a:latin typeface="Cambria Math" panose="02040503050406030204" pitchFamily="18" charset="0"/>
                                </a:rPr>
                              </m:ctrlPr>
                            </m:sSubPr>
                            <m:e>
                              <m:r>
                                <a:rPr lang="en-US" sz="4000" b="0" i="1" smtClean="0">
                                  <a:latin typeface="Cambria Math" panose="02040503050406030204" pitchFamily="18" charset="0"/>
                                </a:rPr>
                                <m:t>𝑤</m:t>
                              </m:r>
                            </m:e>
                            <m:sub>
                              <m:r>
                                <a:rPr lang="en-US" sz="4000" b="0" i="1" smtClean="0">
                                  <a:latin typeface="Cambria Math" panose="02040503050406030204" pitchFamily="18" charset="0"/>
                                </a:rPr>
                                <m:t>𝑠𝑒𝑟𝑣𝑒𝑟</m:t>
                              </m:r>
                            </m:sub>
                          </m:sSub>
                        </m:num>
                        <m:den>
                          <m:r>
                            <a:rPr lang="en-US" sz="4000" b="0" i="1" smtClean="0">
                              <a:latin typeface="Cambria Math" panose="02040503050406030204" pitchFamily="18" charset="0"/>
                            </a:rPr>
                            <m:t>2</m:t>
                          </m:r>
                        </m:den>
                      </m:f>
                    </m:oMath>
                  </m:oMathPara>
                </a14:m>
                <a:endParaRPr lang="en-SE" sz="4000" dirty="0"/>
              </a:p>
            </p:txBody>
          </p:sp>
        </mc:Choice>
        <mc:Fallback xmlns="">
          <p:sp>
            <p:nvSpPr>
              <p:cNvPr id="2" name="TextBox 1">
                <a:extLst>
                  <a:ext uri="{FF2B5EF4-FFF2-40B4-BE49-F238E27FC236}">
                    <a16:creationId xmlns:a16="http://schemas.microsoft.com/office/drawing/2014/main" id="{59D08D9F-4E34-8321-3B06-E2612AB64DA9}"/>
                  </a:ext>
                </a:extLst>
              </p:cNvPr>
              <p:cNvSpPr txBox="1">
                <a:spLocks noRot="1" noChangeAspect="1" noMove="1" noResize="1" noEditPoints="1" noAdjustHandles="1" noChangeArrowheads="1" noChangeShapeType="1" noTextEdit="1"/>
              </p:cNvSpPr>
              <p:nvPr/>
            </p:nvSpPr>
            <p:spPr>
              <a:xfrm>
                <a:off x="2195765" y="1540764"/>
                <a:ext cx="7800469" cy="1118127"/>
              </a:xfrm>
              <a:prstGeom prst="rect">
                <a:avLst/>
              </a:prstGeom>
              <a:blipFill>
                <a:blip r:embed="rId2"/>
                <a:stretch>
                  <a:fillRect/>
                </a:stretch>
              </a:blipFill>
            </p:spPr>
            <p:txBody>
              <a:bodyPr/>
              <a:lstStyle/>
              <a:p>
                <a:r>
                  <a:rPr lang="en-SE">
                    <a:noFill/>
                  </a:rPr>
                  <a:t> </a:t>
                </a:r>
              </a:p>
            </p:txBody>
          </p:sp>
        </mc:Fallback>
      </mc:AlternateContent>
      <p:sp>
        <p:nvSpPr>
          <p:cNvPr id="3" name="TextBox 2">
            <a:extLst>
              <a:ext uri="{FF2B5EF4-FFF2-40B4-BE49-F238E27FC236}">
                <a16:creationId xmlns:a16="http://schemas.microsoft.com/office/drawing/2014/main" id="{ACB14AEE-9D47-46FD-9CC6-8B53AF0AFE92}"/>
              </a:ext>
            </a:extLst>
          </p:cNvPr>
          <p:cNvSpPr txBox="1"/>
          <p:nvPr/>
        </p:nvSpPr>
        <p:spPr>
          <a:xfrm>
            <a:off x="914400" y="3063240"/>
            <a:ext cx="10363200" cy="1815882"/>
          </a:xfrm>
          <a:prstGeom prst="rect">
            <a:avLst/>
          </a:prstGeom>
          <a:noFill/>
        </p:spPr>
        <p:txBody>
          <a:bodyPr wrap="square" rtlCol="0">
            <a:spAutoFit/>
          </a:bodyPr>
          <a:lstStyle/>
          <a:p>
            <a:pPr marL="285750" indent="-285750">
              <a:buFont typeface="Arial" panose="020B0604020202020204" pitchFamily="34" charset="0"/>
              <a:buChar char="•"/>
            </a:pPr>
            <a:r>
              <a:rPr lang="en-US" sz="2800" dirty="0"/>
              <a:t>Implementation of </a:t>
            </a:r>
            <a:r>
              <a:rPr lang="en-US" sz="2800" dirty="0" err="1"/>
              <a:t>FedAvg</a:t>
            </a:r>
            <a:r>
              <a:rPr lang="en-US" sz="2800" dirty="0"/>
              <a:t> with two weights</a:t>
            </a:r>
          </a:p>
          <a:p>
            <a:pPr marL="285750" indent="-285750">
              <a:buFont typeface="Arial" panose="020B0604020202020204" pitchFamily="34" charset="0"/>
              <a:buChar char="•"/>
            </a:pPr>
            <a:r>
              <a:rPr lang="en-US" sz="2800" dirty="0"/>
              <a:t>Calculated on STM32 server module</a:t>
            </a:r>
          </a:p>
          <a:p>
            <a:pPr marL="285750" indent="-285750">
              <a:buFont typeface="Arial" panose="020B0604020202020204" pitchFamily="34" charset="0"/>
              <a:buChar char="•"/>
            </a:pPr>
            <a:r>
              <a:rPr lang="en-US" sz="2800" dirty="0"/>
              <a:t>After 2 epochs (i.e. 1 round), the weights are averaged and sent back to each board. For a total of 6 rounds</a:t>
            </a:r>
            <a:endParaRPr lang="en-SE" sz="2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0B62E-D353-3859-BD2E-6D5F07B1F222}"/>
            </a:ext>
          </a:extLst>
        </p:cNvPr>
        <p:cNvGrpSpPr/>
        <p:nvPr/>
      </p:nvGrpSpPr>
      <p:grpSpPr>
        <a:xfrm>
          <a:off x="0" y="0"/>
          <a:ext cx="0" cy="0"/>
          <a:chOff x="0" y="0"/>
          <a:chExt cx="0" cy="0"/>
        </a:xfrm>
      </p:grpSpPr>
      <p:sp>
        <p:nvSpPr>
          <p:cNvPr id="245" name="PlaceHolder 1">
            <a:extLst>
              <a:ext uri="{FF2B5EF4-FFF2-40B4-BE49-F238E27FC236}">
                <a16:creationId xmlns:a16="http://schemas.microsoft.com/office/drawing/2014/main" id="{7C8050EA-BFA8-DA78-E3FC-65F64560168C}"/>
              </a:ext>
            </a:extLst>
          </p:cNvPr>
          <p:cNvSpPr>
            <a:spLocks noGrp="1"/>
          </p:cNvSpPr>
          <p:nvPr>
            <p:ph type="title"/>
          </p:nvPr>
        </p:nvSpPr>
        <p:spPr>
          <a:xfrm>
            <a:off x="533160" y="182520"/>
            <a:ext cx="10324800" cy="831240"/>
          </a:xfrm>
          <a:prstGeom prst="rect">
            <a:avLst/>
          </a:prstGeom>
          <a:noFill/>
          <a:ln w="0">
            <a:noFill/>
          </a:ln>
        </p:spPr>
        <p:txBody>
          <a:bodyPr lIns="216000" tIns="108000" rIns="216000" bIns="108000" anchor="t">
            <a:noAutofit/>
          </a:bodyPr>
          <a:lstStyle/>
          <a:p>
            <a:pPr indent="0">
              <a:lnSpc>
                <a:spcPct val="100000"/>
              </a:lnSpc>
              <a:spcAft>
                <a:spcPts val="1599"/>
              </a:spcAft>
              <a:buNone/>
            </a:pPr>
            <a:r>
              <a:rPr lang="en" sz="3500" b="0" u="none" strike="noStrike" dirty="0">
                <a:solidFill>
                  <a:schemeClr val="dk1"/>
                </a:solidFill>
                <a:effectLst/>
                <a:uFillTx/>
                <a:latin typeface="Anton"/>
                <a:ea typeface="Anton"/>
              </a:rPr>
              <a:t>Data</a:t>
            </a:r>
            <a:r>
              <a:rPr lang="en-US" sz="3500" b="0" u="none" strike="noStrike" dirty="0">
                <a:solidFill>
                  <a:schemeClr val="dk1"/>
                </a:solidFill>
                <a:effectLst/>
                <a:uFillTx/>
                <a:latin typeface="Anton"/>
                <a:ea typeface="Anton"/>
              </a:rPr>
              <a:t>set – FL Split</a:t>
            </a:r>
            <a:endParaRPr lang="en-US" sz="3500" b="0" u="none" strike="noStrike" dirty="0">
              <a:solidFill>
                <a:srgbClr val="000000"/>
              </a:solidFill>
              <a:effectLst/>
              <a:uFillTx/>
              <a:latin typeface="Arial"/>
            </a:endParaRPr>
          </a:p>
        </p:txBody>
      </p:sp>
      <p:sp>
        <p:nvSpPr>
          <p:cNvPr id="246" name="PlaceHolder 2">
            <a:extLst>
              <a:ext uri="{FF2B5EF4-FFF2-40B4-BE49-F238E27FC236}">
                <a16:creationId xmlns:a16="http://schemas.microsoft.com/office/drawing/2014/main" id="{41CF96CD-DABD-D101-368C-36BFC62217C0}"/>
              </a:ext>
            </a:extLst>
          </p:cNvPr>
          <p:cNvSpPr>
            <a:spLocks noGrp="1"/>
          </p:cNvSpPr>
          <p:nvPr>
            <p:ph type="sldNum" idx="38"/>
          </p:nvPr>
        </p:nvSpPr>
        <p:spPr>
          <a:xfrm>
            <a:off x="11409120" y="6333120"/>
            <a:ext cx="731520" cy="524520"/>
          </a:xfrm>
          <a:prstGeom prst="rect">
            <a:avLst/>
          </a:prstGeom>
          <a:noFill/>
          <a:ln w="0">
            <a:noFill/>
          </a:ln>
        </p:spPr>
        <p:txBody>
          <a:bodyPr lIns="91440" tIns="91440" rIns="91440" bIns="91440" anchor="t">
            <a:noAutofit/>
          </a:bodyPr>
          <a:lstStyle>
            <a:lvl1pPr indent="0" algn="r">
              <a:lnSpc>
                <a:spcPct val="100000"/>
              </a:lnSpc>
              <a:buNone/>
              <a:tabLst>
                <a:tab pos="0" algn="l"/>
              </a:tabLst>
              <a:defRPr lang="en" sz="1300" b="0" u="none" strike="noStrike">
                <a:solidFill>
                  <a:schemeClr val="dk1"/>
                </a:solidFill>
                <a:effectLst/>
                <a:uFillTx/>
                <a:latin typeface="Arial Narrow"/>
                <a:ea typeface="Arial Narrow"/>
              </a:defRPr>
            </a:lvl1pPr>
          </a:lstStyle>
          <a:p>
            <a:pPr indent="0" algn="r">
              <a:lnSpc>
                <a:spcPct val="100000"/>
              </a:lnSpc>
              <a:buNone/>
              <a:tabLst>
                <a:tab pos="0" algn="l"/>
              </a:tabLst>
            </a:pPr>
            <a:fld id="{D9BB1C6D-17A7-4F28-9F5B-E446195838DE}" type="slidenum">
              <a:rPr lang="en" sz="1300" b="0" u="none" strike="noStrike">
                <a:solidFill>
                  <a:schemeClr val="dk1"/>
                </a:solidFill>
                <a:effectLst/>
                <a:uFillTx/>
                <a:latin typeface="Arial Narrow"/>
                <a:ea typeface="Arial Narrow"/>
              </a:rPr>
              <a:t>15</a:t>
            </a:fld>
            <a:endParaRPr lang="en-US" sz="1300" b="0" u="none" strike="noStrike">
              <a:solidFill>
                <a:srgbClr val="000000"/>
              </a:solidFill>
              <a:effectLst/>
              <a:uFillTx/>
              <a:latin typeface="Times New Roman"/>
            </a:endParaRPr>
          </a:p>
        </p:txBody>
      </p:sp>
      <p:graphicFrame>
        <p:nvGraphicFramePr>
          <p:cNvPr id="247" name="Table 1">
            <a:extLst>
              <a:ext uri="{FF2B5EF4-FFF2-40B4-BE49-F238E27FC236}">
                <a16:creationId xmlns:a16="http://schemas.microsoft.com/office/drawing/2014/main" id="{C5DE1461-9546-C528-730C-9E2E96121F1D}"/>
              </a:ext>
            </a:extLst>
          </p:cNvPr>
          <p:cNvGraphicFramePr/>
          <p:nvPr>
            <p:extLst>
              <p:ext uri="{D42A27DB-BD31-4B8C-83A1-F6EECF244321}">
                <p14:modId xmlns:p14="http://schemas.microsoft.com/office/powerpoint/2010/main" val="3117306702"/>
              </p:ext>
            </p:extLst>
          </p:nvPr>
        </p:nvGraphicFramePr>
        <p:xfrm>
          <a:off x="1875960" y="2629800"/>
          <a:ext cx="8439840" cy="2734560"/>
        </p:xfrm>
        <a:graphic>
          <a:graphicData uri="http://schemas.openxmlformats.org/drawingml/2006/table">
            <a:tbl>
              <a:tblPr/>
              <a:tblGrid>
                <a:gridCol w="2109960">
                  <a:extLst>
                    <a:ext uri="{9D8B030D-6E8A-4147-A177-3AD203B41FA5}">
                      <a16:colId xmlns:a16="http://schemas.microsoft.com/office/drawing/2014/main" val="20000"/>
                    </a:ext>
                  </a:extLst>
                </a:gridCol>
                <a:gridCol w="2109960">
                  <a:extLst>
                    <a:ext uri="{9D8B030D-6E8A-4147-A177-3AD203B41FA5}">
                      <a16:colId xmlns:a16="http://schemas.microsoft.com/office/drawing/2014/main" val="20001"/>
                    </a:ext>
                  </a:extLst>
                </a:gridCol>
                <a:gridCol w="2109960">
                  <a:extLst>
                    <a:ext uri="{9D8B030D-6E8A-4147-A177-3AD203B41FA5}">
                      <a16:colId xmlns:a16="http://schemas.microsoft.com/office/drawing/2014/main" val="20002"/>
                    </a:ext>
                  </a:extLst>
                </a:gridCol>
                <a:gridCol w="2109960">
                  <a:extLst>
                    <a:ext uri="{9D8B030D-6E8A-4147-A177-3AD203B41FA5}">
                      <a16:colId xmlns:a16="http://schemas.microsoft.com/office/drawing/2014/main" val="20003"/>
                    </a:ext>
                  </a:extLst>
                </a:gridCol>
              </a:tblGrid>
              <a:tr h="491040">
                <a:tc>
                  <a:txBody>
                    <a:bodyPr/>
                    <a:lstStyle/>
                    <a:p>
                      <a:pPr algn="ctr">
                        <a:lnSpc>
                          <a:spcPts val="1891"/>
                        </a:lnSpc>
                        <a:spcBef>
                          <a:spcPts val="601"/>
                        </a:spcBef>
                      </a:pPr>
                      <a:r>
                        <a:rPr lang="en-US" sz="2400" b="1" u="none" strike="noStrike" dirty="0">
                          <a:solidFill>
                            <a:schemeClr val="lt2"/>
                          </a:solidFill>
                          <a:effectLst/>
                          <a:uFillTx/>
                          <a:latin typeface="Arial"/>
                          <a:ea typeface="Arial"/>
                        </a:rPr>
                        <a:t>Board </a:t>
                      </a:r>
                      <a:endParaRPr lang="en-US" sz="2400" b="0" u="none" strike="noStrike" dirty="0">
                        <a:solidFill>
                          <a:srgbClr val="000000"/>
                        </a:solidFill>
                        <a:effectLst/>
                        <a:uFillTx/>
                        <a:latin typeface="Arial"/>
                      </a:endParaRPr>
                    </a:p>
                  </a:txBody>
                  <a:tcPr anchor="ctr">
                    <a:lnL w="12240">
                      <a:noFill/>
                      <a:prstDash val="solid"/>
                    </a:lnL>
                    <a:lnR w="12240">
                      <a:noFill/>
                      <a:prstDash val="solid"/>
                    </a:lnR>
                    <a:lnT w="38160">
                      <a:solidFill>
                        <a:srgbClr val="9C6114"/>
                      </a:solidFill>
                      <a:prstDash val="solid"/>
                    </a:lnT>
                    <a:lnB w="38160">
                      <a:solidFill>
                        <a:srgbClr val="9C6114"/>
                      </a:solidFill>
                      <a:prstDash val="solid"/>
                    </a:lnB>
                    <a:noFill/>
                  </a:tcPr>
                </a:tc>
                <a:tc>
                  <a:txBody>
                    <a:bodyPr/>
                    <a:lstStyle/>
                    <a:p>
                      <a:pPr algn="ctr">
                        <a:lnSpc>
                          <a:spcPts val="1891"/>
                        </a:lnSpc>
                        <a:spcBef>
                          <a:spcPts val="601"/>
                        </a:spcBef>
                      </a:pPr>
                      <a:r>
                        <a:rPr lang="en-US" sz="2400" b="1" u="none" strike="noStrike" dirty="0">
                          <a:solidFill>
                            <a:schemeClr val="lt2"/>
                          </a:solidFill>
                          <a:effectLst/>
                          <a:uFillTx/>
                          <a:latin typeface="Arial"/>
                          <a:ea typeface="Arial"/>
                        </a:rPr>
                        <a:t>Train </a:t>
                      </a:r>
                      <a:endParaRPr lang="en-US" sz="2400" b="0" u="none" strike="noStrike" dirty="0">
                        <a:solidFill>
                          <a:srgbClr val="000000"/>
                        </a:solidFill>
                        <a:effectLst/>
                        <a:uFillTx/>
                        <a:latin typeface="Arial"/>
                      </a:endParaRPr>
                    </a:p>
                  </a:txBody>
                  <a:tcPr anchor="ctr">
                    <a:lnL w="12240">
                      <a:noFill/>
                      <a:prstDash val="solid"/>
                    </a:lnL>
                    <a:lnR w="12240">
                      <a:noFill/>
                      <a:prstDash val="solid"/>
                    </a:lnR>
                    <a:lnT w="38160">
                      <a:solidFill>
                        <a:srgbClr val="9C6114"/>
                      </a:solidFill>
                      <a:prstDash val="solid"/>
                    </a:lnT>
                    <a:lnB w="38160">
                      <a:solidFill>
                        <a:srgbClr val="9C6114"/>
                      </a:solidFill>
                      <a:prstDash val="solid"/>
                    </a:lnB>
                    <a:noFill/>
                  </a:tcPr>
                </a:tc>
                <a:tc>
                  <a:txBody>
                    <a:bodyPr/>
                    <a:lstStyle/>
                    <a:p>
                      <a:pPr algn="ctr">
                        <a:lnSpc>
                          <a:spcPts val="1891"/>
                        </a:lnSpc>
                        <a:spcBef>
                          <a:spcPts val="601"/>
                        </a:spcBef>
                      </a:pPr>
                      <a:r>
                        <a:rPr lang="en-US" sz="2400" b="1" u="none" strike="noStrike">
                          <a:solidFill>
                            <a:schemeClr val="lt2"/>
                          </a:solidFill>
                          <a:effectLst/>
                          <a:uFillTx/>
                          <a:latin typeface="Arial"/>
                          <a:ea typeface="Arial"/>
                        </a:rPr>
                        <a:t>Validation </a:t>
                      </a:r>
                      <a:endParaRPr lang="en-US" sz="2400" b="0" u="none" strike="noStrike">
                        <a:solidFill>
                          <a:srgbClr val="000000"/>
                        </a:solidFill>
                        <a:effectLst/>
                        <a:uFillTx/>
                        <a:latin typeface="Arial"/>
                      </a:endParaRPr>
                    </a:p>
                  </a:txBody>
                  <a:tcPr anchor="ctr">
                    <a:lnL w="12240">
                      <a:noFill/>
                      <a:prstDash val="solid"/>
                    </a:lnL>
                    <a:lnR w="12240">
                      <a:noFill/>
                      <a:prstDash val="solid"/>
                    </a:lnR>
                    <a:lnT w="38160">
                      <a:solidFill>
                        <a:srgbClr val="9C6114"/>
                      </a:solidFill>
                      <a:prstDash val="solid"/>
                    </a:lnT>
                    <a:lnB w="38160">
                      <a:solidFill>
                        <a:srgbClr val="9C6114"/>
                      </a:solidFill>
                      <a:prstDash val="solid"/>
                    </a:lnB>
                    <a:noFill/>
                  </a:tcPr>
                </a:tc>
                <a:tc>
                  <a:txBody>
                    <a:bodyPr/>
                    <a:lstStyle/>
                    <a:p>
                      <a:pPr algn="ctr">
                        <a:lnSpc>
                          <a:spcPts val="1891"/>
                        </a:lnSpc>
                        <a:spcBef>
                          <a:spcPts val="601"/>
                        </a:spcBef>
                      </a:pPr>
                      <a:r>
                        <a:rPr lang="en-US" sz="2400" b="1" u="none" strike="noStrike">
                          <a:solidFill>
                            <a:schemeClr val="lt2"/>
                          </a:solidFill>
                          <a:effectLst/>
                          <a:uFillTx/>
                          <a:latin typeface="Arial"/>
                          <a:ea typeface="Arial"/>
                        </a:rPr>
                        <a:t>Test </a:t>
                      </a:r>
                      <a:endParaRPr lang="en-US" sz="2400" b="0" u="none" strike="noStrike">
                        <a:solidFill>
                          <a:srgbClr val="000000"/>
                        </a:solidFill>
                        <a:effectLst/>
                        <a:uFillTx/>
                        <a:latin typeface="Arial"/>
                      </a:endParaRPr>
                    </a:p>
                  </a:txBody>
                  <a:tcPr anchor="ctr">
                    <a:lnL w="12240">
                      <a:noFill/>
                      <a:prstDash val="solid"/>
                    </a:lnL>
                    <a:lnR w="12240">
                      <a:noFill/>
                      <a:prstDash val="solid"/>
                    </a:lnR>
                    <a:lnT w="38160">
                      <a:solidFill>
                        <a:srgbClr val="9C6114"/>
                      </a:solidFill>
                      <a:prstDash val="solid"/>
                    </a:lnT>
                    <a:lnB w="38160">
                      <a:solidFill>
                        <a:srgbClr val="9C6114"/>
                      </a:solidFill>
                      <a:prstDash val="solid"/>
                    </a:lnB>
                    <a:noFill/>
                  </a:tcPr>
                </a:tc>
                <a:extLst>
                  <a:ext uri="{0D108BD9-81ED-4DB2-BD59-A6C34878D82A}">
                    <a16:rowId xmlns:a16="http://schemas.microsoft.com/office/drawing/2014/main" val="10000"/>
                  </a:ext>
                </a:extLst>
              </a:tr>
              <a:tr h="876240">
                <a:tc>
                  <a:txBody>
                    <a:bodyPr/>
                    <a:lstStyle/>
                    <a:p>
                      <a:pPr algn="ctr">
                        <a:lnSpc>
                          <a:spcPts val="1891"/>
                        </a:lnSpc>
                        <a:spcBef>
                          <a:spcPts val="601"/>
                        </a:spcBef>
                      </a:pPr>
                      <a:r>
                        <a:rPr lang="en" sz="2400" b="0" u="none" strike="noStrike" dirty="0">
                          <a:solidFill>
                            <a:schemeClr val="lt2"/>
                          </a:solidFill>
                          <a:effectLst/>
                          <a:uFillTx/>
                          <a:latin typeface="Arial"/>
                          <a:ea typeface="Arial"/>
                        </a:rPr>
                        <a:t>COM16 </a:t>
                      </a:r>
                      <a:endParaRPr lang="en-US" sz="2400" b="0" u="none" strike="noStrike" dirty="0">
                        <a:solidFill>
                          <a:srgbClr val="000000"/>
                        </a:solidFill>
                        <a:effectLst/>
                        <a:uFillTx/>
                        <a:latin typeface="Arial"/>
                      </a:endParaRPr>
                    </a:p>
                  </a:txBody>
                  <a:tcPr anchor="ctr">
                    <a:lnL w="12240">
                      <a:noFill/>
                      <a:prstDash val="solid"/>
                    </a:lnL>
                    <a:lnR w="12240">
                      <a:noFill/>
                      <a:prstDash val="solid"/>
                    </a:lnR>
                    <a:lnT w="38160">
                      <a:solidFill>
                        <a:srgbClr val="9C6114"/>
                      </a:solidFill>
                      <a:prstDash val="solid"/>
                    </a:lnT>
                    <a:lnB w="38160">
                      <a:noFill/>
                      <a:prstDash val="solid"/>
                    </a:lnB>
                    <a:noFill/>
                  </a:tcPr>
                </a:tc>
                <a:tc>
                  <a:txBody>
                    <a:bodyPr/>
                    <a:lstStyle/>
                    <a:p>
                      <a:pPr algn="ctr">
                        <a:lnSpc>
                          <a:spcPts val="1891"/>
                        </a:lnSpc>
                        <a:spcBef>
                          <a:spcPts val="601"/>
                        </a:spcBef>
                      </a:pPr>
                      <a:r>
                        <a:rPr lang="en" sz="2400" b="0" u="none" strike="noStrike" dirty="0">
                          <a:solidFill>
                            <a:schemeClr val="lt2"/>
                          </a:solidFill>
                          <a:effectLst/>
                          <a:uFillTx/>
                          <a:latin typeface="Arial"/>
                          <a:ea typeface="Arial"/>
                        </a:rPr>
                        <a:t>250</a:t>
                      </a:r>
                      <a:endParaRPr lang="en-US" sz="2400" b="0" u="none" strike="noStrike" dirty="0">
                        <a:solidFill>
                          <a:srgbClr val="000000"/>
                        </a:solidFill>
                        <a:effectLst/>
                        <a:uFillTx/>
                        <a:latin typeface="Arial"/>
                      </a:endParaRPr>
                    </a:p>
                    <a:p>
                      <a:pPr algn="ctr">
                        <a:lnSpc>
                          <a:spcPts val="1891"/>
                        </a:lnSpc>
                        <a:spcBef>
                          <a:spcPts val="601"/>
                        </a:spcBef>
                      </a:pPr>
                      <a:r>
                        <a:rPr lang="en" sz="2400" b="0" u="none" strike="noStrike" dirty="0">
                          <a:solidFill>
                            <a:schemeClr val="lt2"/>
                          </a:solidFill>
                          <a:effectLst/>
                          <a:uFillTx/>
                          <a:latin typeface="Arial"/>
                          <a:ea typeface="Arial"/>
                        </a:rPr>
                        <a:t> (55.55%</a:t>
                      </a:r>
                      <a:r>
                        <a:rPr lang="en" sz="2400" b="0" u="none" strike="noStrike" dirty="0">
                          <a:solidFill>
                            <a:schemeClr val="lt2"/>
                          </a:solidFill>
                          <a:effectLst/>
                          <a:uFillTx/>
                          <a:latin typeface="Arial"/>
                          <a:ea typeface="Open Sans"/>
                        </a:rPr>
                        <a:t>)</a:t>
                      </a:r>
                      <a:r>
                        <a:rPr lang="en" sz="2400" b="0" u="none" strike="noStrike" dirty="0">
                          <a:solidFill>
                            <a:schemeClr val="lt2"/>
                          </a:solidFill>
                          <a:effectLst/>
                          <a:uFillTx/>
                          <a:latin typeface="Arial"/>
                          <a:ea typeface="Arial"/>
                        </a:rPr>
                        <a:t> </a:t>
                      </a:r>
                      <a:endParaRPr lang="en-US" sz="2400" b="0" u="none" strike="noStrike" dirty="0">
                        <a:solidFill>
                          <a:srgbClr val="000000"/>
                        </a:solidFill>
                        <a:effectLst/>
                        <a:uFillTx/>
                        <a:latin typeface="Arial"/>
                      </a:endParaRPr>
                    </a:p>
                  </a:txBody>
                  <a:tcPr anchor="ctr">
                    <a:lnL w="12240">
                      <a:noFill/>
                      <a:prstDash val="solid"/>
                    </a:lnL>
                    <a:lnR w="12240">
                      <a:noFill/>
                      <a:prstDash val="solid"/>
                    </a:lnR>
                    <a:lnT w="38160">
                      <a:solidFill>
                        <a:srgbClr val="9C6114"/>
                      </a:solidFill>
                      <a:prstDash val="solid"/>
                    </a:lnT>
                    <a:lnB w="38160">
                      <a:noFill/>
                      <a:prstDash val="solid"/>
                    </a:lnB>
                    <a:noFill/>
                  </a:tcPr>
                </a:tc>
                <a:tc>
                  <a:txBody>
                    <a:bodyPr/>
                    <a:lstStyle/>
                    <a:p>
                      <a:pPr algn="ctr">
                        <a:lnSpc>
                          <a:spcPts val="1891"/>
                        </a:lnSpc>
                        <a:spcBef>
                          <a:spcPts val="601"/>
                        </a:spcBef>
                      </a:pPr>
                      <a:r>
                        <a:rPr lang="en" sz="2400" b="0" u="none" strike="noStrike" dirty="0">
                          <a:solidFill>
                            <a:schemeClr val="lt2"/>
                          </a:solidFill>
                          <a:effectLst/>
                          <a:uFillTx/>
                          <a:latin typeface="Arial"/>
                          <a:ea typeface="Arial"/>
                        </a:rPr>
                        <a:t>100</a:t>
                      </a:r>
                      <a:endParaRPr lang="en-US" sz="2400" b="0" u="none" strike="noStrike" dirty="0">
                        <a:solidFill>
                          <a:srgbClr val="000000"/>
                        </a:solidFill>
                        <a:effectLst/>
                        <a:uFillTx/>
                        <a:latin typeface="Arial"/>
                      </a:endParaRPr>
                    </a:p>
                    <a:p>
                      <a:pPr algn="ctr">
                        <a:lnSpc>
                          <a:spcPts val="1891"/>
                        </a:lnSpc>
                        <a:spcBef>
                          <a:spcPts val="601"/>
                        </a:spcBef>
                      </a:pPr>
                      <a:r>
                        <a:rPr lang="en" sz="2400" b="0" u="none" strike="noStrike" dirty="0">
                          <a:solidFill>
                            <a:schemeClr val="lt2"/>
                          </a:solidFill>
                          <a:effectLst/>
                          <a:uFillTx/>
                          <a:latin typeface="Arial"/>
                          <a:ea typeface="Arial"/>
                        </a:rPr>
                        <a:t> (22.22%) </a:t>
                      </a:r>
                      <a:endParaRPr lang="en-US" sz="2400" b="0" u="none" strike="noStrike" dirty="0">
                        <a:solidFill>
                          <a:srgbClr val="000000"/>
                        </a:solidFill>
                        <a:effectLst/>
                        <a:uFillTx/>
                        <a:latin typeface="Arial"/>
                      </a:endParaRPr>
                    </a:p>
                  </a:txBody>
                  <a:tcPr anchor="ctr">
                    <a:lnL w="12240">
                      <a:noFill/>
                      <a:prstDash val="solid"/>
                    </a:lnL>
                    <a:lnR w="12240">
                      <a:noFill/>
                      <a:prstDash val="solid"/>
                    </a:lnR>
                    <a:lnT w="38160">
                      <a:solidFill>
                        <a:srgbClr val="9C6114"/>
                      </a:solidFill>
                      <a:prstDash val="solid"/>
                    </a:lnT>
                    <a:lnB w="38160">
                      <a:noFill/>
                      <a:prstDash val="solid"/>
                    </a:lnB>
                    <a:noFill/>
                  </a:tcPr>
                </a:tc>
                <a:tc>
                  <a:txBody>
                    <a:bodyPr/>
                    <a:lstStyle/>
                    <a:p>
                      <a:pPr algn="ctr">
                        <a:lnSpc>
                          <a:spcPts val="1891"/>
                        </a:lnSpc>
                        <a:spcBef>
                          <a:spcPts val="601"/>
                        </a:spcBef>
                      </a:pPr>
                      <a:r>
                        <a:rPr lang="en" sz="2400" b="0" u="none" strike="noStrike" dirty="0">
                          <a:solidFill>
                            <a:schemeClr val="lt2"/>
                          </a:solidFill>
                          <a:effectLst/>
                          <a:uFillTx/>
                          <a:latin typeface="Arial"/>
                          <a:ea typeface="Arial"/>
                        </a:rPr>
                        <a:t>100 </a:t>
                      </a:r>
                      <a:endParaRPr lang="en-US" sz="2400" b="0" u="none" strike="noStrike" dirty="0">
                        <a:solidFill>
                          <a:srgbClr val="000000"/>
                        </a:solidFill>
                        <a:effectLst/>
                        <a:uFillTx/>
                        <a:latin typeface="Arial"/>
                      </a:endParaRPr>
                    </a:p>
                    <a:p>
                      <a:pPr algn="ctr">
                        <a:lnSpc>
                          <a:spcPts val="1891"/>
                        </a:lnSpc>
                        <a:spcBef>
                          <a:spcPts val="601"/>
                        </a:spcBef>
                      </a:pPr>
                      <a:r>
                        <a:rPr lang="en" sz="2400" b="0" u="none" strike="noStrike" dirty="0">
                          <a:solidFill>
                            <a:schemeClr val="lt2"/>
                          </a:solidFill>
                          <a:effectLst/>
                          <a:uFillTx/>
                          <a:latin typeface="Arial"/>
                          <a:ea typeface="Arial"/>
                        </a:rPr>
                        <a:t>(22.22%) </a:t>
                      </a:r>
                      <a:endParaRPr lang="en-US" sz="2400" b="0" u="none" strike="noStrike" dirty="0">
                        <a:solidFill>
                          <a:srgbClr val="000000"/>
                        </a:solidFill>
                        <a:effectLst/>
                        <a:uFillTx/>
                        <a:latin typeface="Arial"/>
                      </a:endParaRPr>
                    </a:p>
                  </a:txBody>
                  <a:tcPr anchor="ctr">
                    <a:lnL w="12240">
                      <a:noFill/>
                      <a:prstDash val="solid"/>
                    </a:lnL>
                    <a:lnR w="12240">
                      <a:noFill/>
                      <a:prstDash val="solid"/>
                    </a:lnR>
                    <a:lnT w="38160">
                      <a:solidFill>
                        <a:srgbClr val="9C6114"/>
                      </a:solidFill>
                      <a:prstDash val="solid"/>
                    </a:lnT>
                    <a:lnB w="38160">
                      <a:noFill/>
                      <a:prstDash val="solid"/>
                    </a:lnB>
                    <a:noFill/>
                  </a:tcPr>
                </a:tc>
                <a:extLst>
                  <a:ext uri="{0D108BD9-81ED-4DB2-BD59-A6C34878D82A}">
                    <a16:rowId xmlns:a16="http://schemas.microsoft.com/office/drawing/2014/main" val="10001"/>
                  </a:ext>
                </a:extLst>
              </a:tr>
              <a:tr h="876240">
                <a:tc>
                  <a:txBody>
                    <a:bodyPr/>
                    <a:lstStyle/>
                    <a:p>
                      <a:pPr algn="ctr">
                        <a:lnSpc>
                          <a:spcPts val="1891"/>
                        </a:lnSpc>
                        <a:spcBef>
                          <a:spcPts val="601"/>
                        </a:spcBef>
                      </a:pPr>
                      <a:r>
                        <a:rPr lang="en" sz="2400" b="0" u="none" strike="noStrike" dirty="0">
                          <a:solidFill>
                            <a:schemeClr val="lt2"/>
                          </a:solidFill>
                          <a:effectLst/>
                          <a:uFillTx/>
                          <a:latin typeface="Arial"/>
                          <a:ea typeface="Arial"/>
                        </a:rPr>
                        <a:t>COM21 </a:t>
                      </a:r>
                      <a:endParaRPr lang="en-US" sz="2400" b="0" u="none" strike="noStrike" dirty="0">
                        <a:solidFill>
                          <a:srgbClr val="000000"/>
                        </a:solidFill>
                        <a:effectLst/>
                        <a:uFillTx/>
                        <a:latin typeface="Arial"/>
                      </a:endParaRPr>
                    </a:p>
                  </a:txBody>
                  <a:tcPr anchor="ctr">
                    <a:lnL w="12240">
                      <a:noFill/>
                      <a:prstDash val="solid"/>
                    </a:lnL>
                    <a:lnR w="12240">
                      <a:noFill/>
                      <a:prstDash val="solid"/>
                    </a:lnR>
                    <a:lnT w="12240">
                      <a:noFill/>
                      <a:prstDash val="solid"/>
                    </a:lnT>
                    <a:lnB w="12240">
                      <a:noFill/>
                      <a:prstDash val="solid"/>
                    </a:lnB>
                    <a:noFill/>
                  </a:tcPr>
                </a:tc>
                <a:tc>
                  <a:txBody>
                    <a:bodyPr/>
                    <a:lstStyle/>
                    <a:p>
                      <a:pPr algn="ctr">
                        <a:lnSpc>
                          <a:spcPts val="1891"/>
                        </a:lnSpc>
                        <a:spcBef>
                          <a:spcPts val="601"/>
                        </a:spcBef>
                      </a:pPr>
                      <a:r>
                        <a:rPr lang="en" sz="2400" b="0" u="none" strike="noStrike" dirty="0">
                          <a:solidFill>
                            <a:schemeClr val="lt2"/>
                          </a:solidFill>
                          <a:effectLst/>
                          <a:uFillTx/>
                          <a:latin typeface="Arial"/>
                          <a:ea typeface="Arial"/>
                        </a:rPr>
                        <a:t>250</a:t>
                      </a:r>
                      <a:endParaRPr lang="en-US" sz="2400" b="0" u="none" strike="noStrike" dirty="0">
                        <a:solidFill>
                          <a:srgbClr val="000000"/>
                        </a:solidFill>
                        <a:effectLst/>
                        <a:uFillTx/>
                        <a:latin typeface="Arial"/>
                      </a:endParaRPr>
                    </a:p>
                    <a:p>
                      <a:pPr algn="ctr">
                        <a:lnSpc>
                          <a:spcPts val="1891"/>
                        </a:lnSpc>
                        <a:spcBef>
                          <a:spcPts val="601"/>
                        </a:spcBef>
                      </a:pPr>
                      <a:r>
                        <a:rPr lang="en" sz="2400" b="0" u="none" strike="noStrike" dirty="0">
                          <a:solidFill>
                            <a:schemeClr val="lt2"/>
                          </a:solidFill>
                          <a:effectLst/>
                          <a:uFillTx/>
                          <a:latin typeface="Arial"/>
                          <a:ea typeface="Arial"/>
                        </a:rPr>
                        <a:t> (55.55%) </a:t>
                      </a:r>
                      <a:endParaRPr lang="en-US" sz="2400" b="0" u="none" strike="noStrike" dirty="0">
                        <a:solidFill>
                          <a:srgbClr val="000000"/>
                        </a:solidFill>
                        <a:effectLst/>
                        <a:uFillTx/>
                        <a:latin typeface="Arial"/>
                      </a:endParaRPr>
                    </a:p>
                  </a:txBody>
                  <a:tcPr anchor="ctr">
                    <a:lnL w="12240">
                      <a:noFill/>
                      <a:prstDash val="solid"/>
                    </a:lnL>
                    <a:lnR w="12240">
                      <a:noFill/>
                      <a:prstDash val="solid"/>
                    </a:lnR>
                    <a:lnT w="12240">
                      <a:noFill/>
                      <a:prstDash val="solid"/>
                    </a:lnT>
                    <a:lnB w="12240">
                      <a:noFill/>
                      <a:prstDash val="solid"/>
                    </a:lnB>
                    <a:noFill/>
                  </a:tcPr>
                </a:tc>
                <a:tc>
                  <a:txBody>
                    <a:bodyPr/>
                    <a:lstStyle/>
                    <a:p>
                      <a:pPr algn="ctr">
                        <a:lnSpc>
                          <a:spcPts val="1891"/>
                        </a:lnSpc>
                        <a:spcBef>
                          <a:spcPts val="601"/>
                        </a:spcBef>
                      </a:pPr>
                      <a:r>
                        <a:rPr lang="en" sz="2400" b="0" u="none" strike="noStrike" dirty="0">
                          <a:solidFill>
                            <a:schemeClr val="lt2"/>
                          </a:solidFill>
                          <a:effectLst/>
                          <a:uFillTx/>
                          <a:latin typeface="Arial"/>
                          <a:ea typeface="Arial"/>
                        </a:rPr>
                        <a:t>100</a:t>
                      </a:r>
                      <a:endParaRPr lang="en-US" sz="2400" b="0" u="none" strike="noStrike" dirty="0">
                        <a:solidFill>
                          <a:srgbClr val="000000"/>
                        </a:solidFill>
                        <a:effectLst/>
                        <a:uFillTx/>
                        <a:latin typeface="Arial"/>
                      </a:endParaRPr>
                    </a:p>
                    <a:p>
                      <a:pPr algn="ctr">
                        <a:lnSpc>
                          <a:spcPts val="1891"/>
                        </a:lnSpc>
                        <a:spcBef>
                          <a:spcPts val="601"/>
                        </a:spcBef>
                      </a:pPr>
                      <a:r>
                        <a:rPr lang="en" sz="2400" b="0" u="none" strike="noStrike" dirty="0">
                          <a:solidFill>
                            <a:schemeClr val="lt2"/>
                          </a:solidFill>
                          <a:effectLst/>
                          <a:uFillTx/>
                          <a:latin typeface="Arial"/>
                          <a:ea typeface="Arial"/>
                        </a:rPr>
                        <a:t> (22.22%) </a:t>
                      </a:r>
                      <a:endParaRPr lang="en-US" sz="2400" b="0" u="none" strike="noStrike" dirty="0">
                        <a:solidFill>
                          <a:srgbClr val="000000"/>
                        </a:solidFill>
                        <a:effectLst/>
                        <a:uFillTx/>
                        <a:latin typeface="Arial"/>
                      </a:endParaRPr>
                    </a:p>
                  </a:txBody>
                  <a:tcPr anchor="ctr">
                    <a:lnL w="12240">
                      <a:noFill/>
                      <a:prstDash val="solid"/>
                    </a:lnL>
                    <a:lnR w="12240">
                      <a:noFill/>
                      <a:prstDash val="solid"/>
                    </a:lnR>
                    <a:lnT w="12240">
                      <a:noFill/>
                      <a:prstDash val="solid"/>
                    </a:lnT>
                    <a:lnB w="12240">
                      <a:noFill/>
                      <a:prstDash val="solid"/>
                    </a:lnB>
                    <a:noFill/>
                  </a:tcPr>
                </a:tc>
                <a:tc>
                  <a:txBody>
                    <a:bodyPr/>
                    <a:lstStyle/>
                    <a:p>
                      <a:pPr algn="ctr">
                        <a:lnSpc>
                          <a:spcPts val="1891"/>
                        </a:lnSpc>
                        <a:spcBef>
                          <a:spcPts val="601"/>
                        </a:spcBef>
                      </a:pPr>
                      <a:r>
                        <a:rPr lang="en" sz="2400" b="0" u="none" strike="noStrike" dirty="0">
                          <a:solidFill>
                            <a:schemeClr val="lt2"/>
                          </a:solidFill>
                          <a:effectLst/>
                          <a:uFillTx/>
                          <a:latin typeface="Arial"/>
                          <a:ea typeface="Arial"/>
                        </a:rPr>
                        <a:t>100</a:t>
                      </a:r>
                      <a:endParaRPr lang="en-US" sz="2400" b="0" u="none" strike="noStrike" dirty="0">
                        <a:solidFill>
                          <a:srgbClr val="000000"/>
                        </a:solidFill>
                        <a:effectLst/>
                        <a:uFillTx/>
                        <a:latin typeface="Arial"/>
                      </a:endParaRPr>
                    </a:p>
                    <a:p>
                      <a:pPr algn="ctr">
                        <a:lnSpc>
                          <a:spcPts val="1891"/>
                        </a:lnSpc>
                        <a:spcBef>
                          <a:spcPts val="601"/>
                        </a:spcBef>
                      </a:pPr>
                      <a:r>
                        <a:rPr lang="en" sz="2400" b="0" u="none" strike="noStrike" dirty="0">
                          <a:solidFill>
                            <a:schemeClr val="lt2"/>
                          </a:solidFill>
                          <a:effectLst/>
                          <a:uFillTx/>
                          <a:latin typeface="Arial"/>
                          <a:ea typeface="Arial"/>
                        </a:rPr>
                        <a:t> (22.22%) </a:t>
                      </a:r>
                      <a:endParaRPr lang="en-US" sz="2400" b="0" u="none" strike="noStrike" dirty="0">
                        <a:solidFill>
                          <a:srgbClr val="000000"/>
                        </a:solidFill>
                        <a:effectLst/>
                        <a:uFillTx/>
                        <a:latin typeface="Arial"/>
                      </a:endParaRPr>
                    </a:p>
                  </a:txBody>
                  <a:tcPr anchor="ctr">
                    <a:lnL w="12240">
                      <a:noFill/>
                      <a:prstDash val="solid"/>
                    </a:lnL>
                    <a:lnR w="12240">
                      <a:noFill/>
                      <a:prstDash val="solid"/>
                    </a:lnR>
                    <a:lnT w="12240">
                      <a:noFill/>
                      <a:prstDash val="solid"/>
                    </a:lnT>
                    <a:lnB w="12240">
                      <a:noFill/>
                      <a:prstDash val="solid"/>
                    </a:lnB>
                    <a:noFill/>
                  </a:tcPr>
                </a:tc>
                <a:extLst>
                  <a:ext uri="{0D108BD9-81ED-4DB2-BD59-A6C34878D82A}">
                    <a16:rowId xmlns:a16="http://schemas.microsoft.com/office/drawing/2014/main" val="10002"/>
                  </a:ext>
                </a:extLst>
              </a:tr>
              <a:tr h="491040">
                <a:tc>
                  <a:txBody>
                    <a:bodyPr/>
                    <a:lstStyle/>
                    <a:p>
                      <a:pPr algn="ctr">
                        <a:lnSpc>
                          <a:spcPts val="1891"/>
                        </a:lnSpc>
                        <a:spcBef>
                          <a:spcPts val="601"/>
                        </a:spcBef>
                      </a:pPr>
                      <a:r>
                        <a:rPr lang="en-US" sz="2400" b="0" u="none" strike="noStrike">
                          <a:solidFill>
                            <a:schemeClr val="lt2"/>
                          </a:solidFill>
                          <a:effectLst/>
                          <a:uFillTx/>
                          <a:latin typeface="Arial"/>
                          <a:ea typeface="Arial"/>
                        </a:rPr>
                        <a:t>total </a:t>
                      </a:r>
                      <a:endParaRPr lang="en-US" sz="2400" b="0" u="none" strike="noStrike">
                        <a:solidFill>
                          <a:srgbClr val="000000"/>
                        </a:solidFill>
                        <a:effectLst/>
                        <a:uFillTx/>
                        <a:latin typeface="Arial"/>
                      </a:endParaRPr>
                    </a:p>
                  </a:txBody>
                  <a:tcPr anchor="ctr">
                    <a:lnL w="12240">
                      <a:noFill/>
                      <a:prstDash val="solid"/>
                    </a:lnL>
                    <a:lnR w="12240">
                      <a:noFill/>
                      <a:prstDash val="solid"/>
                    </a:lnR>
                    <a:lnT w="12240">
                      <a:noFill/>
                      <a:prstDash val="solid"/>
                    </a:lnT>
                    <a:lnB w="38160">
                      <a:solidFill>
                        <a:srgbClr val="9C6114"/>
                      </a:solidFill>
                      <a:prstDash val="solid"/>
                    </a:lnB>
                    <a:noFill/>
                  </a:tcPr>
                </a:tc>
                <a:tc>
                  <a:txBody>
                    <a:bodyPr/>
                    <a:lstStyle/>
                    <a:p>
                      <a:pPr algn="ctr">
                        <a:lnSpc>
                          <a:spcPts val="1891"/>
                        </a:lnSpc>
                        <a:spcBef>
                          <a:spcPts val="601"/>
                        </a:spcBef>
                      </a:pPr>
                      <a:r>
                        <a:rPr lang="en" sz="2400" b="0" u="none" strike="noStrike" dirty="0">
                          <a:solidFill>
                            <a:schemeClr val="lt2"/>
                          </a:solidFill>
                          <a:effectLst/>
                          <a:uFillTx/>
                          <a:latin typeface="Arial"/>
                          <a:ea typeface="Arial"/>
                        </a:rPr>
                        <a:t>500 </a:t>
                      </a:r>
                      <a:endParaRPr lang="en-US" sz="2400" b="0" u="none" strike="noStrike" dirty="0">
                        <a:solidFill>
                          <a:srgbClr val="000000"/>
                        </a:solidFill>
                        <a:effectLst/>
                        <a:uFillTx/>
                        <a:latin typeface="Arial"/>
                      </a:endParaRPr>
                    </a:p>
                  </a:txBody>
                  <a:tcPr anchor="ctr">
                    <a:lnL w="12240">
                      <a:noFill/>
                      <a:prstDash val="solid"/>
                    </a:lnL>
                    <a:lnR w="12240">
                      <a:noFill/>
                      <a:prstDash val="solid"/>
                    </a:lnR>
                    <a:lnT w="12240">
                      <a:noFill/>
                      <a:prstDash val="solid"/>
                    </a:lnT>
                    <a:lnB w="38160">
                      <a:solidFill>
                        <a:srgbClr val="9C6114"/>
                      </a:solidFill>
                      <a:prstDash val="solid"/>
                    </a:lnB>
                    <a:noFill/>
                  </a:tcPr>
                </a:tc>
                <a:tc>
                  <a:txBody>
                    <a:bodyPr/>
                    <a:lstStyle/>
                    <a:p>
                      <a:pPr algn="ctr">
                        <a:lnSpc>
                          <a:spcPts val="1891"/>
                        </a:lnSpc>
                        <a:spcBef>
                          <a:spcPts val="601"/>
                        </a:spcBef>
                      </a:pPr>
                      <a:r>
                        <a:rPr lang="en" sz="2400" b="0" u="none" strike="noStrike" dirty="0">
                          <a:solidFill>
                            <a:schemeClr val="lt2"/>
                          </a:solidFill>
                          <a:effectLst/>
                          <a:uFillTx/>
                          <a:latin typeface="Arial"/>
                          <a:ea typeface="Arial"/>
                        </a:rPr>
                        <a:t>200 </a:t>
                      </a:r>
                      <a:endParaRPr lang="en-US" sz="2400" b="0" u="none" strike="noStrike" dirty="0">
                        <a:solidFill>
                          <a:srgbClr val="000000"/>
                        </a:solidFill>
                        <a:effectLst/>
                        <a:uFillTx/>
                        <a:latin typeface="Arial"/>
                      </a:endParaRPr>
                    </a:p>
                  </a:txBody>
                  <a:tcPr anchor="ctr">
                    <a:lnL w="12240">
                      <a:noFill/>
                      <a:prstDash val="solid"/>
                    </a:lnL>
                    <a:lnR w="12240">
                      <a:noFill/>
                      <a:prstDash val="solid"/>
                    </a:lnR>
                    <a:lnT w="12240">
                      <a:noFill/>
                      <a:prstDash val="solid"/>
                    </a:lnT>
                    <a:lnB w="38160">
                      <a:solidFill>
                        <a:srgbClr val="9C6114"/>
                      </a:solidFill>
                      <a:prstDash val="solid"/>
                    </a:lnB>
                    <a:noFill/>
                  </a:tcPr>
                </a:tc>
                <a:tc>
                  <a:txBody>
                    <a:bodyPr/>
                    <a:lstStyle/>
                    <a:p>
                      <a:pPr algn="ctr">
                        <a:lnSpc>
                          <a:spcPts val="1891"/>
                        </a:lnSpc>
                        <a:spcBef>
                          <a:spcPts val="601"/>
                        </a:spcBef>
                      </a:pPr>
                      <a:r>
                        <a:rPr lang="en" sz="2400" b="0" u="none" strike="noStrike" dirty="0">
                          <a:solidFill>
                            <a:srgbClr val="FF0000"/>
                          </a:solidFill>
                          <a:effectLst/>
                          <a:uFillTx/>
                          <a:latin typeface="Arial"/>
                          <a:ea typeface="Arial"/>
                        </a:rPr>
                        <a:t>100</a:t>
                      </a:r>
                      <a:r>
                        <a:rPr lang="en" sz="2400" b="0" u="none" strike="noStrike" dirty="0">
                          <a:solidFill>
                            <a:schemeClr val="lt2"/>
                          </a:solidFill>
                          <a:effectLst/>
                          <a:uFillTx/>
                          <a:latin typeface="Arial"/>
                          <a:ea typeface="Arial"/>
                        </a:rPr>
                        <a:t> </a:t>
                      </a:r>
                      <a:endParaRPr lang="en-US" sz="2400" b="0" u="none" strike="noStrike" dirty="0">
                        <a:solidFill>
                          <a:srgbClr val="000000"/>
                        </a:solidFill>
                        <a:effectLst/>
                        <a:uFillTx/>
                        <a:latin typeface="Arial"/>
                      </a:endParaRPr>
                    </a:p>
                  </a:txBody>
                  <a:tcPr anchor="ctr">
                    <a:lnL w="12240">
                      <a:noFill/>
                      <a:prstDash val="solid"/>
                    </a:lnL>
                    <a:lnR w="12240">
                      <a:noFill/>
                      <a:prstDash val="solid"/>
                    </a:lnR>
                    <a:lnT w="12240">
                      <a:noFill/>
                      <a:prstDash val="solid"/>
                    </a:lnT>
                    <a:lnB w="38160">
                      <a:solidFill>
                        <a:srgbClr val="9C6114"/>
                      </a:solidFill>
                      <a:prstDash val="solid"/>
                    </a:lnB>
                    <a:noFill/>
                  </a:tcPr>
                </a:tc>
                <a:extLst>
                  <a:ext uri="{0D108BD9-81ED-4DB2-BD59-A6C34878D82A}">
                    <a16:rowId xmlns:a16="http://schemas.microsoft.com/office/drawing/2014/main" val="10003"/>
                  </a:ext>
                </a:extLst>
              </a:tr>
            </a:tbl>
          </a:graphicData>
        </a:graphic>
      </p:graphicFrame>
      <p:sp>
        <p:nvSpPr>
          <p:cNvPr id="248" name="TextBox 2">
            <a:extLst>
              <a:ext uri="{FF2B5EF4-FFF2-40B4-BE49-F238E27FC236}">
                <a16:creationId xmlns:a16="http://schemas.microsoft.com/office/drawing/2014/main" id="{3E652828-5151-D7C5-B264-A9EF80366F29}"/>
              </a:ext>
            </a:extLst>
          </p:cNvPr>
          <p:cNvSpPr/>
          <p:nvPr/>
        </p:nvSpPr>
        <p:spPr>
          <a:xfrm>
            <a:off x="4638240" y="1937520"/>
            <a:ext cx="3609648" cy="460211"/>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ctr">
              <a:lnSpc>
                <a:spcPct val="100000"/>
              </a:lnSpc>
            </a:pPr>
            <a:r>
              <a:rPr lang="en-US" sz="2400" b="1" u="none" strike="noStrike" dirty="0">
                <a:solidFill>
                  <a:schemeClr val="lt2"/>
                </a:solidFill>
                <a:effectLst/>
                <a:uFillTx/>
                <a:latin typeface="Arial"/>
                <a:ea typeface="Arial"/>
              </a:rPr>
              <a:t>Samples Per Device</a:t>
            </a:r>
            <a:endParaRPr lang="en-US" sz="2400" b="0" u="none" strike="noStrike" dirty="0">
              <a:solidFill>
                <a:srgbClr val="000000"/>
              </a:solidFill>
              <a:effectLst/>
              <a:uFillTx/>
              <a:latin typeface="Arial"/>
            </a:endParaRPr>
          </a:p>
        </p:txBody>
      </p:sp>
      <p:sp>
        <p:nvSpPr>
          <p:cNvPr id="2" name="TextBox 1">
            <a:extLst>
              <a:ext uri="{FF2B5EF4-FFF2-40B4-BE49-F238E27FC236}">
                <a16:creationId xmlns:a16="http://schemas.microsoft.com/office/drawing/2014/main" id="{388448C5-F29C-147F-6D5E-56C1178C3597}"/>
              </a:ext>
            </a:extLst>
          </p:cNvPr>
          <p:cNvSpPr txBox="1"/>
          <p:nvPr/>
        </p:nvSpPr>
        <p:spPr>
          <a:xfrm>
            <a:off x="8477856" y="5513832"/>
            <a:ext cx="1837944" cy="646331"/>
          </a:xfrm>
          <a:prstGeom prst="rect">
            <a:avLst/>
          </a:prstGeom>
          <a:noFill/>
        </p:spPr>
        <p:txBody>
          <a:bodyPr wrap="square" rtlCol="0">
            <a:spAutoFit/>
          </a:bodyPr>
          <a:lstStyle/>
          <a:p>
            <a:r>
              <a:rPr lang="en-US" dirty="0"/>
              <a:t>Shared global test set</a:t>
            </a:r>
            <a:endParaRPr lang="en-SE" dirty="0"/>
          </a:p>
        </p:txBody>
      </p:sp>
    </p:spTree>
    <p:extLst>
      <p:ext uri="{BB962C8B-B14F-4D97-AF65-F5344CB8AC3E}">
        <p14:creationId xmlns:p14="http://schemas.microsoft.com/office/powerpoint/2010/main" val="21393530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29E2DA-B4F8-7173-0984-27C42F56026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D9D1FA2-27B1-E0F6-1929-259FEA327BA9}"/>
              </a:ext>
            </a:extLst>
          </p:cNvPr>
          <p:cNvSpPr>
            <a:spLocks noGrp="1"/>
          </p:cNvSpPr>
          <p:nvPr>
            <p:ph type="title"/>
          </p:nvPr>
        </p:nvSpPr>
        <p:spPr>
          <a:xfrm>
            <a:off x="336816" y="200448"/>
            <a:ext cx="11265120" cy="549360"/>
          </a:xfrm>
        </p:spPr>
        <p:txBody>
          <a:bodyPr/>
          <a:lstStyle/>
          <a:p>
            <a:pPr marL="0" indent="0">
              <a:buNone/>
            </a:pPr>
            <a:r>
              <a:rPr lang="en-US" sz="4000" dirty="0"/>
              <a:t>BP Results - Epochs</a:t>
            </a:r>
            <a:endParaRPr lang="en-SE" sz="4000" dirty="0"/>
          </a:p>
        </p:txBody>
      </p:sp>
      <p:pic>
        <p:nvPicPr>
          <p:cNvPr id="4" name="Picture 3">
            <a:extLst>
              <a:ext uri="{FF2B5EF4-FFF2-40B4-BE49-F238E27FC236}">
                <a16:creationId xmlns:a16="http://schemas.microsoft.com/office/drawing/2014/main" id="{575B5639-F531-B623-A888-43F17FFC58B1}"/>
              </a:ext>
            </a:extLst>
          </p:cNvPr>
          <p:cNvPicPr>
            <a:picLocks noChangeAspect="1"/>
          </p:cNvPicPr>
          <p:nvPr/>
        </p:nvPicPr>
        <p:blipFill>
          <a:blip r:embed="rId2"/>
          <a:stretch>
            <a:fillRect/>
          </a:stretch>
        </p:blipFill>
        <p:spPr>
          <a:xfrm>
            <a:off x="91439" y="1983686"/>
            <a:ext cx="5774959" cy="3720275"/>
          </a:xfrm>
          <a:prstGeom prst="rect">
            <a:avLst/>
          </a:prstGeom>
        </p:spPr>
      </p:pic>
      <p:pic>
        <p:nvPicPr>
          <p:cNvPr id="8" name="Picture 7">
            <a:extLst>
              <a:ext uri="{FF2B5EF4-FFF2-40B4-BE49-F238E27FC236}">
                <a16:creationId xmlns:a16="http://schemas.microsoft.com/office/drawing/2014/main" id="{9181A30E-2660-C1DE-75AA-5D3047C7582B}"/>
              </a:ext>
            </a:extLst>
          </p:cNvPr>
          <p:cNvPicPr>
            <a:picLocks noChangeAspect="1"/>
          </p:cNvPicPr>
          <p:nvPr/>
        </p:nvPicPr>
        <p:blipFill>
          <a:blip r:embed="rId3"/>
          <a:stretch>
            <a:fillRect/>
          </a:stretch>
        </p:blipFill>
        <p:spPr>
          <a:xfrm>
            <a:off x="6245352" y="1983688"/>
            <a:ext cx="5774957" cy="3720274"/>
          </a:xfrm>
          <a:prstGeom prst="rect">
            <a:avLst/>
          </a:prstGeom>
        </p:spPr>
      </p:pic>
    </p:spTree>
    <p:extLst>
      <p:ext uri="{BB962C8B-B14F-4D97-AF65-F5344CB8AC3E}">
        <p14:creationId xmlns:p14="http://schemas.microsoft.com/office/powerpoint/2010/main" val="29726129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E656D5-B213-FF62-8B3C-F749A0062A61}"/>
            </a:ext>
          </a:extLst>
        </p:cNvPr>
        <p:cNvGrpSpPr/>
        <p:nvPr/>
      </p:nvGrpSpPr>
      <p:grpSpPr>
        <a:xfrm>
          <a:off x="0" y="0"/>
          <a:ext cx="0" cy="0"/>
          <a:chOff x="0" y="0"/>
          <a:chExt cx="0" cy="0"/>
        </a:xfrm>
      </p:grpSpPr>
      <p:sp>
        <p:nvSpPr>
          <p:cNvPr id="4" name="Title 2">
            <a:extLst>
              <a:ext uri="{FF2B5EF4-FFF2-40B4-BE49-F238E27FC236}">
                <a16:creationId xmlns:a16="http://schemas.microsoft.com/office/drawing/2014/main" id="{4AD6C425-CBA9-6404-FA48-2A6769838E49}"/>
              </a:ext>
            </a:extLst>
          </p:cNvPr>
          <p:cNvSpPr>
            <a:spLocks noGrp="1"/>
          </p:cNvSpPr>
          <p:nvPr>
            <p:ph type="title"/>
          </p:nvPr>
        </p:nvSpPr>
        <p:spPr>
          <a:xfrm>
            <a:off x="533160" y="182520"/>
            <a:ext cx="10324800" cy="831240"/>
          </a:xfrm>
        </p:spPr>
        <p:txBody>
          <a:bodyPr/>
          <a:lstStyle/>
          <a:p>
            <a:pPr marL="0" indent="0">
              <a:buNone/>
            </a:pPr>
            <a:r>
              <a:rPr lang="en-US" sz="4800" dirty="0"/>
              <a:t>BP Results - Rounds</a:t>
            </a:r>
            <a:endParaRPr lang="en-SE" sz="4800" dirty="0"/>
          </a:p>
        </p:txBody>
      </p:sp>
      <p:pic>
        <p:nvPicPr>
          <p:cNvPr id="3" name="Picture 2">
            <a:extLst>
              <a:ext uri="{FF2B5EF4-FFF2-40B4-BE49-F238E27FC236}">
                <a16:creationId xmlns:a16="http://schemas.microsoft.com/office/drawing/2014/main" id="{85318FE2-52C6-E722-6530-2249DAEF0747}"/>
              </a:ext>
            </a:extLst>
          </p:cNvPr>
          <p:cNvPicPr>
            <a:picLocks noChangeAspect="1"/>
          </p:cNvPicPr>
          <p:nvPr/>
        </p:nvPicPr>
        <p:blipFill>
          <a:blip r:embed="rId2"/>
          <a:stretch>
            <a:fillRect/>
          </a:stretch>
        </p:blipFill>
        <p:spPr>
          <a:xfrm>
            <a:off x="4953449" y="1650354"/>
            <a:ext cx="7052922" cy="4543549"/>
          </a:xfrm>
          <a:prstGeom prst="rect">
            <a:avLst/>
          </a:prstGeom>
        </p:spPr>
      </p:pic>
      <p:pic>
        <p:nvPicPr>
          <p:cNvPr id="6" name="Picture 5">
            <a:extLst>
              <a:ext uri="{FF2B5EF4-FFF2-40B4-BE49-F238E27FC236}">
                <a16:creationId xmlns:a16="http://schemas.microsoft.com/office/drawing/2014/main" id="{B302905A-F585-515C-6B5A-F1A687825C24}"/>
              </a:ext>
            </a:extLst>
          </p:cNvPr>
          <p:cNvPicPr>
            <a:picLocks noChangeAspect="1"/>
          </p:cNvPicPr>
          <p:nvPr/>
        </p:nvPicPr>
        <p:blipFill>
          <a:blip r:embed="rId3"/>
          <a:stretch>
            <a:fillRect/>
          </a:stretch>
        </p:blipFill>
        <p:spPr>
          <a:xfrm>
            <a:off x="697504" y="3922128"/>
            <a:ext cx="3545121" cy="2832345"/>
          </a:xfrm>
          <a:prstGeom prst="rect">
            <a:avLst/>
          </a:prstGeom>
        </p:spPr>
      </p:pic>
      <p:pic>
        <p:nvPicPr>
          <p:cNvPr id="8" name="Picture 7">
            <a:extLst>
              <a:ext uri="{FF2B5EF4-FFF2-40B4-BE49-F238E27FC236}">
                <a16:creationId xmlns:a16="http://schemas.microsoft.com/office/drawing/2014/main" id="{E38470E1-8091-6B24-84B1-BB5985B505A2}"/>
              </a:ext>
            </a:extLst>
          </p:cNvPr>
          <p:cNvPicPr>
            <a:picLocks noChangeAspect="1"/>
          </p:cNvPicPr>
          <p:nvPr/>
        </p:nvPicPr>
        <p:blipFill>
          <a:blip r:embed="rId4"/>
          <a:stretch>
            <a:fillRect/>
          </a:stretch>
        </p:blipFill>
        <p:spPr>
          <a:xfrm>
            <a:off x="992390" y="1142674"/>
            <a:ext cx="3101073" cy="2650540"/>
          </a:xfrm>
          <a:prstGeom prst="rect">
            <a:avLst/>
          </a:prstGeom>
        </p:spPr>
      </p:pic>
    </p:spTree>
    <p:extLst>
      <p:ext uri="{BB962C8B-B14F-4D97-AF65-F5344CB8AC3E}">
        <p14:creationId xmlns:p14="http://schemas.microsoft.com/office/powerpoint/2010/main" val="17527993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A58F555-891A-8B58-58C2-ECF01F2D6CE4}"/>
              </a:ext>
            </a:extLst>
          </p:cNvPr>
          <p:cNvSpPr>
            <a:spLocks noGrp="1"/>
          </p:cNvSpPr>
          <p:nvPr>
            <p:ph type="title"/>
          </p:nvPr>
        </p:nvSpPr>
        <p:spPr/>
        <p:txBody>
          <a:bodyPr/>
          <a:lstStyle/>
          <a:p>
            <a:r>
              <a:rPr lang="en-US" dirty="0"/>
              <a:t>FF Results - Epochs</a:t>
            </a:r>
            <a:endParaRPr lang="en-SE" dirty="0"/>
          </a:p>
        </p:txBody>
      </p:sp>
      <p:pic>
        <p:nvPicPr>
          <p:cNvPr id="5" name="Picture 4">
            <a:extLst>
              <a:ext uri="{FF2B5EF4-FFF2-40B4-BE49-F238E27FC236}">
                <a16:creationId xmlns:a16="http://schemas.microsoft.com/office/drawing/2014/main" id="{55925FED-D036-36BF-AA95-906907298283}"/>
              </a:ext>
            </a:extLst>
          </p:cNvPr>
          <p:cNvPicPr>
            <a:picLocks noChangeAspect="1"/>
          </p:cNvPicPr>
          <p:nvPr/>
        </p:nvPicPr>
        <p:blipFill>
          <a:blip r:embed="rId2"/>
          <a:stretch>
            <a:fillRect/>
          </a:stretch>
        </p:blipFill>
        <p:spPr>
          <a:xfrm>
            <a:off x="272808" y="1621542"/>
            <a:ext cx="5938143" cy="3825399"/>
          </a:xfrm>
          <a:prstGeom prst="rect">
            <a:avLst/>
          </a:prstGeom>
        </p:spPr>
      </p:pic>
      <p:pic>
        <p:nvPicPr>
          <p:cNvPr id="7" name="Picture 6">
            <a:extLst>
              <a:ext uri="{FF2B5EF4-FFF2-40B4-BE49-F238E27FC236}">
                <a16:creationId xmlns:a16="http://schemas.microsoft.com/office/drawing/2014/main" id="{52F30F56-191D-9821-BD18-AAEA5F40C7EC}"/>
              </a:ext>
            </a:extLst>
          </p:cNvPr>
          <p:cNvPicPr>
            <a:picLocks noChangeAspect="1"/>
          </p:cNvPicPr>
          <p:nvPr/>
        </p:nvPicPr>
        <p:blipFill>
          <a:blip r:embed="rId3"/>
          <a:stretch>
            <a:fillRect/>
          </a:stretch>
        </p:blipFill>
        <p:spPr>
          <a:xfrm>
            <a:off x="6096000" y="1621543"/>
            <a:ext cx="5910067" cy="3825400"/>
          </a:xfrm>
          <a:prstGeom prst="rect">
            <a:avLst/>
          </a:prstGeom>
        </p:spPr>
      </p:pic>
    </p:spTree>
    <p:extLst>
      <p:ext uri="{BB962C8B-B14F-4D97-AF65-F5344CB8AC3E}">
        <p14:creationId xmlns:p14="http://schemas.microsoft.com/office/powerpoint/2010/main" val="1941362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4AFC71-FF99-C8DD-B986-F51AA21AAF7E}"/>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C1FA0F7B-DA4E-ED97-F955-A2174A746892}"/>
              </a:ext>
            </a:extLst>
          </p:cNvPr>
          <p:cNvPicPr>
            <a:picLocks noChangeAspect="1"/>
          </p:cNvPicPr>
          <p:nvPr/>
        </p:nvPicPr>
        <p:blipFill>
          <a:blip r:embed="rId2"/>
          <a:stretch>
            <a:fillRect/>
          </a:stretch>
        </p:blipFill>
        <p:spPr>
          <a:xfrm>
            <a:off x="1034190" y="1089784"/>
            <a:ext cx="3313782" cy="2832345"/>
          </a:xfrm>
          <a:prstGeom prst="rect">
            <a:avLst/>
          </a:prstGeom>
        </p:spPr>
      </p:pic>
      <p:pic>
        <p:nvPicPr>
          <p:cNvPr id="11" name="Picture 10">
            <a:extLst>
              <a:ext uri="{FF2B5EF4-FFF2-40B4-BE49-F238E27FC236}">
                <a16:creationId xmlns:a16="http://schemas.microsoft.com/office/drawing/2014/main" id="{10AF9C2D-BDC1-5503-1030-4F807AB5A614}"/>
              </a:ext>
            </a:extLst>
          </p:cNvPr>
          <p:cNvPicPr>
            <a:picLocks noChangeAspect="1"/>
          </p:cNvPicPr>
          <p:nvPr/>
        </p:nvPicPr>
        <p:blipFill>
          <a:blip r:embed="rId3"/>
          <a:stretch>
            <a:fillRect/>
          </a:stretch>
        </p:blipFill>
        <p:spPr>
          <a:xfrm>
            <a:off x="5235010" y="1805295"/>
            <a:ext cx="6571894" cy="4233667"/>
          </a:xfrm>
          <a:prstGeom prst="rect">
            <a:avLst/>
          </a:prstGeom>
        </p:spPr>
      </p:pic>
      <p:sp>
        <p:nvSpPr>
          <p:cNvPr id="4" name="Title 2">
            <a:extLst>
              <a:ext uri="{FF2B5EF4-FFF2-40B4-BE49-F238E27FC236}">
                <a16:creationId xmlns:a16="http://schemas.microsoft.com/office/drawing/2014/main" id="{391E0C33-24B0-4FAD-AB8C-9A55E249B2E1}"/>
              </a:ext>
            </a:extLst>
          </p:cNvPr>
          <p:cNvSpPr>
            <a:spLocks noGrp="1"/>
          </p:cNvSpPr>
          <p:nvPr>
            <p:ph type="title"/>
          </p:nvPr>
        </p:nvSpPr>
        <p:spPr>
          <a:xfrm>
            <a:off x="533160" y="182520"/>
            <a:ext cx="10324800" cy="831240"/>
          </a:xfrm>
        </p:spPr>
        <p:txBody>
          <a:bodyPr/>
          <a:lstStyle/>
          <a:p>
            <a:pPr marL="0" indent="0">
              <a:buNone/>
            </a:pPr>
            <a:r>
              <a:rPr lang="en-US" sz="4800" dirty="0"/>
              <a:t>FF Results - Rounds</a:t>
            </a:r>
            <a:endParaRPr lang="en-SE" sz="4800" dirty="0"/>
          </a:p>
        </p:txBody>
      </p:sp>
      <p:pic>
        <p:nvPicPr>
          <p:cNvPr id="12" name="Picture 11">
            <a:extLst>
              <a:ext uri="{FF2B5EF4-FFF2-40B4-BE49-F238E27FC236}">
                <a16:creationId xmlns:a16="http://schemas.microsoft.com/office/drawing/2014/main" id="{673C310D-DFD1-063B-9ABB-52CF28DE13BA}"/>
              </a:ext>
            </a:extLst>
          </p:cNvPr>
          <p:cNvPicPr>
            <a:picLocks noChangeAspect="1"/>
          </p:cNvPicPr>
          <p:nvPr/>
        </p:nvPicPr>
        <p:blipFill>
          <a:blip r:embed="rId4"/>
          <a:stretch>
            <a:fillRect/>
          </a:stretch>
        </p:blipFill>
        <p:spPr>
          <a:xfrm>
            <a:off x="965611" y="3984125"/>
            <a:ext cx="3450941" cy="2757101"/>
          </a:xfrm>
          <a:prstGeom prst="rect">
            <a:avLst/>
          </a:prstGeom>
        </p:spPr>
      </p:pic>
    </p:spTree>
    <p:extLst>
      <p:ext uri="{BB962C8B-B14F-4D97-AF65-F5344CB8AC3E}">
        <p14:creationId xmlns:p14="http://schemas.microsoft.com/office/powerpoint/2010/main" val="25497635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175BFD2-C6E3-5121-4DB2-C6BD2940073E}"/>
              </a:ext>
            </a:extLst>
          </p:cNvPr>
          <p:cNvSpPr>
            <a:spLocks noGrp="1"/>
          </p:cNvSpPr>
          <p:nvPr>
            <p:ph type="body"/>
          </p:nvPr>
        </p:nvSpPr>
        <p:spPr>
          <a:xfrm>
            <a:off x="1955304" y="1584000"/>
            <a:ext cx="3128760" cy="604224"/>
          </a:xfrm>
        </p:spPr>
        <p:txBody>
          <a:bodyPr/>
          <a:lstStyle/>
          <a:p>
            <a:pPr marL="0" indent="0">
              <a:buNone/>
            </a:pPr>
            <a:r>
              <a:rPr lang="en-US" dirty="0"/>
              <a:t>On-device training</a:t>
            </a:r>
            <a:endParaRPr lang="en-SE" dirty="0"/>
          </a:p>
        </p:txBody>
      </p:sp>
      <p:sp>
        <p:nvSpPr>
          <p:cNvPr id="3" name="Title 2">
            <a:extLst>
              <a:ext uri="{FF2B5EF4-FFF2-40B4-BE49-F238E27FC236}">
                <a16:creationId xmlns:a16="http://schemas.microsoft.com/office/drawing/2014/main" id="{C319D644-E68E-0808-53E3-59F2FCB3BF60}"/>
              </a:ext>
            </a:extLst>
          </p:cNvPr>
          <p:cNvSpPr>
            <a:spLocks noGrp="1"/>
          </p:cNvSpPr>
          <p:nvPr>
            <p:ph type="title"/>
          </p:nvPr>
        </p:nvSpPr>
        <p:spPr/>
        <p:txBody>
          <a:bodyPr/>
          <a:lstStyle/>
          <a:p>
            <a:r>
              <a:rPr lang="en-US" dirty="0"/>
              <a:t>Results</a:t>
            </a:r>
            <a:endParaRPr lang="en-SE" dirty="0"/>
          </a:p>
        </p:txBody>
      </p:sp>
      <p:graphicFrame>
        <p:nvGraphicFramePr>
          <p:cNvPr id="4" name="Table 4">
            <a:extLst>
              <a:ext uri="{FF2B5EF4-FFF2-40B4-BE49-F238E27FC236}">
                <a16:creationId xmlns:a16="http://schemas.microsoft.com/office/drawing/2014/main" id="{D63C16D0-492E-FFF2-B985-C233E299E120}"/>
              </a:ext>
            </a:extLst>
          </p:cNvPr>
          <p:cNvGraphicFramePr/>
          <p:nvPr>
            <p:extLst>
              <p:ext uri="{D42A27DB-BD31-4B8C-83A1-F6EECF244321}">
                <p14:modId xmlns:p14="http://schemas.microsoft.com/office/powerpoint/2010/main" val="1673878254"/>
              </p:ext>
            </p:extLst>
          </p:nvPr>
        </p:nvGraphicFramePr>
        <p:xfrm>
          <a:off x="391680" y="2229840"/>
          <a:ext cx="5326193" cy="3044160"/>
        </p:xfrm>
        <a:graphic>
          <a:graphicData uri="http://schemas.openxmlformats.org/drawingml/2006/table">
            <a:tbl>
              <a:tblPr/>
              <a:tblGrid>
                <a:gridCol w="1104892">
                  <a:extLst>
                    <a:ext uri="{9D8B030D-6E8A-4147-A177-3AD203B41FA5}">
                      <a16:colId xmlns:a16="http://schemas.microsoft.com/office/drawing/2014/main" val="20000"/>
                    </a:ext>
                  </a:extLst>
                </a:gridCol>
                <a:gridCol w="1558017">
                  <a:extLst>
                    <a:ext uri="{9D8B030D-6E8A-4147-A177-3AD203B41FA5}">
                      <a16:colId xmlns:a16="http://schemas.microsoft.com/office/drawing/2014/main" val="20001"/>
                    </a:ext>
                  </a:extLst>
                </a:gridCol>
                <a:gridCol w="1331642">
                  <a:extLst>
                    <a:ext uri="{9D8B030D-6E8A-4147-A177-3AD203B41FA5}">
                      <a16:colId xmlns:a16="http://schemas.microsoft.com/office/drawing/2014/main" val="20002"/>
                    </a:ext>
                  </a:extLst>
                </a:gridCol>
                <a:gridCol w="1331642">
                  <a:extLst>
                    <a:ext uri="{9D8B030D-6E8A-4147-A177-3AD203B41FA5}">
                      <a16:colId xmlns:a16="http://schemas.microsoft.com/office/drawing/2014/main" val="20003"/>
                    </a:ext>
                  </a:extLst>
                </a:gridCol>
              </a:tblGrid>
              <a:tr h="1069200">
                <a:tc>
                  <a:txBody>
                    <a:bodyPr/>
                    <a:lstStyle/>
                    <a:p>
                      <a:pPr algn="ctr">
                        <a:lnSpc>
                          <a:spcPts val="1709"/>
                        </a:lnSpc>
                        <a:spcBef>
                          <a:spcPts val="601"/>
                        </a:spcBef>
                      </a:pPr>
                      <a:r>
                        <a:rPr lang="en-US" sz="2400" b="1" u="none" strike="noStrike">
                          <a:solidFill>
                            <a:schemeClr val="lt2"/>
                          </a:solidFill>
                          <a:effectLst/>
                          <a:uFillTx/>
                          <a:latin typeface="Arial"/>
                          <a:ea typeface="Arial"/>
                        </a:rPr>
                        <a:t>Model </a:t>
                      </a:r>
                      <a:endParaRPr lang="en-US" sz="2400" b="0" u="none" strike="noStrike">
                        <a:solidFill>
                          <a:srgbClr val="000000"/>
                        </a:solidFill>
                        <a:effectLst/>
                        <a:uFillTx/>
                        <a:latin typeface="Arial"/>
                      </a:endParaRPr>
                    </a:p>
                  </a:txBody>
                  <a:tcPr anchor="ctr">
                    <a:lnL w="12240">
                      <a:noFill/>
                      <a:prstDash val="solid"/>
                    </a:lnL>
                    <a:lnR w="12240">
                      <a:noFill/>
                      <a:prstDash val="solid"/>
                    </a:lnR>
                    <a:lnT w="38160">
                      <a:solidFill>
                        <a:srgbClr val="9C6114"/>
                      </a:solidFill>
                      <a:prstDash val="solid"/>
                    </a:lnT>
                    <a:lnB w="38160">
                      <a:solidFill>
                        <a:srgbClr val="9C6114"/>
                      </a:solidFill>
                      <a:prstDash val="solid"/>
                    </a:lnB>
                    <a:noFill/>
                  </a:tcPr>
                </a:tc>
                <a:tc>
                  <a:txBody>
                    <a:bodyPr/>
                    <a:lstStyle/>
                    <a:p>
                      <a:pPr algn="ctr">
                        <a:lnSpc>
                          <a:spcPts val="1709"/>
                        </a:lnSpc>
                        <a:spcBef>
                          <a:spcPts val="601"/>
                        </a:spcBef>
                      </a:pPr>
                      <a:r>
                        <a:rPr lang="en-US" sz="2400" b="1" u="none" strike="noStrike" dirty="0">
                          <a:solidFill>
                            <a:schemeClr val="lt2"/>
                          </a:solidFill>
                          <a:effectLst/>
                          <a:uFillTx/>
                          <a:latin typeface="Arial"/>
                          <a:ea typeface="Arial"/>
                        </a:rPr>
                        <a:t>Accuracy</a:t>
                      </a:r>
                      <a:endParaRPr lang="en-US" sz="2400" b="0" u="none" strike="noStrike" dirty="0">
                        <a:solidFill>
                          <a:srgbClr val="000000"/>
                        </a:solidFill>
                        <a:effectLst/>
                        <a:uFillTx/>
                        <a:latin typeface="Arial"/>
                      </a:endParaRPr>
                    </a:p>
                  </a:txBody>
                  <a:tcPr anchor="ctr">
                    <a:lnL w="12240">
                      <a:noFill/>
                      <a:prstDash val="solid"/>
                    </a:lnL>
                    <a:lnR w="12240">
                      <a:noFill/>
                      <a:prstDash val="solid"/>
                    </a:lnR>
                    <a:lnT w="38160">
                      <a:solidFill>
                        <a:srgbClr val="9C6114"/>
                      </a:solidFill>
                      <a:prstDash val="solid"/>
                    </a:lnT>
                    <a:lnB w="38160">
                      <a:solidFill>
                        <a:srgbClr val="9C6114"/>
                      </a:solidFill>
                      <a:prstDash val="solid"/>
                    </a:lnB>
                    <a:noFill/>
                  </a:tcPr>
                </a:tc>
                <a:tc>
                  <a:txBody>
                    <a:bodyPr/>
                    <a:lstStyle/>
                    <a:p>
                      <a:pPr algn="ctr">
                        <a:lnSpc>
                          <a:spcPts val="1709"/>
                        </a:lnSpc>
                        <a:spcBef>
                          <a:spcPts val="601"/>
                        </a:spcBef>
                      </a:pPr>
                      <a:r>
                        <a:rPr lang="en-US" sz="2400" b="1" u="none" strike="noStrike">
                          <a:solidFill>
                            <a:schemeClr val="lt2"/>
                          </a:solidFill>
                          <a:effectLst/>
                          <a:uFillTx/>
                          <a:latin typeface="Arial"/>
                          <a:ea typeface="Arial"/>
                        </a:rPr>
                        <a:t>F1</a:t>
                      </a:r>
                      <a:endParaRPr lang="en-US" sz="2400" b="0" u="none" strike="noStrike">
                        <a:solidFill>
                          <a:srgbClr val="000000"/>
                        </a:solidFill>
                        <a:effectLst/>
                        <a:uFillTx/>
                        <a:latin typeface="Arial"/>
                      </a:endParaRPr>
                    </a:p>
                    <a:p>
                      <a:pPr algn="ctr">
                        <a:lnSpc>
                          <a:spcPts val="1709"/>
                        </a:lnSpc>
                        <a:spcBef>
                          <a:spcPts val="601"/>
                        </a:spcBef>
                      </a:pPr>
                      <a:r>
                        <a:rPr lang="en-US" sz="2400" b="1" u="none" strike="noStrike">
                          <a:solidFill>
                            <a:schemeClr val="lt2"/>
                          </a:solidFill>
                          <a:effectLst/>
                          <a:uFillTx/>
                          <a:latin typeface="Arial"/>
                          <a:ea typeface="Arial"/>
                        </a:rPr>
                        <a:t> score </a:t>
                      </a:r>
                      <a:endParaRPr lang="en-US" sz="2400" b="0" u="none" strike="noStrike">
                        <a:solidFill>
                          <a:srgbClr val="000000"/>
                        </a:solidFill>
                        <a:effectLst/>
                        <a:uFillTx/>
                        <a:latin typeface="Arial"/>
                      </a:endParaRPr>
                    </a:p>
                  </a:txBody>
                  <a:tcPr anchor="ctr">
                    <a:lnL w="12240">
                      <a:noFill/>
                      <a:prstDash val="solid"/>
                    </a:lnL>
                    <a:lnR w="12240">
                      <a:noFill/>
                      <a:prstDash val="solid"/>
                    </a:lnR>
                    <a:lnT w="38160">
                      <a:solidFill>
                        <a:srgbClr val="9C6114"/>
                      </a:solidFill>
                      <a:prstDash val="solid"/>
                    </a:lnT>
                    <a:lnB w="38160">
                      <a:solidFill>
                        <a:srgbClr val="9C6114"/>
                      </a:solidFill>
                      <a:prstDash val="solid"/>
                    </a:lnB>
                    <a:noFill/>
                  </a:tcPr>
                </a:tc>
                <a:tc>
                  <a:txBody>
                    <a:bodyPr/>
                    <a:lstStyle/>
                    <a:p>
                      <a:pPr algn="ctr">
                        <a:lnSpc>
                          <a:spcPts val="1709"/>
                        </a:lnSpc>
                        <a:spcBef>
                          <a:spcPts val="601"/>
                        </a:spcBef>
                      </a:pPr>
                      <a:r>
                        <a:rPr lang="en-US" sz="2400" b="1" u="none" strike="noStrike">
                          <a:solidFill>
                            <a:schemeClr val="lt2"/>
                          </a:solidFill>
                          <a:effectLst/>
                          <a:uFillTx/>
                          <a:latin typeface="Arial"/>
                          <a:ea typeface="Arial"/>
                        </a:rPr>
                        <a:t>AUC </a:t>
                      </a:r>
                      <a:endParaRPr lang="en-US" sz="2400" b="0" u="none" strike="noStrike">
                        <a:solidFill>
                          <a:srgbClr val="000000"/>
                        </a:solidFill>
                        <a:effectLst/>
                        <a:uFillTx/>
                        <a:latin typeface="Arial"/>
                      </a:endParaRPr>
                    </a:p>
                  </a:txBody>
                  <a:tcPr anchor="ctr">
                    <a:lnL w="12240">
                      <a:noFill/>
                      <a:prstDash val="solid"/>
                    </a:lnL>
                    <a:lnR w="12240">
                      <a:noFill/>
                      <a:prstDash val="solid"/>
                    </a:lnR>
                    <a:lnT w="38160">
                      <a:solidFill>
                        <a:srgbClr val="9C6114"/>
                      </a:solidFill>
                      <a:prstDash val="solid"/>
                    </a:lnT>
                    <a:lnB w="38160">
                      <a:solidFill>
                        <a:srgbClr val="9C6114"/>
                      </a:solidFill>
                      <a:prstDash val="solid"/>
                    </a:lnB>
                    <a:noFill/>
                  </a:tcPr>
                </a:tc>
                <a:extLst>
                  <a:ext uri="{0D108BD9-81ED-4DB2-BD59-A6C34878D82A}">
                    <a16:rowId xmlns:a16="http://schemas.microsoft.com/office/drawing/2014/main" val="10000"/>
                  </a:ext>
                </a:extLst>
              </a:tr>
              <a:tr h="1184400">
                <a:tc>
                  <a:txBody>
                    <a:bodyPr/>
                    <a:lstStyle/>
                    <a:p>
                      <a:pPr algn="ctr">
                        <a:lnSpc>
                          <a:spcPts val="1709"/>
                        </a:lnSpc>
                        <a:spcBef>
                          <a:spcPts val="601"/>
                        </a:spcBef>
                      </a:pPr>
                      <a:r>
                        <a:rPr lang="en-US" sz="2400" b="1" u="none" strike="noStrike">
                          <a:solidFill>
                            <a:schemeClr val="lt2"/>
                          </a:solidFill>
                          <a:effectLst/>
                          <a:uFillTx/>
                          <a:latin typeface="Arial"/>
                          <a:ea typeface="Arial"/>
                        </a:rPr>
                        <a:t>BP </a:t>
                      </a:r>
                      <a:endParaRPr lang="en-US" sz="2400" b="0" u="none" strike="noStrike">
                        <a:solidFill>
                          <a:srgbClr val="000000"/>
                        </a:solidFill>
                        <a:effectLst/>
                        <a:uFillTx/>
                        <a:latin typeface="Arial"/>
                      </a:endParaRPr>
                    </a:p>
                  </a:txBody>
                  <a:tcPr anchor="ctr">
                    <a:lnL w="12240">
                      <a:noFill/>
                      <a:prstDash val="solid"/>
                    </a:lnL>
                    <a:lnR w="12240">
                      <a:noFill/>
                      <a:prstDash val="solid"/>
                    </a:lnR>
                    <a:lnT w="38160">
                      <a:solidFill>
                        <a:srgbClr val="9C6114"/>
                      </a:solidFill>
                      <a:prstDash val="solid"/>
                    </a:lnT>
                    <a:lnB w="38160">
                      <a:noFill/>
                      <a:prstDash val="solid"/>
                    </a:lnB>
                    <a:noFill/>
                  </a:tcPr>
                </a:tc>
                <a:tc>
                  <a:txBody>
                    <a:bodyPr/>
                    <a:lstStyle/>
                    <a:p>
                      <a:pPr algn="ctr">
                        <a:lnSpc>
                          <a:spcPts val="1709"/>
                        </a:lnSpc>
                        <a:spcBef>
                          <a:spcPts val="601"/>
                        </a:spcBef>
                      </a:pPr>
                      <a:r>
                        <a:rPr lang="en" sz="2400" b="0" u="none" strike="noStrike">
                          <a:solidFill>
                            <a:schemeClr val="lt2"/>
                          </a:solidFill>
                          <a:effectLst/>
                          <a:uFillTx/>
                          <a:latin typeface="Arial"/>
                          <a:ea typeface="Arial"/>
                        </a:rPr>
                        <a:t>0.82 </a:t>
                      </a:r>
                      <a:endParaRPr lang="en-US" sz="2400" b="0" u="none" strike="noStrike">
                        <a:solidFill>
                          <a:srgbClr val="000000"/>
                        </a:solidFill>
                        <a:effectLst/>
                        <a:uFillTx/>
                        <a:latin typeface="Arial"/>
                      </a:endParaRPr>
                    </a:p>
                  </a:txBody>
                  <a:tcPr anchor="ctr">
                    <a:lnL w="12240">
                      <a:noFill/>
                      <a:prstDash val="solid"/>
                    </a:lnL>
                    <a:lnR w="12240">
                      <a:noFill/>
                      <a:prstDash val="solid"/>
                    </a:lnR>
                    <a:lnT w="38160">
                      <a:solidFill>
                        <a:srgbClr val="9C6114"/>
                      </a:solidFill>
                      <a:prstDash val="solid"/>
                    </a:lnT>
                    <a:lnB w="38160">
                      <a:noFill/>
                      <a:prstDash val="solid"/>
                    </a:lnB>
                    <a:noFill/>
                  </a:tcPr>
                </a:tc>
                <a:tc>
                  <a:txBody>
                    <a:bodyPr/>
                    <a:lstStyle/>
                    <a:p>
                      <a:pPr algn="ctr">
                        <a:lnSpc>
                          <a:spcPts val="1709"/>
                        </a:lnSpc>
                        <a:spcBef>
                          <a:spcPts val="601"/>
                        </a:spcBef>
                      </a:pPr>
                      <a:r>
                        <a:rPr lang="en" sz="2400" b="0" u="none" strike="noStrike">
                          <a:solidFill>
                            <a:schemeClr val="lt2"/>
                          </a:solidFill>
                          <a:effectLst/>
                          <a:uFillTx/>
                          <a:latin typeface="Arial"/>
                          <a:ea typeface="Arial"/>
                        </a:rPr>
                        <a:t>0.80 </a:t>
                      </a:r>
                      <a:endParaRPr lang="en-US" sz="2400" b="0" u="none" strike="noStrike">
                        <a:solidFill>
                          <a:srgbClr val="000000"/>
                        </a:solidFill>
                        <a:effectLst/>
                        <a:uFillTx/>
                        <a:latin typeface="Arial"/>
                      </a:endParaRPr>
                    </a:p>
                  </a:txBody>
                  <a:tcPr anchor="ctr">
                    <a:lnL w="12240">
                      <a:noFill/>
                      <a:prstDash val="solid"/>
                    </a:lnL>
                    <a:lnR w="12240">
                      <a:noFill/>
                      <a:prstDash val="solid"/>
                    </a:lnR>
                    <a:lnT w="38160">
                      <a:solidFill>
                        <a:srgbClr val="9C6114"/>
                      </a:solidFill>
                      <a:prstDash val="solid"/>
                    </a:lnT>
                    <a:lnB w="38160">
                      <a:noFill/>
                      <a:prstDash val="solid"/>
                    </a:lnB>
                    <a:noFill/>
                  </a:tcPr>
                </a:tc>
                <a:tc>
                  <a:txBody>
                    <a:bodyPr/>
                    <a:lstStyle/>
                    <a:p>
                      <a:pPr algn="ctr">
                        <a:lnSpc>
                          <a:spcPts val="1709"/>
                        </a:lnSpc>
                        <a:spcBef>
                          <a:spcPts val="601"/>
                        </a:spcBef>
                      </a:pPr>
                      <a:r>
                        <a:rPr lang="en" sz="2400" b="0" u="none" strike="noStrike">
                          <a:solidFill>
                            <a:schemeClr val="lt2"/>
                          </a:solidFill>
                          <a:effectLst/>
                          <a:uFillTx/>
                          <a:latin typeface="Arial"/>
                          <a:ea typeface="Arial"/>
                        </a:rPr>
                        <a:t>0.91 </a:t>
                      </a:r>
                      <a:endParaRPr lang="en-US" sz="2400" b="0" u="none" strike="noStrike">
                        <a:solidFill>
                          <a:srgbClr val="000000"/>
                        </a:solidFill>
                        <a:effectLst/>
                        <a:uFillTx/>
                        <a:latin typeface="Arial"/>
                      </a:endParaRPr>
                    </a:p>
                  </a:txBody>
                  <a:tcPr anchor="ctr">
                    <a:lnL w="12240">
                      <a:noFill/>
                      <a:prstDash val="solid"/>
                    </a:lnL>
                    <a:lnR w="12240">
                      <a:noFill/>
                      <a:prstDash val="solid"/>
                    </a:lnR>
                    <a:lnT w="38160">
                      <a:solidFill>
                        <a:srgbClr val="9C6114"/>
                      </a:solidFill>
                      <a:prstDash val="solid"/>
                    </a:lnT>
                    <a:lnB w="38160">
                      <a:noFill/>
                      <a:prstDash val="solid"/>
                    </a:lnB>
                    <a:noFill/>
                  </a:tcPr>
                </a:tc>
                <a:extLst>
                  <a:ext uri="{0D108BD9-81ED-4DB2-BD59-A6C34878D82A}">
                    <a16:rowId xmlns:a16="http://schemas.microsoft.com/office/drawing/2014/main" val="10001"/>
                  </a:ext>
                </a:extLst>
              </a:tr>
              <a:tr h="790560">
                <a:tc>
                  <a:txBody>
                    <a:bodyPr/>
                    <a:lstStyle/>
                    <a:p>
                      <a:pPr algn="ctr">
                        <a:lnSpc>
                          <a:spcPts val="1709"/>
                        </a:lnSpc>
                        <a:spcBef>
                          <a:spcPts val="601"/>
                        </a:spcBef>
                      </a:pPr>
                      <a:r>
                        <a:rPr lang="en-US" sz="2400" b="1" u="none" strike="noStrike">
                          <a:solidFill>
                            <a:schemeClr val="lt2"/>
                          </a:solidFill>
                          <a:effectLst/>
                          <a:uFillTx/>
                          <a:latin typeface="Arial"/>
                          <a:ea typeface="Arial"/>
                        </a:rPr>
                        <a:t>FF </a:t>
                      </a:r>
                      <a:endParaRPr lang="en-US" sz="2400" b="0" u="none" strike="noStrike">
                        <a:solidFill>
                          <a:srgbClr val="000000"/>
                        </a:solidFill>
                        <a:effectLst/>
                        <a:uFillTx/>
                        <a:latin typeface="Arial"/>
                      </a:endParaRPr>
                    </a:p>
                  </a:txBody>
                  <a:tcPr anchor="ctr">
                    <a:lnL w="12240">
                      <a:noFill/>
                      <a:prstDash val="solid"/>
                    </a:lnL>
                    <a:lnR w="12240">
                      <a:noFill/>
                      <a:prstDash val="solid"/>
                    </a:lnR>
                    <a:lnT w="12240">
                      <a:noFill/>
                      <a:prstDash val="solid"/>
                    </a:lnT>
                    <a:lnB w="38160">
                      <a:solidFill>
                        <a:srgbClr val="9C6114"/>
                      </a:solidFill>
                      <a:prstDash val="solid"/>
                    </a:lnB>
                    <a:noFill/>
                  </a:tcPr>
                </a:tc>
                <a:tc>
                  <a:txBody>
                    <a:bodyPr/>
                    <a:lstStyle/>
                    <a:p>
                      <a:pPr algn="ctr">
                        <a:lnSpc>
                          <a:spcPts val="1709"/>
                        </a:lnSpc>
                        <a:spcBef>
                          <a:spcPts val="601"/>
                        </a:spcBef>
                      </a:pPr>
                      <a:r>
                        <a:rPr lang="en" sz="2400" b="0" u="none" strike="noStrike">
                          <a:solidFill>
                            <a:schemeClr val="lt2"/>
                          </a:solidFill>
                          <a:effectLst/>
                          <a:uFillTx/>
                          <a:latin typeface="Arial"/>
                          <a:ea typeface="Arial"/>
                        </a:rPr>
                        <a:t>0.77 </a:t>
                      </a:r>
                      <a:endParaRPr lang="en-US" sz="2400" b="0" u="none" strike="noStrike">
                        <a:solidFill>
                          <a:srgbClr val="000000"/>
                        </a:solidFill>
                        <a:effectLst/>
                        <a:uFillTx/>
                        <a:latin typeface="Arial"/>
                      </a:endParaRPr>
                    </a:p>
                  </a:txBody>
                  <a:tcPr anchor="ctr">
                    <a:lnL w="12240">
                      <a:noFill/>
                      <a:prstDash val="solid"/>
                    </a:lnL>
                    <a:lnR w="12240">
                      <a:noFill/>
                      <a:prstDash val="solid"/>
                    </a:lnR>
                    <a:lnT w="12240">
                      <a:noFill/>
                      <a:prstDash val="solid"/>
                    </a:lnT>
                    <a:lnB w="38160">
                      <a:solidFill>
                        <a:srgbClr val="9C6114"/>
                      </a:solidFill>
                      <a:prstDash val="solid"/>
                    </a:lnB>
                    <a:noFill/>
                  </a:tcPr>
                </a:tc>
                <a:tc>
                  <a:txBody>
                    <a:bodyPr/>
                    <a:lstStyle/>
                    <a:p>
                      <a:pPr algn="ctr">
                        <a:lnSpc>
                          <a:spcPts val="1709"/>
                        </a:lnSpc>
                        <a:spcBef>
                          <a:spcPts val="601"/>
                        </a:spcBef>
                      </a:pPr>
                      <a:r>
                        <a:rPr lang="en" sz="2400" b="0" u="none" strike="noStrike">
                          <a:solidFill>
                            <a:schemeClr val="lt2"/>
                          </a:solidFill>
                          <a:effectLst/>
                          <a:uFillTx/>
                          <a:latin typeface="Arial"/>
                          <a:ea typeface="Arial"/>
                        </a:rPr>
                        <a:t>0.74 </a:t>
                      </a:r>
                      <a:endParaRPr lang="en-US" sz="2400" b="0" u="none" strike="noStrike">
                        <a:solidFill>
                          <a:srgbClr val="000000"/>
                        </a:solidFill>
                        <a:effectLst/>
                        <a:uFillTx/>
                        <a:latin typeface="Arial"/>
                      </a:endParaRPr>
                    </a:p>
                  </a:txBody>
                  <a:tcPr anchor="ctr">
                    <a:lnL w="12240">
                      <a:noFill/>
                      <a:prstDash val="solid"/>
                    </a:lnL>
                    <a:lnR w="12240">
                      <a:noFill/>
                      <a:prstDash val="solid"/>
                    </a:lnR>
                    <a:lnT w="12240">
                      <a:noFill/>
                      <a:prstDash val="solid"/>
                    </a:lnT>
                    <a:lnB w="38160">
                      <a:solidFill>
                        <a:srgbClr val="9C6114"/>
                      </a:solidFill>
                      <a:prstDash val="solid"/>
                    </a:lnB>
                    <a:noFill/>
                  </a:tcPr>
                </a:tc>
                <a:tc>
                  <a:txBody>
                    <a:bodyPr/>
                    <a:lstStyle/>
                    <a:p>
                      <a:pPr algn="ctr">
                        <a:lnSpc>
                          <a:spcPts val="1709"/>
                        </a:lnSpc>
                        <a:spcBef>
                          <a:spcPts val="601"/>
                        </a:spcBef>
                      </a:pPr>
                      <a:r>
                        <a:rPr lang="en" sz="2400" b="0" u="none" strike="noStrike" dirty="0">
                          <a:solidFill>
                            <a:schemeClr val="lt2"/>
                          </a:solidFill>
                          <a:effectLst/>
                          <a:uFillTx/>
                          <a:latin typeface="Arial"/>
                          <a:ea typeface="Arial"/>
                        </a:rPr>
                        <a:t>0.88 </a:t>
                      </a:r>
                      <a:endParaRPr lang="en-US" sz="2400" b="0" u="none" strike="noStrike" dirty="0">
                        <a:solidFill>
                          <a:srgbClr val="000000"/>
                        </a:solidFill>
                        <a:effectLst/>
                        <a:uFillTx/>
                        <a:latin typeface="Arial"/>
                      </a:endParaRPr>
                    </a:p>
                  </a:txBody>
                  <a:tcPr anchor="ctr">
                    <a:lnL w="12240">
                      <a:noFill/>
                      <a:prstDash val="solid"/>
                    </a:lnL>
                    <a:lnR w="12240">
                      <a:noFill/>
                      <a:prstDash val="solid"/>
                    </a:lnR>
                    <a:lnT w="12240">
                      <a:noFill/>
                      <a:prstDash val="solid"/>
                    </a:lnT>
                    <a:lnB w="38160">
                      <a:solidFill>
                        <a:srgbClr val="9C6114"/>
                      </a:solidFill>
                      <a:prstDash val="solid"/>
                    </a:lnB>
                    <a:noFill/>
                  </a:tcPr>
                </a:tc>
                <a:extLst>
                  <a:ext uri="{0D108BD9-81ED-4DB2-BD59-A6C34878D82A}">
                    <a16:rowId xmlns:a16="http://schemas.microsoft.com/office/drawing/2014/main" val="10002"/>
                  </a:ext>
                </a:extLst>
              </a:tr>
            </a:tbl>
          </a:graphicData>
        </a:graphic>
      </p:graphicFrame>
      <p:graphicFrame>
        <p:nvGraphicFramePr>
          <p:cNvPr id="6" name="Table 4">
            <a:extLst>
              <a:ext uri="{FF2B5EF4-FFF2-40B4-BE49-F238E27FC236}">
                <a16:creationId xmlns:a16="http://schemas.microsoft.com/office/drawing/2014/main" id="{BEBBD789-5162-E21F-5355-E6C3207B2443}"/>
              </a:ext>
            </a:extLst>
          </p:cNvPr>
          <p:cNvGraphicFramePr/>
          <p:nvPr>
            <p:extLst>
              <p:ext uri="{D42A27DB-BD31-4B8C-83A1-F6EECF244321}">
                <p14:modId xmlns:p14="http://schemas.microsoft.com/office/powerpoint/2010/main" val="3497328736"/>
              </p:ext>
            </p:extLst>
          </p:nvPr>
        </p:nvGraphicFramePr>
        <p:xfrm>
          <a:off x="6204216" y="2229840"/>
          <a:ext cx="5326193" cy="3044160"/>
        </p:xfrm>
        <a:graphic>
          <a:graphicData uri="http://schemas.openxmlformats.org/drawingml/2006/table">
            <a:tbl>
              <a:tblPr/>
              <a:tblGrid>
                <a:gridCol w="1104892">
                  <a:extLst>
                    <a:ext uri="{9D8B030D-6E8A-4147-A177-3AD203B41FA5}">
                      <a16:colId xmlns:a16="http://schemas.microsoft.com/office/drawing/2014/main" val="20000"/>
                    </a:ext>
                  </a:extLst>
                </a:gridCol>
                <a:gridCol w="1558017">
                  <a:extLst>
                    <a:ext uri="{9D8B030D-6E8A-4147-A177-3AD203B41FA5}">
                      <a16:colId xmlns:a16="http://schemas.microsoft.com/office/drawing/2014/main" val="20001"/>
                    </a:ext>
                  </a:extLst>
                </a:gridCol>
                <a:gridCol w="1331642">
                  <a:extLst>
                    <a:ext uri="{9D8B030D-6E8A-4147-A177-3AD203B41FA5}">
                      <a16:colId xmlns:a16="http://schemas.microsoft.com/office/drawing/2014/main" val="20002"/>
                    </a:ext>
                  </a:extLst>
                </a:gridCol>
                <a:gridCol w="1331642">
                  <a:extLst>
                    <a:ext uri="{9D8B030D-6E8A-4147-A177-3AD203B41FA5}">
                      <a16:colId xmlns:a16="http://schemas.microsoft.com/office/drawing/2014/main" val="20003"/>
                    </a:ext>
                  </a:extLst>
                </a:gridCol>
              </a:tblGrid>
              <a:tr h="1069200">
                <a:tc>
                  <a:txBody>
                    <a:bodyPr/>
                    <a:lstStyle/>
                    <a:p>
                      <a:pPr algn="ctr">
                        <a:lnSpc>
                          <a:spcPts val="1709"/>
                        </a:lnSpc>
                        <a:spcBef>
                          <a:spcPts val="601"/>
                        </a:spcBef>
                      </a:pPr>
                      <a:r>
                        <a:rPr lang="en-US" sz="2400" b="1" u="none" strike="noStrike">
                          <a:solidFill>
                            <a:schemeClr val="lt2"/>
                          </a:solidFill>
                          <a:effectLst/>
                          <a:uFillTx/>
                          <a:latin typeface="Arial"/>
                          <a:ea typeface="Arial"/>
                        </a:rPr>
                        <a:t>Model </a:t>
                      </a:r>
                      <a:endParaRPr lang="en-US" sz="2400" b="0" u="none" strike="noStrike">
                        <a:solidFill>
                          <a:srgbClr val="000000"/>
                        </a:solidFill>
                        <a:effectLst/>
                        <a:uFillTx/>
                        <a:latin typeface="Arial"/>
                      </a:endParaRPr>
                    </a:p>
                  </a:txBody>
                  <a:tcPr anchor="ctr">
                    <a:lnL w="12240">
                      <a:noFill/>
                      <a:prstDash val="solid"/>
                    </a:lnL>
                    <a:lnR w="12240">
                      <a:noFill/>
                      <a:prstDash val="solid"/>
                    </a:lnR>
                    <a:lnT w="38160">
                      <a:solidFill>
                        <a:srgbClr val="9C6114"/>
                      </a:solidFill>
                      <a:prstDash val="solid"/>
                    </a:lnT>
                    <a:lnB w="38160">
                      <a:solidFill>
                        <a:srgbClr val="9C6114"/>
                      </a:solidFill>
                      <a:prstDash val="solid"/>
                    </a:lnB>
                    <a:noFill/>
                  </a:tcPr>
                </a:tc>
                <a:tc>
                  <a:txBody>
                    <a:bodyPr/>
                    <a:lstStyle/>
                    <a:p>
                      <a:pPr algn="ctr">
                        <a:lnSpc>
                          <a:spcPts val="1709"/>
                        </a:lnSpc>
                        <a:spcBef>
                          <a:spcPts val="601"/>
                        </a:spcBef>
                      </a:pPr>
                      <a:r>
                        <a:rPr lang="en-US" sz="2400" b="1" u="none" strike="noStrike" dirty="0">
                          <a:solidFill>
                            <a:schemeClr val="lt2"/>
                          </a:solidFill>
                          <a:effectLst/>
                          <a:uFillTx/>
                          <a:latin typeface="Arial"/>
                          <a:ea typeface="Arial"/>
                        </a:rPr>
                        <a:t>Accuracy</a:t>
                      </a:r>
                      <a:endParaRPr lang="en-US" sz="2400" b="0" u="none" strike="noStrike" dirty="0">
                        <a:solidFill>
                          <a:srgbClr val="000000"/>
                        </a:solidFill>
                        <a:effectLst/>
                        <a:uFillTx/>
                        <a:latin typeface="Arial"/>
                      </a:endParaRPr>
                    </a:p>
                  </a:txBody>
                  <a:tcPr anchor="ctr">
                    <a:lnL w="12240">
                      <a:noFill/>
                      <a:prstDash val="solid"/>
                    </a:lnL>
                    <a:lnR w="12240">
                      <a:noFill/>
                      <a:prstDash val="solid"/>
                    </a:lnR>
                    <a:lnT w="38160">
                      <a:solidFill>
                        <a:srgbClr val="9C6114"/>
                      </a:solidFill>
                      <a:prstDash val="solid"/>
                    </a:lnT>
                    <a:lnB w="38160">
                      <a:solidFill>
                        <a:srgbClr val="9C6114"/>
                      </a:solidFill>
                      <a:prstDash val="solid"/>
                    </a:lnB>
                    <a:noFill/>
                  </a:tcPr>
                </a:tc>
                <a:tc>
                  <a:txBody>
                    <a:bodyPr/>
                    <a:lstStyle/>
                    <a:p>
                      <a:pPr algn="ctr">
                        <a:lnSpc>
                          <a:spcPts val="1709"/>
                        </a:lnSpc>
                        <a:spcBef>
                          <a:spcPts val="601"/>
                        </a:spcBef>
                      </a:pPr>
                      <a:r>
                        <a:rPr lang="en-US" sz="2400" b="1" u="none" strike="noStrike">
                          <a:solidFill>
                            <a:schemeClr val="lt2"/>
                          </a:solidFill>
                          <a:effectLst/>
                          <a:uFillTx/>
                          <a:latin typeface="Arial"/>
                          <a:ea typeface="Arial"/>
                        </a:rPr>
                        <a:t>F1</a:t>
                      </a:r>
                      <a:endParaRPr lang="en-US" sz="2400" b="0" u="none" strike="noStrike">
                        <a:solidFill>
                          <a:srgbClr val="000000"/>
                        </a:solidFill>
                        <a:effectLst/>
                        <a:uFillTx/>
                        <a:latin typeface="Arial"/>
                      </a:endParaRPr>
                    </a:p>
                    <a:p>
                      <a:pPr algn="ctr">
                        <a:lnSpc>
                          <a:spcPts val="1709"/>
                        </a:lnSpc>
                        <a:spcBef>
                          <a:spcPts val="601"/>
                        </a:spcBef>
                      </a:pPr>
                      <a:r>
                        <a:rPr lang="en-US" sz="2400" b="1" u="none" strike="noStrike">
                          <a:solidFill>
                            <a:schemeClr val="lt2"/>
                          </a:solidFill>
                          <a:effectLst/>
                          <a:uFillTx/>
                          <a:latin typeface="Arial"/>
                          <a:ea typeface="Arial"/>
                        </a:rPr>
                        <a:t> score </a:t>
                      </a:r>
                      <a:endParaRPr lang="en-US" sz="2400" b="0" u="none" strike="noStrike">
                        <a:solidFill>
                          <a:srgbClr val="000000"/>
                        </a:solidFill>
                        <a:effectLst/>
                        <a:uFillTx/>
                        <a:latin typeface="Arial"/>
                      </a:endParaRPr>
                    </a:p>
                  </a:txBody>
                  <a:tcPr anchor="ctr">
                    <a:lnL w="12240">
                      <a:noFill/>
                      <a:prstDash val="solid"/>
                    </a:lnL>
                    <a:lnR w="12240">
                      <a:noFill/>
                      <a:prstDash val="solid"/>
                    </a:lnR>
                    <a:lnT w="38160">
                      <a:solidFill>
                        <a:srgbClr val="9C6114"/>
                      </a:solidFill>
                      <a:prstDash val="solid"/>
                    </a:lnT>
                    <a:lnB w="38160">
                      <a:solidFill>
                        <a:srgbClr val="9C6114"/>
                      </a:solidFill>
                      <a:prstDash val="solid"/>
                    </a:lnB>
                    <a:noFill/>
                  </a:tcPr>
                </a:tc>
                <a:tc>
                  <a:txBody>
                    <a:bodyPr/>
                    <a:lstStyle/>
                    <a:p>
                      <a:pPr algn="ctr">
                        <a:lnSpc>
                          <a:spcPts val="1709"/>
                        </a:lnSpc>
                        <a:spcBef>
                          <a:spcPts val="601"/>
                        </a:spcBef>
                      </a:pPr>
                      <a:r>
                        <a:rPr lang="en-US" sz="2400" b="1" u="none" strike="noStrike">
                          <a:solidFill>
                            <a:schemeClr val="lt2"/>
                          </a:solidFill>
                          <a:effectLst/>
                          <a:uFillTx/>
                          <a:latin typeface="Arial"/>
                          <a:ea typeface="Arial"/>
                        </a:rPr>
                        <a:t>AUC </a:t>
                      </a:r>
                      <a:endParaRPr lang="en-US" sz="2400" b="0" u="none" strike="noStrike">
                        <a:solidFill>
                          <a:srgbClr val="000000"/>
                        </a:solidFill>
                        <a:effectLst/>
                        <a:uFillTx/>
                        <a:latin typeface="Arial"/>
                      </a:endParaRPr>
                    </a:p>
                  </a:txBody>
                  <a:tcPr anchor="ctr">
                    <a:lnL w="12240">
                      <a:noFill/>
                      <a:prstDash val="solid"/>
                    </a:lnL>
                    <a:lnR w="12240">
                      <a:noFill/>
                      <a:prstDash val="solid"/>
                    </a:lnR>
                    <a:lnT w="38160">
                      <a:solidFill>
                        <a:srgbClr val="9C6114"/>
                      </a:solidFill>
                      <a:prstDash val="solid"/>
                    </a:lnT>
                    <a:lnB w="38160">
                      <a:solidFill>
                        <a:srgbClr val="9C6114"/>
                      </a:solidFill>
                      <a:prstDash val="solid"/>
                    </a:lnB>
                    <a:noFill/>
                  </a:tcPr>
                </a:tc>
                <a:extLst>
                  <a:ext uri="{0D108BD9-81ED-4DB2-BD59-A6C34878D82A}">
                    <a16:rowId xmlns:a16="http://schemas.microsoft.com/office/drawing/2014/main" val="10000"/>
                  </a:ext>
                </a:extLst>
              </a:tr>
              <a:tr h="1184400">
                <a:tc>
                  <a:txBody>
                    <a:bodyPr/>
                    <a:lstStyle/>
                    <a:p>
                      <a:pPr algn="ctr">
                        <a:lnSpc>
                          <a:spcPts val="1709"/>
                        </a:lnSpc>
                        <a:spcBef>
                          <a:spcPts val="601"/>
                        </a:spcBef>
                      </a:pPr>
                      <a:r>
                        <a:rPr lang="en-US" sz="2400" b="1" u="none" strike="noStrike">
                          <a:solidFill>
                            <a:schemeClr val="lt2"/>
                          </a:solidFill>
                          <a:effectLst/>
                          <a:uFillTx/>
                          <a:latin typeface="Arial"/>
                          <a:ea typeface="Arial"/>
                        </a:rPr>
                        <a:t>BP </a:t>
                      </a:r>
                      <a:endParaRPr lang="en-US" sz="2400" b="0" u="none" strike="noStrike">
                        <a:solidFill>
                          <a:srgbClr val="000000"/>
                        </a:solidFill>
                        <a:effectLst/>
                        <a:uFillTx/>
                        <a:latin typeface="Arial"/>
                      </a:endParaRPr>
                    </a:p>
                  </a:txBody>
                  <a:tcPr anchor="ctr">
                    <a:lnL w="12240">
                      <a:noFill/>
                      <a:prstDash val="solid"/>
                    </a:lnL>
                    <a:lnR w="12240">
                      <a:noFill/>
                      <a:prstDash val="solid"/>
                    </a:lnR>
                    <a:lnT w="38160">
                      <a:solidFill>
                        <a:srgbClr val="9C6114"/>
                      </a:solidFill>
                      <a:prstDash val="solid"/>
                    </a:lnT>
                    <a:lnB w="38160">
                      <a:noFill/>
                      <a:prstDash val="solid"/>
                    </a:lnB>
                    <a:noFill/>
                  </a:tcPr>
                </a:tc>
                <a:tc>
                  <a:txBody>
                    <a:bodyPr/>
                    <a:lstStyle/>
                    <a:p>
                      <a:pPr algn="ctr">
                        <a:lnSpc>
                          <a:spcPts val="1709"/>
                        </a:lnSpc>
                        <a:spcBef>
                          <a:spcPts val="601"/>
                        </a:spcBef>
                      </a:pPr>
                      <a:r>
                        <a:rPr lang="en-US" sz="2400" b="0" u="none" strike="noStrike" kern="1200" dirty="0">
                          <a:solidFill>
                            <a:schemeClr val="lt2"/>
                          </a:solidFill>
                          <a:effectLst/>
                          <a:uFillTx/>
                          <a:latin typeface="Arial"/>
                          <a:cs typeface="+mn-cs"/>
                        </a:rPr>
                        <a:t>0.72</a:t>
                      </a:r>
                    </a:p>
                  </a:txBody>
                  <a:tcPr anchor="ctr">
                    <a:lnL w="12240">
                      <a:noFill/>
                      <a:prstDash val="solid"/>
                    </a:lnL>
                    <a:lnR w="12240">
                      <a:noFill/>
                      <a:prstDash val="solid"/>
                    </a:lnR>
                    <a:lnT w="38160">
                      <a:solidFill>
                        <a:srgbClr val="9C6114"/>
                      </a:solidFill>
                      <a:prstDash val="solid"/>
                    </a:lnT>
                    <a:lnB w="38160">
                      <a:noFill/>
                      <a:prstDash val="solid"/>
                    </a:lnB>
                    <a:noFill/>
                  </a:tcPr>
                </a:tc>
                <a:tc>
                  <a:txBody>
                    <a:bodyPr/>
                    <a:lstStyle/>
                    <a:p>
                      <a:pPr algn="ctr">
                        <a:lnSpc>
                          <a:spcPts val="1709"/>
                        </a:lnSpc>
                        <a:spcBef>
                          <a:spcPts val="601"/>
                        </a:spcBef>
                      </a:pPr>
                      <a:r>
                        <a:rPr lang="en" sz="2400" b="0" u="none" strike="noStrike" kern="1200" dirty="0">
                          <a:solidFill>
                            <a:schemeClr val="lt2"/>
                          </a:solidFill>
                          <a:effectLst/>
                          <a:uFillTx/>
                          <a:latin typeface="Arial"/>
                          <a:ea typeface="Arial"/>
                          <a:cs typeface="+mn-cs"/>
                        </a:rPr>
                        <a:t>0.64 </a:t>
                      </a:r>
                      <a:endParaRPr lang="en-US" sz="2400" b="0" u="none" strike="noStrike" kern="1200" dirty="0">
                        <a:solidFill>
                          <a:schemeClr val="lt2"/>
                        </a:solidFill>
                        <a:effectLst/>
                        <a:uFillTx/>
                        <a:latin typeface="Arial"/>
                        <a:cs typeface="+mn-cs"/>
                      </a:endParaRPr>
                    </a:p>
                  </a:txBody>
                  <a:tcPr anchor="ctr">
                    <a:lnL w="12240">
                      <a:noFill/>
                      <a:prstDash val="solid"/>
                    </a:lnL>
                    <a:lnR w="12240">
                      <a:noFill/>
                      <a:prstDash val="solid"/>
                    </a:lnR>
                    <a:lnT w="38160">
                      <a:solidFill>
                        <a:srgbClr val="9C6114"/>
                      </a:solidFill>
                      <a:prstDash val="solid"/>
                    </a:lnT>
                    <a:lnB w="38160">
                      <a:noFill/>
                      <a:prstDash val="solid"/>
                    </a:lnB>
                    <a:noFill/>
                  </a:tcPr>
                </a:tc>
                <a:tc>
                  <a:txBody>
                    <a:bodyPr/>
                    <a:lstStyle/>
                    <a:p>
                      <a:pPr algn="ctr">
                        <a:lnSpc>
                          <a:spcPts val="1709"/>
                        </a:lnSpc>
                        <a:spcBef>
                          <a:spcPts val="601"/>
                        </a:spcBef>
                      </a:pPr>
                      <a:r>
                        <a:rPr lang="en-US" sz="2400" b="0" u="none" strike="noStrike" kern="1200" dirty="0">
                          <a:solidFill>
                            <a:schemeClr val="lt2"/>
                          </a:solidFill>
                          <a:effectLst/>
                          <a:uFillTx/>
                          <a:latin typeface="Arial"/>
                          <a:cs typeface="+mn-cs"/>
                        </a:rPr>
                        <a:t>0.83</a:t>
                      </a:r>
                    </a:p>
                  </a:txBody>
                  <a:tcPr anchor="ctr">
                    <a:lnL w="12240">
                      <a:noFill/>
                      <a:prstDash val="solid"/>
                    </a:lnL>
                    <a:lnR w="12240">
                      <a:noFill/>
                      <a:prstDash val="solid"/>
                    </a:lnR>
                    <a:lnT w="38160">
                      <a:solidFill>
                        <a:srgbClr val="9C6114"/>
                      </a:solidFill>
                      <a:prstDash val="solid"/>
                    </a:lnT>
                    <a:lnB w="38160">
                      <a:noFill/>
                      <a:prstDash val="solid"/>
                    </a:lnB>
                    <a:noFill/>
                  </a:tcPr>
                </a:tc>
                <a:extLst>
                  <a:ext uri="{0D108BD9-81ED-4DB2-BD59-A6C34878D82A}">
                    <a16:rowId xmlns:a16="http://schemas.microsoft.com/office/drawing/2014/main" val="10001"/>
                  </a:ext>
                </a:extLst>
              </a:tr>
              <a:tr h="790560">
                <a:tc>
                  <a:txBody>
                    <a:bodyPr/>
                    <a:lstStyle/>
                    <a:p>
                      <a:pPr algn="ctr">
                        <a:lnSpc>
                          <a:spcPts val="1709"/>
                        </a:lnSpc>
                        <a:spcBef>
                          <a:spcPts val="601"/>
                        </a:spcBef>
                      </a:pPr>
                      <a:r>
                        <a:rPr lang="en-US" sz="2400" b="1" u="none" strike="noStrike">
                          <a:solidFill>
                            <a:schemeClr val="lt2"/>
                          </a:solidFill>
                          <a:effectLst/>
                          <a:uFillTx/>
                          <a:latin typeface="Arial"/>
                          <a:ea typeface="Arial"/>
                        </a:rPr>
                        <a:t>FF </a:t>
                      </a:r>
                      <a:endParaRPr lang="en-US" sz="2400" b="0" u="none" strike="noStrike">
                        <a:solidFill>
                          <a:srgbClr val="000000"/>
                        </a:solidFill>
                        <a:effectLst/>
                        <a:uFillTx/>
                        <a:latin typeface="Arial"/>
                      </a:endParaRPr>
                    </a:p>
                  </a:txBody>
                  <a:tcPr anchor="ctr">
                    <a:lnL w="12240">
                      <a:noFill/>
                      <a:prstDash val="solid"/>
                    </a:lnL>
                    <a:lnR w="12240">
                      <a:noFill/>
                      <a:prstDash val="solid"/>
                    </a:lnR>
                    <a:lnT w="12240">
                      <a:noFill/>
                      <a:prstDash val="solid"/>
                    </a:lnT>
                    <a:lnB w="38160">
                      <a:solidFill>
                        <a:srgbClr val="9C6114"/>
                      </a:solidFill>
                      <a:prstDash val="solid"/>
                    </a:lnB>
                    <a:noFill/>
                  </a:tcPr>
                </a:tc>
                <a:tc>
                  <a:txBody>
                    <a:bodyPr/>
                    <a:lstStyle/>
                    <a:p>
                      <a:pPr algn="ctr">
                        <a:lnSpc>
                          <a:spcPts val="1709"/>
                        </a:lnSpc>
                        <a:spcBef>
                          <a:spcPts val="601"/>
                        </a:spcBef>
                      </a:pPr>
                      <a:r>
                        <a:rPr lang="en-US" sz="2400" b="0" u="none" strike="noStrike" kern="1200" dirty="0">
                          <a:solidFill>
                            <a:schemeClr val="lt2"/>
                          </a:solidFill>
                          <a:effectLst/>
                          <a:uFillTx/>
                          <a:latin typeface="Arial"/>
                          <a:cs typeface="+mn-cs"/>
                        </a:rPr>
                        <a:t>0.54</a:t>
                      </a:r>
                    </a:p>
                  </a:txBody>
                  <a:tcPr anchor="ctr">
                    <a:lnL w="12240">
                      <a:noFill/>
                      <a:prstDash val="solid"/>
                    </a:lnL>
                    <a:lnR w="12240">
                      <a:noFill/>
                      <a:prstDash val="solid"/>
                    </a:lnR>
                    <a:lnT w="12240">
                      <a:noFill/>
                      <a:prstDash val="solid"/>
                    </a:lnT>
                    <a:lnB w="38160">
                      <a:solidFill>
                        <a:srgbClr val="9C6114"/>
                      </a:solidFill>
                      <a:prstDash val="solid"/>
                    </a:lnB>
                    <a:noFill/>
                  </a:tcPr>
                </a:tc>
                <a:tc>
                  <a:txBody>
                    <a:bodyPr/>
                    <a:lstStyle/>
                    <a:p>
                      <a:pPr algn="ctr">
                        <a:lnSpc>
                          <a:spcPts val="1709"/>
                        </a:lnSpc>
                        <a:spcBef>
                          <a:spcPts val="601"/>
                        </a:spcBef>
                      </a:pPr>
                      <a:r>
                        <a:rPr lang="en-US" sz="2400" b="0" u="none" strike="noStrike" kern="1200" dirty="0">
                          <a:solidFill>
                            <a:schemeClr val="lt2"/>
                          </a:solidFill>
                          <a:effectLst/>
                          <a:uFillTx/>
                          <a:latin typeface="Arial"/>
                          <a:cs typeface="+mn-cs"/>
                        </a:rPr>
                        <a:t>0.32</a:t>
                      </a:r>
                    </a:p>
                  </a:txBody>
                  <a:tcPr anchor="ctr">
                    <a:lnL w="12240">
                      <a:noFill/>
                      <a:prstDash val="solid"/>
                    </a:lnL>
                    <a:lnR w="12240">
                      <a:noFill/>
                      <a:prstDash val="solid"/>
                    </a:lnR>
                    <a:lnT w="12240">
                      <a:noFill/>
                      <a:prstDash val="solid"/>
                    </a:lnT>
                    <a:lnB w="38160">
                      <a:solidFill>
                        <a:srgbClr val="9C6114"/>
                      </a:solidFill>
                      <a:prstDash val="solid"/>
                    </a:lnB>
                    <a:noFill/>
                  </a:tcPr>
                </a:tc>
                <a:tc>
                  <a:txBody>
                    <a:bodyPr/>
                    <a:lstStyle/>
                    <a:p>
                      <a:pPr algn="ctr">
                        <a:lnSpc>
                          <a:spcPts val="1709"/>
                        </a:lnSpc>
                        <a:spcBef>
                          <a:spcPts val="601"/>
                        </a:spcBef>
                      </a:pPr>
                      <a:r>
                        <a:rPr lang="en" sz="2400" b="0" u="none" strike="noStrike" kern="1200" dirty="0">
                          <a:solidFill>
                            <a:schemeClr val="lt2"/>
                          </a:solidFill>
                          <a:effectLst/>
                          <a:uFillTx/>
                          <a:latin typeface="Arial"/>
                          <a:ea typeface="Arial"/>
                          <a:cs typeface="+mn-cs"/>
                        </a:rPr>
                        <a:t>0.36 </a:t>
                      </a:r>
                      <a:endParaRPr lang="en-US" sz="2400" b="0" u="none" strike="noStrike" kern="1200" dirty="0">
                        <a:solidFill>
                          <a:schemeClr val="lt2"/>
                        </a:solidFill>
                        <a:effectLst/>
                        <a:uFillTx/>
                        <a:latin typeface="Arial"/>
                        <a:cs typeface="+mn-cs"/>
                      </a:endParaRPr>
                    </a:p>
                  </a:txBody>
                  <a:tcPr anchor="ctr">
                    <a:lnL w="12240">
                      <a:noFill/>
                      <a:prstDash val="solid"/>
                    </a:lnL>
                    <a:lnR w="12240">
                      <a:noFill/>
                      <a:prstDash val="solid"/>
                    </a:lnR>
                    <a:lnT w="12240">
                      <a:noFill/>
                      <a:prstDash val="solid"/>
                    </a:lnT>
                    <a:lnB w="38160">
                      <a:solidFill>
                        <a:srgbClr val="9C6114"/>
                      </a:solidFill>
                      <a:prstDash val="solid"/>
                    </a:lnB>
                    <a:noFill/>
                  </a:tcPr>
                </a:tc>
                <a:extLst>
                  <a:ext uri="{0D108BD9-81ED-4DB2-BD59-A6C34878D82A}">
                    <a16:rowId xmlns:a16="http://schemas.microsoft.com/office/drawing/2014/main" val="10002"/>
                  </a:ext>
                </a:extLst>
              </a:tr>
            </a:tbl>
          </a:graphicData>
        </a:graphic>
      </p:graphicFrame>
      <p:sp>
        <p:nvSpPr>
          <p:cNvPr id="7" name="Text Placeholder 1">
            <a:extLst>
              <a:ext uri="{FF2B5EF4-FFF2-40B4-BE49-F238E27FC236}">
                <a16:creationId xmlns:a16="http://schemas.microsoft.com/office/drawing/2014/main" id="{C04EE06D-051E-5E80-1008-3A1770010DEE}"/>
              </a:ext>
            </a:extLst>
          </p:cNvPr>
          <p:cNvSpPr txBox="1">
            <a:spLocks/>
          </p:cNvSpPr>
          <p:nvPr/>
        </p:nvSpPr>
        <p:spPr>
          <a:xfrm>
            <a:off x="7528560" y="1625616"/>
            <a:ext cx="3197352" cy="604224"/>
          </a:xfrm>
          <a:prstGeom prst="rect">
            <a:avLst/>
          </a:prstGeom>
          <a:noFill/>
          <a:ln w="0">
            <a:noFill/>
          </a:ln>
        </p:spPr>
        <p:txBody>
          <a:bodyPr lIns="0" tIns="0" rIns="0" bIns="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Federated learning*</a:t>
            </a:r>
            <a:endParaRPr lang="en-SE" dirty="0"/>
          </a:p>
        </p:txBody>
      </p:sp>
      <p:sp>
        <p:nvSpPr>
          <p:cNvPr id="8" name="TextBox 7">
            <a:extLst>
              <a:ext uri="{FF2B5EF4-FFF2-40B4-BE49-F238E27FC236}">
                <a16:creationId xmlns:a16="http://schemas.microsoft.com/office/drawing/2014/main" id="{6771805D-62DF-7B2E-E33E-FC71A7D4EF3F}"/>
              </a:ext>
            </a:extLst>
          </p:cNvPr>
          <p:cNvSpPr txBox="1"/>
          <p:nvPr/>
        </p:nvSpPr>
        <p:spPr>
          <a:xfrm>
            <a:off x="2157984" y="6305414"/>
            <a:ext cx="7690104" cy="369332"/>
          </a:xfrm>
          <a:prstGeom prst="rect">
            <a:avLst/>
          </a:prstGeom>
          <a:noFill/>
        </p:spPr>
        <p:txBody>
          <a:bodyPr wrap="square" rtlCol="0">
            <a:spAutoFit/>
          </a:bodyPr>
          <a:lstStyle/>
          <a:p>
            <a:r>
              <a:rPr lang="en-US" dirty="0"/>
              <a:t>* Subset of whole dataset used for federated learning due to time limits</a:t>
            </a:r>
            <a:endParaRPr lang="en-SE" dirty="0"/>
          </a:p>
        </p:txBody>
      </p:sp>
    </p:spTree>
    <p:extLst>
      <p:ext uri="{BB962C8B-B14F-4D97-AF65-F5344CB8AC3E}">
        <p14:creationId xmlns:p14="http://schemas.microsoft.com/office/powerpoint/2010/main" val="16607055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4242F4B-9DE5-ACEA-DB8D-8561F6C0AD4F}"/>
              </a:ext>
            </a:extLst>
          </p:cNvPr>
          <p:cNvSpPr>
            <a:spLocks noGrp="1"/>
          </p:cNvSpPr>
          <p:nvPr>
            <p:ph type="body"/>
          </p:nvPr>
        </p:nvSpPr>
        <p:spPr/>
        <p:txBody>
          <a:bodyPr/>
          <a:lstStyle/>
          <a:p>
            <a:r>
              <a:rPr lang="en-US" dirty="0"/>
              <a:t>On-device learning on the STM32 is possible, although slow (&gt;1 day training)</a:t>
            </a:r>
          </a:p>
          <a:p>
            <a:r>
              <a:rPr lang="en-US" dirty="0"/>
              <a:t>A “simple” </a:t>
            </a:r>
            <a:r>
              <a:rPr lang="en-US" dirty="0" err="1"/>
              <a:t>downsampling</a:t>
            </a:r>
            <a:r>
              <a:rPr lang="en-US" dirty="0"/>
              <a:t> process can be used in lieu of FFT-based feature extraction</a:t>
            </a:r>
          </a:p>
          <a:p>
            <a:r>
              <a:rPr lang="en-US" dirty="0"/>
              <a:t>After 12 epochs, we can get 82% (BP) and 77% (FF) accuracy</a:t>
            </a:r>
          </a:p>
          <a:p>
            <a:r>
              <a:rPr lang="en-US" dirty="0"/>
              <a:t>After 6 rounds of 2 epochs, we can get accuracy of 72% (BP) and 54% (FF) via federated learning. </a:t>
            </a:r>
          </a:p>
          <a:p>
            <a:r>
              <a:rPr lang="en-US" dirty="0"/>
              <a:t>Setting up BLE on the STM32 remains a challenge, instead, weights are sent via UART</a:t>
            </a:r>
          </a:p>
          <a:p>
            <a:r>
              <a:rPr lang="en-US" dirty="0"/>
              <a:t>Increasing dataset should improve FF federated learning metrics</a:t>
            </a:r>
          </a:p>
          <a:p>
            <a:endParaRPr lang="en-US" dirty="0"/>
          </a:p>
          <a:p>
            <a:endParaRPr lang="en-US" dirty="0"/>
          </a:p>
          <a:p>
            <a:endParaRPr lang="en-SE" dirty="0"/>
          </a:p>
        </p:txBody>
      </p:sp>
      <p:sp>
        <p:nvSpPr>
          <p:cNvPr id="3" name="Title 2">
            <a:extLst>
              <a:ext uri="{FF2B5EF4-FFF2-40B4-BE49-F238E27FC236}">
                <a16:creationId xmlns:a16="http://schemas.microsoft.com/office/drawing/2014/main" id="{CB3F36CB-5808-C7B1-A436-F0E060CEA368}"/>
              </a:ext>
            </a:extLst>
          </p:cNvPr>
          <p:cNvSpPr>
            <a:spLocks noGrp="1"/>
          </p:cNvSpPr>
          <p:nvPr>
            <p:ph type="title"/>
          </p:nvPr>
        </p:nvSpPr>
        <p:spPr>
          <a:xfrm>
            <a:off x="391680" y="291888"/>
            <a:ext cx="11265120" cy="540216"/>
          </a:xfrm>
        </p:spPr>
        <p:txBody>
          <a:bodyPr/>
          <a:lstStyle/>
          <a:p>
            <a:pPr marL="0" indent="0">
              <a:buNone/>
            </a:pPr>
            <a:r>
              <a:rPr lang="en-US" sz="4000" dirty="0"/>
              <a:t>Conclusion</a:t>
            </a:r>
            <a:endParaRPr lang="en-SE" sz="4000" dirty="0"/>
          </a:p>
        </p:txBody>
      </p:sp>
    </p:spTree>
    <p:extLst>
      <p:ext uri="{BB962C8B-B14F-4D97-AF65-F5344CB8AC3E}">
        <p14:creationId xmlns:p14="http://schemas.microsoft.com/office/powerpoint/2010/main" val="34395457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rotWithShape="0">
          <a:blip r:embed="rId3"/>
          <a:stretch/>
        </a:blipFill>
        <a:effectLst/>
      </p:bgPr>
    </p:bg>
    <p:spTree>
      <p:nvGrpSpPr>
        <p:cNvPr id="1" name=""/>
        <p:cNvGrpSpPr/>
        <p:nvPr/>
      </p:nvGrpSpPr>
      <p:grpSpPr>
        <a:xfrm>
          <a:off x="0" y="0"/>
          <a:ext cx="0" cy="0"/>
          <a:chOff x="0" y="0"/>
          <a:chExt cx="0" cy="0"/>
        </a:xfrm>
      </p:grpSpPr>
      <p:sp>
        <p:nvSpPr>
          <p:cNvPr id="400" name="PlaceHolder 1"/>
          <p:cNvSpPr>
            <a:spLocks noGrp="1"/>
          </p:cNvSpPr>
          <p:nvPr>
            <p:ph type="title"/>
          </p:nvPr>
        </p:nvSpPr>
        <p:spPr>
          <a:xfrm>
            <a:off x="533160" y="182520"/>
            <a:ext cx="10324800" cy="831240"/>
          </a:xfrm>
          <a:prstGeom prst="rect">
            <a:avLst/>
          </a:prstGeom>
          <a:noFill/>
          <a:ln w="0">
            <a:noFill/>
          </a:ln>
          <a:effectLst>
            <a:outerShdw blurRad="57240" dist="19080" dir="5400000" rotWithShape="0">
              <a:srgbClr val="000000">
                <a:alpha val="50000"/>
              </a:srgbClr>
            </a:outerShdw>
          </a:effectLst>
        </p:spPr>
        <p:txBody>
          <a:bodyPr lIns="216000" tIns="108000" rIns="216000" bIns="108000" anchor="t">
            <a:noAutofit/>
          </a:bodyPr>
          <a:lstStyle/>
          <a:p>
            <a:pPr indent="0">
              <a:lnSpc>
                <a:spcPct val="100000"/>
              </a:lnSpc>
              <a:spcAft>
                <a:spcPts val="1599"/>
              </a:spcAft>
              <a:buNone/>
              <a:tabLst>
                <a:tab pos="0" algn="l"/>
              </a:tabLst>
            </a:pPr>
            <a:r>
              <a:rPr lang="en" sz="3440" b="0" u="none" strike="noStrike">
                <a:solidFill>
                  <a:schemeClr val="lt1"/>
                </a:solidFill>
                <a:effectLst/>
                <a:uFillTx/>
                <a:latin typeface="Anton"/>
                <a:ea typeface="Anton"/>
              </a:rPr>
              <a:t>Questions?</a:t>
            </a:r>
            <a:endParaRPr lang="en-US" sz="3440" b="0" u="none" strike="noStrike">
              <a:solidFill>
                <a:srgbClr val="000000"/>
              </a:solidFill>
              <a:effectLst/>
              <a:uFillTx/>
              <a:latin typeface="Arial"/>
            </a:endParaRPr>
          </a:p>
        </p:txBody>
      </p:sp>
      <p:sp>
        <p:nvSpPr>
          <p:cNvPr id="401" name="Google Shape;257;p41"/>
          <p:cNvSpPr/>
          <p:nvPr/>
        </p:nvSpPr>
        <p:spPr>
          <a:xfrm>
            <a:off x="0" y="5115240"/>
            <a:ext cx="12191760" cy="1010520"/>
          </a:xfrm>
          <a:prstGeom prst="rect">
            <a:avLst/>
          </a:prstGeom>
          <a:solidFill>
            <a:srgbClr val="000000">
              <a:alpha val="65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a:lnSpc>
                <a:spcPct val="100000"/>
              </a:lnSpc>
              <a:tabLst>
                <a:tab pos="0" algn="l"/>
              </a:tabLst>
            </a:pPr>
            <a:r>
              <a:rPr lang="en" sz="6000" b="0" u="none" strike="noStrike">
                <a:solidFill>
                  <a:srgbClr val="FFFFFF"/>
                </a:solidFill>
                <a:effectLst/>
                <a:uFillTx/>
                <a:latin typeface="Anton"/>
                <a:ea typeface="Anton"/>
              </a:rPr>
              <a:t>Thank you!</a:t>
            </a:r>
            <a:endParaRPr lang="en-US" sz="6000" b="0" u="none" strike="noStrike">
              <a:solidFill>
                <a:srgbClr val="FFFFFF"/>
              </a:solidFill>
              <a:effectLst/>
              <a:uFillTx/>
              <a:latin typeface="Arial"/>
            </a:endParaRPr>
          </a:p>
        </p:txBody>
      </p:sp>
      <p:sp>
        <p:nvSpPr>
          <p:cNvPr id="402" name="PlaceHolder 2"/>
          <p:cNvSpPr>
            <a:spLocks noGrp="1"/>
          </p:cNvSpPr>
          <p:nvPr>
            <p:ph type="sldNum" idx="48"/>
          </p:nvPr>
        </p:nvSpPr>
        <p:spPr>
          <a:xfrm>
            <a:off x="11409120" y="6333120"/>
            <a:ext cx="731520" cy="524520"/>
          </a:xfrm>
          <a:prstGeom prst="rect">
            <a:avLst/>
          </a:prstGeom>
          <a:noFill/>
          <a:ln w="0">
            <a:noFill/>
          </a:ln>
        </p:spPr>
        <p:txBody>
          <a:bodyPr lIns="91440" tIns="91440" rIns="91440" bIns="91440" anchor="t">
            <a:noAutofit/>
          </a:bodyPr>
          <a:lstStyle>
            <a:lvl1pPr indent="0" algn="r">
              <a:lnSpc>
                <a:spcPct val="100000"/>
              </a:lnSpc>
              <a:buNone/>
              <a:tabLst>
                <a:tab pos="0" algn="l"/>
              </a:tabLst>
              <a:defRPr lang="en" sz="1300" b="0" u="none" strike="noStrike">
                <a:solidFill>
                  <a:schemeClr val="dk1"/>
                </a:solidFill>
                <a:effectLst/>
                <a:uFillTx/>
                <a:latin typeface="Arial"/>
                <a:ea typeface="Arial"/>
              </a:defRPr>
            </a:lvl1pPr>
          </a:lstStyle>
          <a:p>
            <a:pPr indent="0" algn="r">
              <a:lnSpc>
                <a:spcPct val="100000"/>
              </a:lnSpc>
              <a:buNone/>
              <a:tabLst>
                <a:tab pos="0" algn="l"/>
              </a:tabLst>
            </a:pPr>
            <a:fld id="{496BA6B2-04E9-4873-819F-2AB122CA59E1}" type="slidenum">
              <a:rPr lang="en" sz="1300" b="0" u="none" strike="noStrike">
                <a:solidFill>
                  <a:schemeClr val="dk1"/>
                </a:solidFill>
                <a:effectLst/>
                <a:uFillTx/>
                <a:latin typeface="Arial"/>
                <a:ea typeface="Arial"/>
              </a:rPr>
              <a:t>22</a:t>
            </a:fld>
            <a:endParaRPr lang="en-US" sz="1300" b="0" u="none" strike="noStrike">
              <a:solidFill>
                <a:srgbClr val="FFFFFF"/>
              </a:solidFill>
              <a:effectLst/>
              <a:uFillTx/>
              <a:latin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CE10469-8047-0BF6-170B-8A19018B43FC}"/>
              </a:ext>
            </a:extLst>
          </p:cNvPr>
          <p:cNvSpPr>
            <a:spLocks noGrp="1"/>
          </p:cNvSpPr>
          <p:nvPr>
            <p:ph type="body"/>
          </p:nvPr>
        </p:nvSpPr>
        <p:spPr/>
        <p:txBody>
          <a:bodyPr/>
          <a:lstStyle/>
          <a:p>
            <a:endParaRPr lang="en-SE"/>
          </a:p>
        </p:txBody>
      </p:sp>
      <p:sp>
        <p:nvSpPr>
          <p:cNvPr id="3" name="Title 2">
            <a:extLst>
              <a:ext uri="{FF2B5EF4-FFF2-40B4-BE49-F238E27FC236}">
                <a16:creationId xmlns:a16="http://schemas.microsoft.com/office/drawing/2014/main" id="{617A8004-BD53-E1B5-EEA8-778DA165EA70}"/>
              </a:ext>
            </a:extLst>
          </p:cNvPr>
          <p:cNvSpPr>
            <a:spLocks noGrp="1"/>
          </p:cNvSpPr>
          <p:nvPr>
            <p:ph type="title"/>
          </p:nvPr>
        </p:nvSpPr>
        <p:spPr/>
        <p:txBody>
          <a:bodyPr/>
          <a:lstStyle/>
          <a:p>
            <a:endParaRPr lang="en-SE"/>
          </a:p>
        </p:txBody>
      </p:sp>
      <p:pic>
        <p:nvPicPr>
          <p:cNvPr id="5" name="Picture 4">
            <a:extLst>
              <a:ext uri="{FF2B5EF4-FFF2-40B4-BE49-F238E27FC236}">
                <a16:creationId xmlns:a16="http://schemas.microsoft.com/office/drawing/2014/main" id="{23BA660F-FD35-75B0-780E-60C6978AC298}"/>
              </a:ext>
            </a:extLst>
          </p:cNvPr>
          <p:cNvPicPr>
            <a:picLocks noChangeAspect="1"/>
          </p:cNvPicPr>
          <p:nvPr/>
        </p:nvPicPr>
        <p:blipFill>
          <a:blip r:embed="rId2"/>
          <a:stretch>
            <a:fillRect/>
          </a:stretch>
        </p:blipFill>
        <p:spPr>
          <a:xfrm>
            <a:off x="250488" y="0"/>
            <a:ext cx="11691024" cy="6858000"/>
          </a:xfrm>
          <a:prstGeom prst="rect">
            <a:avLst/>
          </a:prstGeom>
        </p:spPr>
      </p:pic>
    </p:spTree>
    <p:extLst>
      <p:ext uri="{BB962C8B-B14F-4D97-AF65-F5344CB8AC3E}">
        <p14:creationId xmlns:p14="http://schemas.microsoft.com/office/powerpoint/2010/main" val="3014430685"/>
      </p:ext>
    </p:extLst>
  </p:cSld>
  <p:clrMapOvr>
    <a:masterClrMapping/>
  </p:clrMapOvr>
</p:sld>
</file>

<file path=ppt/theme/theme1.xml><?xml version="1.0" encoding="utf-8"?>
<a:theme xmlns:a="http://schemas.openxmlformats.org/drawingml/2006/main" name="Thème Office">
  <a:themeElements>
    <a:clrScheme name="Bureau">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1_Thème Office">
  <a:themeElements>
    <a:clrScheme name="Bureau">
      <a:dk1>
        <a:srgbClr val="000000"/>
      </a:dk1>
      <a:lt1>
        <a:srgbClr val="FFFFFF"/>
      </a:lt1>
      <a:dk2>
        <a:srgbClr val="000080"/>
      </a:dk2>
      <a:lt2>
        <a:srgbClr val="9C6114"/>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Thème Office">
  <a:themeElements>
    <a:clrScheme name="Bureau">
      <a:dk1>
        <a:srgbClr val="000000"/>
      </a:dk1>
      <a:lt1>
        <a:srgbClr val="FFFFFF"/>
      </a:lt1>
      <a:dk2>
        <a:srgbClr val="1F497D"/>
      </a:dk2>
      <a:lt2>
        <a:srgbClr val="D9EAD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xml><?xml version="1.0" encoding="utf-8"?>
<a:theme xmlns:a="http://schemas.openxmlformats.org/drawingml/2006/main" name="Thème Office">
  <a:themeElements>
    <a:clrScheme name="Bureau">
      <a:dk1>
        <a:srgbClr val="000000"/>
      </a:dk1>
      <a:lt1>
        <a:srgbClr val="FFFFFF"/>
      </a:lt1>
      <a:dk2>
        <a:srgbClr val="1F497D"/>
      </a:dk2>
      <a:lt2>
        <a:srgbClr val="9C6114"/>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5.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1417</TotalTime>
  <Words>768</Words>
  <Application>Microsoft Office PowerPoint</Application>
  <PresentationFormat>Widescreen</PresentationFormat>
  <Paragraphs>281</Paragraphs>
  <Slides>23</Slides>
  <Notes>10</Notes>
  <HiddenSlides>0</HiddenSlides>
  <MMClips>0</MMClips>
  <ScaleCrop>false</ScaleCrop>
  <HeadingPairs>
    <vt:vector size="6" baseType="variant">
      <vt:variant>
        <vt:lpstr>Fonts Used</vt:lpstr>
      </vt:variant>
      <vt:variant>
        <vt:i4>7</vt:i4>
      </vt:variant>
      <vt:variant>
        <vt:lpstr>Theme</vt:lpstr>
      </vt:variant>
      <vt:variant>
        <vt:i4>4</vt:i4>
      </vt:variant>
      <vt:variant>
        <vt:lpstr>Slide Titles</vt:lpstr>
      </vt:variant>
      <vt:variant>
        <vt:i4>23</vt:i4>
      </vt:variant>
    </vt:vector>
  </HeadingPairs>
  <TitlesOfParts>
    <vt:vector size="34" baseType="lpstr">
      <vt:lpstr>Anton</vt:lpstr>
      <vt:lpstr>Arial</vt:lpstr>
      <vt:lpstr>Arial Narrow</vt:lpstr>
      <vt:lpstr>Cambria Math</vt:lpstr>
      <vt:lpstr>Symbol</vt:lpstr>
      <vt:lpstr>Times New Roman</vt:lpstr>
      <vt:lpstr>Wingdings</vt:lpstr>
      <vt:lpstr>Thème Office</vt:lpstr>
      <vt:lpstr>1_Thème Office</vt:lpstr>
      <vt:lpstr>Thème Office</vt:lpstr>
      <vt:lpstr>Thème Office</vt:lpstr>
      <vt:lpstr>On-Device Binary Classification with Federated Learning using the STM32 </vt:lpstr>
      <vt:lpstr>Data Collection</vt:lpstr>
      <vt:lpstr>Dataset - acoustic dataset of brushless DC motors</vt:lpstr>
      <vt:lpstr>Fourier Transform</vt:lpstr>
      <vt:lpstr>Dataset - Overview</vt:lpstr>
      <vt:lpstr>On-device Training</vt:lpstr>
      <vt:lpstr>UART Communication</vt:lpstr>
      <vt:lpstr>UART Protocal</vt:lpstr>
      <vt:lpstr>Process and Flash</vt:lpstr>
      <vt:lpstr>Model – Binary Forward-Forward</vt:lpstr>
      <vt:lpstr>Results</vt:lpstr>
      <vt:lpstr>Results</vt:lpstr>
      <vt:lpstr>Federated Learning</vt:lpstr>
      <vt:lpstr>Federated Averaging</vt:lpstr>
      <vt:lpstr>Dataset – FL Split</vt:lpstr>
      <vt:lpstr>BP Results - Epochs</vt:lpstr>
      <vt:lpstr>BP Results - Rounds</vt:lpstr>
      <vt:lpstr>FF Results - Epochs</vt:lpstr>
      <vt:lpstr>FF Results - Rounds</vt:lpstr>
      <vt:lpstr>Results</vt:lpstr>
      <vt:lpstr>Conclusion</vt:lpstr>
      <vt:lpstr>Questions?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dc:description/>
  <cp:lastModifiedBy>Ali Jahangiri</cp:lastModifiedBy>
  <cp:revision>26</cp:revision>
  <dcterms:modified xsi:type="dcterms:W3CDTF">2026-03-31T13:33:57Z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HiddenSlides">
    <vt:i4>1</vt:i4>
  </property>
  <property fmtid="{D5CDD505-2E9C-101B-9397-08002B2CF9AE}" pid="3" name="Notes">
    <vt:i4>10</vt:i4>
  </property>
  <property fmtid="{D5CDD505-2E9C-101B-9397-08002B2CF9AE}" pid="4" name="PresentationFormat">
    <vt:lpwstr>Widescreen</vt:lpwstr>
  </property>
  <property fmtid="{D5CDD505-2E9C-101B-9397-08002B2CF9AE}" pid="5" name="Slides">
    <vt:i4>14</vt:i4>
  </property>
</Properties>
</file>